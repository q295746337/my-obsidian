
<file path=[Content_Types].xml><?xml version="1.0" encoding="utf-8"?>
<Types xmlns="http://schemas.openxmlformats.org/package/2006/content-types">
  <Default Extension="jfif" ContentType="image/jpeg"/>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32.jfif" ContentType="image/png"/>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9"/>
    <p:sldMasterId id="2147483671" r:id="rId60"/>
    <p:sldMasterId id="2147483660" r:id="rId61"/>
    <p:sldMasterId id="2147483672" r:id="rId62"/>
    <p:sldMasterId id="2147483679" r:id="rId63"/>
    <p:sldMasterId id="2147483690" r:id="rId64"/>
    <p:sldMasterId id="2147483695" r:id="rId65"/>
  </p:sldMasterIdLst>
  <p:notesMasterIdLst>
    <p:notesMasterId r:id="rId198"/>
  </p:notesMasterIdLst>
  <p:handoutMasterIdLst>
    <p:handoutMasterId r:id="rId199"/>
  </p:handoutMasterIdLst>
  <p:sldIdLst>
    <p:sldId id="436" r:id="rId66"/>
    <p:sldId id="307" r:id="rId67"/>
    <p:sldId id="724" r:id="rId68"/>
    <p:sldId id="726" r:id="rId69"/>
    <p:sldId id="595" r:id="rId70"/>
    <p:sldId id="399" r:id="rId71"/>
    <p:sldId id="596" r:id="rId72"/>
    <p:sldId id="727" r:id="rId73"/>
    <p:sldId id="722" r:id="rId74"/>
    <p:sldId id="400" r:id="rId75"/>
    <p:sldId id="731" r:id="rId76"/>
    <p:sldId id="730" r:id="rId77"/>
    <p:sldId id="732" r:id="rId78"/>
    <p:sldId id="433" r:id="rId79"/>
    <p:sldId id="599" r:id="rId80"/>
    <p:sldId id="597" r:id="rId81"/>
    <p:sldId id="598" r:id="rId82"/>
    <p:sldId id="601" r:id="rId83"/>
    <p:sldId id="425" r:id="rId84"/>
    <p:sldId id="602" r:id="rId85"/>
    <p:sldId id="316" r:id="rId86"/>
    <p:sldId id="603" r:id="rId87"/>
    <p:sldId id="604" r:id="rId88"/>
    <p:sldId id="605" r:id="rId89"/>
    <p:sldId id="606" r:id="rId90"/>
    <p:sldId id="607" r:id="rId91"/>
    <p:sldId id="608" r:id="rId92"/>
    <p:sldId id="609" r:id="rId93"/>
    <p:sldId id="610" r:id="rId94"/>
    <p:sldId id="719" r:id="rId95"/>
    <p:sldId id="611" r:id="rId96"/>
    <p:sldId id="612" r:id="rId97"/>
    <p:sldId id="613" r:id="rId98"/>
    <p:sldId id="614" r:id="rId99"/>
    <p:sldId id="615" r:id="rId100"/>
    <p:sldId id="617" r:id="rId101"/>
    <p:sldId id="616" r:id="rId102"/>
    <p:sldId id="618" r:id="rId103"/>
    <p:sldId id="619" r:id="rId104"/>
    <p:sldId id="620" r:id="rId105"/>
    <p:sldId id="621" r:id="rId106"/>
    <p:sldId id="623" r:id="rId107"/>
    <p:sldId id="624" r:id="rId108"/>
    <p:sldId id="625" r:id="rId109"/>
    <p:sldId id="626" r:id="rId110"/>
    <p:sldId id="627" r:id="rId111"/>
    <p:sldId id="628" r:id="rId112"/>
    <p:sldId id="629" r:id="rId113"/>
    <p:sldId id="416" r:id="rId114"/>
    <p:sldId id="428" r:id="rId115"/>
    <p:sldId id="630" r:id="rId116"/>
    <p:sldId id="631" r:id="rId117"/>
    <p:sldId id="632" r:id="rId118"/>
    <p:sldId id="633" r:id="rId119"/>
    <p:sldId id="634" r:id="rId120"/>
    <p:sldId id="637" r:id="rId121"/>
    <p:sldId id="635" r:id="rId122"/>
    <p:sldId id="636" r:id="rId123"/>
    <p:sldId id="639" r:id="rId124"/>
    <p:sldId id="557" r:id="rId125"/>
    <p:sldId id="640" r:id="rId126"/>
    <p:sldId id="641" r:id="rId127"/>
    <p:sldId id="642" r:id="rId128"/>
    <p:sldId id="643" r:id="rId129"/>
    <p:sldId id="645" r:id="rId130"/>
    <p:sldId id="644" r:id="rId131"/>
    <p:sldId id="646" r:id="rId132"/>
    <p:sldId id="647" r:id="rId133"/>
    <p:sldId id="652" r:id="rId134"/>
    <p:sldId id="648" r:id="rId135"/>
    <p:sldId id="649" r:id="rId136"/>
    <p:sldId id="650" r:id="rId137"/>
    <p:sldId id="651" r:id="rId138"/>
    <p:sldId id="653" r:id="rId139"/>
    <p:sldId id="654" r:id="rId140"/>
    <p:sldId id="655" r:id="rId141"/>
    <p:sldId id="656" r:id="rId142"/>
    <p:sldId id="657" r:id="rId143"/>
    <p:sldId id="658" r:id="rId144"/>
    <p:sldId id="711" r:id="rId145"/>
    <p:sldId id="659" r:id="rId146"/>
    <p:sldId id="660" r:id="rId147"/>
    <p:sldId id="720" r:id="rId148"/>
    <p:sldId id="661" r:id="rId149"/>
    <p:sldId id="663" r:id="rId150"/>
    <p:sldId id="664" r:id="rId151"/>
    <p:sldId id="665" r:id="rId152"/>
    <p:sldId id="667" r:id="rId153"/>
    <p:sldId id="669" r:id="rId154"/>
    <p:sldId id="670" r:id="rId155"/>
    <p:sldId id="671" r:id="rId156"/>
    <p:sldId id="712" r:id="rId157"/>
    <p:sldId id="672" r:id="rId158"/>
    <p:sldId id="673" r:id="rId159"/>
    <p:sldId id="713" r:id="rId160"/>
    <p:sldId id="674" r:id="rId161"/>
    <p:sldId id="675" r:id="rId162"/>
    <p:sldId id="678" r:id="rId163"/>
    <p:sldId id="679" r:id="rId164"/>
    <p:sldId id="681" r:id="rId165"/>
    <p:sldId id="680" r:id="rId166"/>
    <p:sldId id="682" r:id="rId167"/>
    <p:sldId id="683" r:id="rId168"/>
    <p:sldId id="684" r:id="rId169"/>
    <p:sldId id="685" r:id="rId170"/>
    <p:sldId id="714" r:id="rId171"/>
    <p:sldId id="687" r:id="rId172"/>
    <p:sldId id="715" r:id="rId173"/>
    <p:sldId id="689" r:id="rId174"/>
    <p:sldId id="690" r:id="rId175"/>
    <p:sldId id="691" r:id="rId176"/>
    <p:sldId id="692" r:id="rId177"/>
    <p:sldId id="693" r:id="rId178"/>
    <p:sldId id="695" r:id="rId179"/>
    <p:sldId id="696" r:id="rId180"/>
    <p:sldId id="697" r:id="rId181"/>
    <p:sldId id="698" r:id="rId182"/>
    <p:sldId id="699" r:id="rId183"/>
    <p:sldId id="700" r:id="rId184"/>
    <p:sldId id="701" r:id="rId185"/>
    <p:sldId id="702" r:id="rId186"/>
    <p:sldId id="703" r:id="rId187"/>
    <p:sldId id="716" r:id="rId188"/>
    <p:sldId id="704" r:id="rId189"/>
    <p:sldId id="705" r:id="rId190"/>
    <p:sldId id="717" r:id="rId191"/>
    <p:sldId id="707" r:id="rId192"/>
    <p:sldId id="708" r:id="rId193"/>
    <p:sldId id="718" r:id="rId194"/>
    <p:sldId id="709" r:id="rId195"/>
    <p:sldId id="288" r:id="rId196"/>
    <p:sldId id="432" r:id="rId197"/>
  </p:sldIdLst>
  <p:sldSz cx="12192000" cy="6858000"/>
  <p:notesSz cx="6858000" cy="9144000"/>
  <p:custDataLst>
    <p:tags r:id="rId200"/>
  </p:custDataLst>
  <p:defaultText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8D1D"/>
    <a:srgbClr val="2F2F2F"/>
    <a:srgbClr val="9361E3"/>
    <a:srgbClr val="14FC4B"/>
    <a:srgbClr val="9D9D9D"/>
    <a:srgbClr val="71DDFA"/>
    <a:srgbClr val="15A0FA"/>
    <a:srgbClr val="C8B4F2"/>
    <a:srgbClr val="B9EDFE"/>
    <a:srgbClr val="9B9B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394" autoAdjust="0"/>
    <p:restoredTop sz="95086" autoAdjust="0"/>
  </p:normalViewPr>
  <p:slideViewPr>
    <p:cSldViewPr snapToGrid="0" showGuides="1">
      <p:cViewPr varScale="1">
        <p:scale>
          <a:sx n="102" d="100"/>
          <a:sy n="102" d="100"/>
        </p:scale>
        <p:origin x="126" y="36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2184" y="8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52.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slideMaster" Target="slideMasters/slideMaster5.xml"/><Relationship Id="rId84" Type="http://schemas.openxmlformats.org/officeDocument/2006/relationships/slide" Target="slides/slide19.xml"/><Relationship Id="rId138" Type="http://schemas.openxmlformats.org/officeDocument/2006/relationships/slide" Target="slides/slide73.xml"/><Relationship Id="rId159" Type="http://schemas.openxmlformats.org/officeDocument/2006/relationships/slide" Target="slides/slide94.xml"/><Relationship Id="rId170" Type="http://schemas.openxmlformats.org/officeDocument/2006/relationships/slide" Target="slides/slide105.xml"/><Relationship Id="rId191" Type="http://schemas.openxmlformats.org/officeDocument/2006/relationships/slide" Target="slides/slide126.xml"/><Relationship Id="rId107" Type="http://schemas.openxmlformats.org/officeDocument/2006/relationships/slide" Target="slides/slide42.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slide" Target="slides/slide9.xml"/><Relationship Id="rId128" Type="http://schemas.openxmlformats.org/officeDocument/2006/relationships/slide" Target="slides/slide63.xml"/><Relationship Id="rId149" Type="http://schemas.openxmlformats.org/officeDocument/2006/relationships/slide" Target="slides/slide84.xml"/><Relationship Id="rId5" Type="http://schemas.openxmlformats.org/officeDocument/2006/relationships/customXml" Target="../customXml/item5.xml"/><Relationship Id="rId95" Type="http://schemas.openxmlformats.org/officeDocument/2006/relationships/slide" Target="slides/slide30.xml"/><Relationship Id="rId160" Type="http://schemas.openxmlformats.org/officeDocument/2006/relationships/slide" Target="slides/slide95.xml"/><Relationship Id="rId181" Type="http://schemas.openxmlformats.org/officeDocument/2006/relationships/slide" Target="slides/slide116.xml"/><Relationship Id="rId22" Type="http://schemas.openxmlformats.org/officeDocument/2006/relationships/customXml" Target="../customXml/item22.xml"/><Relationship Id="rId43" Type="http://schemas.openxmlformats.org/officeDocument/2006/relationships/customXml" Target="../customXml/item43.xml"/><Relationship Id="rId64" Type="http://schemas.openxmlformats.org/officeDocument/2006/relationships/slideMaster" Target="slideMasters/slideMaster6.xml"/><Relationship Id="rId118" Type="http://schemas.openxmlformats.org/officeDocument/2006/relationships/slide" Target="slides/slide53.xml"/><Relationship Id="rId139" Type="http://schemas.openxmlformats.org/officeDocument/2006/relationships/slide" Target="slides/slide74.xml"/><Relationship Id="rId85" Type="http://schemas.openxmlformats.org/officeDocument/2006/relationships/slide" Target="slides/slide20.xml"/><Relationship Id="rId150" Type="http://schemas.openxmlformats.org/officeDocument/2006/relationships/slide" Target="slides/slide85.xml"/><Relationship Id="rId171" Type="http://schemas.openxmlformats.org/officeDocument/2006/relationships/slide" Target="slides/slide106.xml"/><Relationship Id="rId192" Type="http://schemas.openxmlformats.org/officeDocument/2006/relationships/slide" Target="slides/slide127.xml"/><Relationship Id="rId12" Type="http://schemas.openxmlformats.org/officeDocument/2006/relationships/customXml" Target="../customXml/item12.xml"/><Relationship Id="rId33" Type="http://schemas.openxmlformats.org/officeDocument/2006/relationships/customXml" Target="../customXml/item33.xml"/><Relationship Id="rId108" Type="http://schemas.openxmlformats.org/officeDocument/2006/relationships/slide" Target="slides/slide43.xml"/><Relationship Id="rId129" Type="http://schemas.openxmlformats.org/officeDocument/2006/relationships/slide" Target="slides/slide64.xml"/><Relationship Id="rId54" Type="http://schemas.openxmlformats.org/officeDocument/2006/relationships/customXml" Target="../customXml/item54.xml"/><Relationship Id="rId75" Type="http://schemas.openxmlformats.org/officeDocument/2006/relationships/slide" Target="slides/slide10.xml"/><Relationship Id="rId96" Type="http://schemas.openxmlformats.org/officeDocument/2006/relationships/slide" Target="slides/slide31.xml"/><Relationship Id="rId140" Type="http://schemas.openxmlformats.org/officeDocument/2006/relationships/slide" Target="slides/slide75.xml"/><Relationship Id="rId161" Type="http://schemas.openxmlformats.org/officeDocument/2006/relationships/slide" Target="slides/slide96.xml"/><Relationship Id="rId182" Type="http://schemas.openxmlformats.org/officeDocument/2006/relationships/slide" Target="slides/slide117.xml"/><Relationship Id="rId6" Type="http://schemas.openxmlformats.org/officeDocument/2006/relationships/customXml" Target="../customXml/item6.xml"/><Relationship Id="rId23" Type="http://schemas.openxmlformats.org/officeDocument/2006/relationships/customXml" Target="../customXml/item23.xml"/><Relationship Id="rId119" Type="http://schemas.openxmlformats.org/officeDocument/2006/relationships/slide" Target="slides/slide54.xml"/><Relationship Id="rId44" Type="http://schemas.openxmlformats.org/officeDocument/2006/relationships/customXml" Target="../customXml/item44.xml"/><Relationship Id="rId65" Type="http://schemas.openxmlformats.org/officeDocument/2006/relationships/slideMaster" Target="slideMasters/slideMaster7.xml"/><Relationship Id="rId86" Type="http://schemas.openxmlformats.org/officeDocument/2006/relationships/slide" Target="slides/slide21.xml"/><Relationship Id="rId130" Type="http://schemas.openxmlformats.org/officeDocument/2006/relationships/slide" Target="slides/slide65.xml"/><Relationship Id="rId151" Type="http://schemas.openxmlformats.org/officeDocument/2006/relationships/slide" Target="slides/slide86.xml"/><Relationship Id="rId172" Type="http://schemas.openxmlformats.org/officeDocument/2006/relationships/slide" Target="slides/slide107.xml"/><Relationship Id="rId193" Type="http://schemas.openxmlformats.org/officeDocument/2006/relationships/slide" Target="slides/slide128.xml"/><Relationship Id="rId13" Type="http://schemas.openxmlformats.org/officeDocument/2006/relationships/customXml" Target="../customXml/item13.xml"/><Relationship Id="rId109" Type="http://schemas.openxmlformats.org/officeDocument/2006/relationships/slide" Target="slides/slide44.xml"/><Relationship Id="rId34" Type="http://schemas.openxmlformats.org/officeDocument/2006/relationships/customXml" Target="../customXml/item34.xml"/><Relationship Id="rId55" Type="http://schemas.openxmlformats.org/officeDocument/2006/relationships/customXml" Target="../customXml/item55.xml"/><Relationship Id="rId76" Type="http://schemas.openxmlformats.org/officeDocument/2006/relationships/slide" Target="slides/slide11.xml"/><Relationship Id="rId97" Type="http://schemas.openxmlformats.org/officeDocument/2006/relationships/slide" Target="slides/slide32.xml"/><Relationship Id="rId120" Type="http://schemas.openxmlformats.org/officeDocument/2006/relationships/slide" Target="slides/slide55.xml"/><Relationship Id="rId141" Type="http://schemas.openxmlformats.org/officeDocument/2006/relationships/slide" Target="slides/slide76.xml"/><Relationship Id="rId7" Type="http://schemas.openxmlformats.org/officeDocument/2006/relationships/customXml" Target="../customXml/item7.xml"/><Relationship Id="rId162" Type="http://schemas.openxmlformats.org/officeDocument/2006/relationships/slide" Target="slides/slide97.xml"/><Relationship Id="rId183" Type="http://schemas.openxmlformats.org/officeDocument/2006/relationships/slide" Target="slides/slide118.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slide" Target="slides/slide1.xml"/><Relationship Id="rId87" Type="http://schemas.openxmlformats.org/officeDocument/2006/relationships/slide" Target="slides/slide22.xml"/><Relationship Id="rId110" Type="http://schemas.openxmlformats.org/officeDocument/2006/relationships/slide" Target="slides/slide45.xml"/><Relationship Id="rId115" Type="http://schemas.openxmlformats.org/officeDocument/2006/relationships/slide" Target="slides/slide50.xml"/><Relationship Id="rId131" Type="http://schemas.openxmlformats.org/officeDocument/2006/relationships/slide" Target="slides/slide66.xml"/><Relationship Id="rId136" Type="http://schemas.openxmlformats.org/officeDocument/2006/relationships/slide" Target="slides/slide71.xml"/><Relationship Id="rId157" Type="http://schemas.openxmlformats.org/officeDocument/2006/relationships/slide" Target="slides/slide92.xml"/><Relationship Id="rId178" Type="http://schemas.openxmlformats.org/officeDocument/2006/relationships/slide" Target="slides/slide113.xml"/><Relationship Id="rId61" Type="http://schemas.openxmlformats.org/officeDocument/2006/relationships/slideMaster" Target="slideMasters/slideMaster3.xml"/><Relationship Id="rId82" Type="http://schemas.openxmlformats.org/officeDocument/2006/relationships/slide" Target="slides/slide17.xml"/><Relationship Id="rId152" Type="http://schemas.openxmlformats.org/officeDocument/2006/relationships/slide" Target="slides/slide87.xml"/><Relationship Id="rId173" Type="http://schemas.openxmlformats.org/officeDocument/2006/relationships/slide" Target="slides/slide108.xml"/><Relationship Id="rId194" Type="http://schemas.openxmlformats.org/officeDocument/2006/relationships/slide" Target="slides/slide129.xml"/><Relationship Id="rId199" Type="http://schemas.openxmlformats.org/officeDocument/2006/relationships/handoutMaster" Target="handoutMasters/handoutMaster1.xml"/><Relationship Id="rId203" Type="http://schemas.openxmlformats.org/officeDocument/2006/relationships/theme" Target="theme/theme1.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slide" Target="slides/slide12.xml"/><Relationship Id="rId100" Type="http://schemas.openxmlformats.org/officeDocument/2006/relationships/slide" Target="slides/slide35.xml"/><Relationship Id="rId105" Type="http://schemas.openxmlformats.org/officeDocument/2006/relationships/slide" Target="slides/slide40.xml"/><Relationship Id="rId126" Type="http://schemas.openxmlformats.org/officeDocument/2006/relationships/slide" Target="slides/slide61.xml"/><Relationship Id="rId147" Type="http://schemas.openxmlformats.org/officeDocument/2006/relationships/slide" Target="slides/slide82.xml"/><Relationship Id="rId168" Type="http://schemas.openxmlformats.org/officeDocument/2006/relationships/slide" Target="slides/slide103.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slide" Target="slides/slide7.xml"/><Relationship Id="rId93" Type="http://schemas.openxmlformats.org/officeDocument/2006/relationships/slide" Target="slides/slide28.xml"/><Relationship Id="rId98" Type="http://schemas.openxmlformats.org/officeDocument/2006/relationships/slide" Target="slides/slide33.xml"/><Relationship Id="rId121" Type="http://schemas.openxmlformats.org/officeDocument/2006/relationships/slide" Target="slides/slide56.xml"/><Relationship Id="rId142" Type="http://schemas.openxmlformats.org/officeDocument/2006/relationships/slide" Target="slides/slide77.xml"/><Relationship Id="rId163" Type="http://schemas.openxmlformats.org/officeDocument/2006/relationships/slide" Target="slides/slide98.xml"/><Relationship Id="rId184" Type="http://schemas.openxmlformats.org/officeDocument/2006/relationships/slide" Target="slides/slide119.xml"/><Relationship Id="rId189" Type="http://schemas.openxmlformats.org/officeDocument/2006/relationships/slide" Target="slides/slide124.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slide" Target="slides/slide2.xml"/><Relationship Id="rId116" Type="http://schemas.openxmlformats.org/officeDocument/2006/relationships/slide" Target="slides/slide51.xml"/><Relationship Id="rId137" Type="http://schemas.openxmlformats.org/officeDocument/2006/relationships/slide" Target="slides/slide72.xml"/><Relationship Id="rId158" Type="http://schemas.openxmlformats.org/officeDocument/2006/relationships/slide" Target="slides/slide93.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slideMaster" Target="slideMasters/slideMaster4.xml"/><Relationship Id="rId83" Type="http://schemas.openxmlformats.org/officeDocument/2006/relationships/slide" Target="slides/slide18.xml"/><Relationship Id="rId88" Type="http://schemas.openxmlformats.org/officeDocument/2006/relationships/slide" Target="slides/slide23.xml"/><Relationship Id="rId111" Type="http://schemas.openxmlformats.org/officeDocument/2006/relationships/slide" Target="slides/slide46.xml"/><Relationship Id="rId132" Type="http://schemas.openxmlformats.org/officeDocument/2006/relationships/slide" Target="slides/slide67.xml"/><Relationship Id="rId153" Type="http://schemas.openxmlformats.org/officeDocument/2006/relationships/slide" Target="slides/slide88.xml"/><Relationship Id="rId174" Type="http://schemas.openxmlformats.org/officeDocument/2006/relationships/slide" Target="slides/slide109.xml"/><Relationship Id="rId179" Type="http://schemas.openxmlformats.org/officeDocument/2006/relationships/slide" Target="slides/slide114.xml"/><Relationship Id="rId195" Type="http://schemas.openxmlformats.org/officeDocument/2006/relationships/slide" Target="slides/slide130.xml"/><Relationship Id="rId190" Type="http://schemas.openxmlformats.org/officeDocument/2006/relationships/slide" Target="slides/slide125.xml"/><Relationship Id="rId204" Type="http://schemas.openxmlformats.org/officeDocument/2006/relationships/tableStyles" Target="tableStyles.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slide" Target="slides/slide41.xml"/><Relationship Id="rId127" Type="http://schemas.openxmlformats.org/officeDocument/2006/relationships/slide" Target="slides/slide62.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slide" Target="slides/slide8.xml"/><Relationship Id="rId78" Type="http://schemas.openxmlformats.org/officeDocument/2006/relationships/slide" Target="slides/slide13.xml"/><Relationship Id="rId94" Type="http://schemas.openxmlformats.org/officeDocument/2006/relationships/slide" Target="slides/slide29.xml"/><Relationship Id="rId99" Type="http://schemas.openxmlformats.org/officeDocument/2006/relationships/slide" Target="slides/slide34.xml"/><Relationship Id="rId101" Type="http://schemas.openxmlformats.org/officeDocument/2006/relationships/slide" Target="slides/slide36.xml"/><Relationship Id="rId122" Type="http://schemas.openxmlformats.org/officeDocument/2006/relationships/slide" Target="slides/slide57.xml"/><Relationship Id="rId143" Type="http://schemas.openxmlformats.org/officeDocument/2006/relationships/slide" Target="slides/slide78.xml"/><Relationship Id="rId148" Type="http://schemas.openxmlformats.org/officeDocument/2006/relationships/slide" Target="slides/slide83.xml"/><Relationship Id="rId164" Type="http://schemas.openxmlformats.org/officeDocument/2006/relationships/slide" Target="slides/slide99.xml"/><Relationship Id="rId169" Type="http://schemas.openxmlformats.org/officeDocument/2006/relationships/slide" Target="slides/slide104.xml"/><Relationship Id="rId185" Type="http://schemas.openxmlformats.org/officeDocument/2006/relationships/slide" Target="slides/slide120.xml"/><Relationship Id="rId4" Type="http://schemas.openxmlformats.org/officeDocument/2006/relationships/customXml" Target="../customXml/item4.xml"/><Relationship Id="rId9" Type="http://schemas.openxmlformats.org/officeDocument/2006/relationships/customXml" Target="../customXml/item9.xml"/><Relationship Id="rId180" Type="http://schemas.openxmlformats.org/officeDocument/2006/relationships/slide" Target="slides/slide115.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slide" Target="slides/slide3.xml"/><Relationship Id="rId89" Type="http://schemas.openxmlformats.org/officeDocument/2006/relationships/slide" Target="slides/slide24.xml"/><Relationship Id="rId112" Type="http://schemas.openxmlformats.org/officeDocument/2006/relationships/slide" Target="slides/slide47.xml"/><Relationship Id="rId133" Type="http://schemas.openxmlformats.org/officeDocument/2006/relationships/slide" Target="slides/slide68.xml"/><Relationship Id="rId154" Type="http://schemas.openxmlformats.org/officeDocument/2006/relationships/slide" Target="slides/slide89.xml"/><Relationship Id="rId175" Type="http://schemas.openxmlformats.org/officeDocument/2006/relationships/slide" Target="slides/slide110.xml"/><Relationship Id="rId196" Type="http://schemas.openxmlformats.org/officeDocument/2006/relationships/slide" Target="slides/slide131.xml"/><Relationship Id="rId200" Type="http://schemas.openxmlformats.org/officeDocument/2006/relationships/tags" Target="tags/tag1.xml"/><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slide" Target="slides/slide14.xml"/><Relationship Id="rId102" Type="http://schemas.openxmlformats.org/officeDocument/2006/relationships/slide" Target="slides/slide37.xml"/><Relationship Id="rId123" Type="http://schemas.openxmlformats.org/officeDocument/2006/relationships/slide" Target="slides/slide58.xml"/><Relationship Id="rId144" Type="http://schemas.openxmlformats.org/officeDocument/2006/relationships/slide" Target="slides/slide79.xml"/><Relationship Id="rId90" Type="http://schemas.openxmlformats.org/officeDocument/2006/relationships/slide" Target="slides/slide25.xml"/><Relationship Id="rId165" Type="http://schemas.openxmlformats.org/officeDocument/2006/relationships/slide" Target="slides/slide100.xml"/><Relationship Id="rId186" Type="http://schemas.openxmlformats.org/officeDocument/2006/relationships/slide" Target="slides/slide121.xml"/><Relationship Id="rId27" Type="http://schemas.openxmlformats.org/officeDocument/2006/relationships/customXml" Target="../customXml/item27.xml"/><Relationship Id="rId48" Type="http://schemas.openxmlformats.org/officeDocument/2006/relationships/customXml" Target="../customXml/item48.xml"/><Relationship Id="rId69" Type="http://schemas.openxmlformats.org/officeDocument/2006/relationships/slide" Target="slides/slide4.xml"/><Relationship Id="rId113" Type="http://schemas.openxmlformats.org/officeDocument/2006/relationships/slide" Target="slides/slide48.xml"/><Relationship Id="rId134" Type="http://schemas.openxmlformats.org/officeDocument/2006/relationships/slide" Target="slides/slide69.xml"/><Relationship Id="rId80" Type="http://schemas.openxmlformats.org/officeDocument/2006/relationships/slide" Target="slides/slide15.xml"/><Relationship Id="rId155" Type="http://schemas.openxmlformats.org/officeDocument/2006/relationships/slide" Target="slides/slide90.xml"/><Relationship Id="rId176" Type="http://schemas.openxmlformats.org/officeDocument/2006/relationships/slide" Target="slides/slide111.xml"/><Relationship Id="rId197" Type="http://schemas.openxmlformats.org/officeDocument/2006/relationships/slide" Target="slides/slide132.xml"/><Relationship Id="rId201" Type="http://schemas.openxmlformats.org/officeDocument/2006/relationships/presProps" Target="presProps.xml"/><Relationship Id="rId17" Type="http://schemas.openxmlformats.org/officeDocument/2006/relationships/customXml" Target="../customXml/item17.xml"/><Relationship Id="rId38" Type="http://schemas.openxmlformats.org/officeDocument/2006/relationships/customXml" Target="../customXml/item38.xml"/><Relationship Id="rId59" Type="http://schemas.openxmlformats.org/officeDocument/2006/relationships/slideMaster" Target="slideMasters/slideMaster1.xml"/><Relationship Id="rId103" Type="http://schemas.openxmlformats.org/officeDocument/2006/relationships/slide" Target="slides/slide38.xml"/><Relationship Id="rId124" Type="http://schemas.openxmlformats.org/officeDocument/2006/relationships/slide" Target="slides/slide59.xml"/><Relationship Id="rId70" Type="http://schemas.openxmlformats.org/officeDocument/2006/relationships/slide" Target="slides/slide5.xml"/><Relationship Id="rId91" Type="http://schemas.openxmlformats.org/officeDocument/2006/relationships/slide" Target="slides/slide26.xml"/><Relationship Id="rId145" Type="http://schemas.openxmlformats.org/officeDocument/2006/relationships/slide" Target="slides/slide80.xml"/><Relationship Id="rId166" Type="http://schemas.openxmlformats.org/officeDocument/2006/relationships/slide" Target="slides/slide101.xml"/><Relationship Id="rId187" Type="http://schemas.openxmlformats.org/officeDocument/2006/relationships/slide" Target="slides/slide122.xml"/><Relationship Id="rId1" Type="http://schemas.openxmlformats.org/officeDocument/2006/relationships/customXml" Target="../customXml/item1.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slide" Target="slides/slide49.xml"/><Relationship Id="rId60" Type="http://schemas.openxmlformats.org/officeDocument/2006/relationships/slideMaster" Target="slideMasters/slideMaster2.xml"/><Relationship Id="rId81" Type="http://schemas.openxmlformats.org/officeDocument/2006/relationships/slide" Target="slides/slide16.xml"/><Relationship Id="rId135" Type="http://schemas.openxmlformats.org/officeDocument/2006/relationships/slide" Target="slides/slide70.xml"/><Relationship Id="rId156" Type="http://schemas.openxmlformats.org/officeDocument/2006/relationships/slide" Target="slides/slide91.xml"/><Relationship Id="rId177" Type="http://schemas.openxmlformats.org/officeDocument/2006/relationships/slide" Target="slides/slide112.xml"/><Relationship Id="rId198" Type="http://schemas.openxmlformats.org/officeDocument/2006/relationships/notesMaster" Target="notesMasters/notesMaster1.xml"/><Relationship Id="rId202" Type="http://schemas.openxmlformats.org/officeDocument/2006/relationships/viewProps" Target="viewProps.xml"/><Relationship Id="rId18" Type="http://schemas.openxmlformats.org/officeDocument/2006/relationships/customXml" Target="../customXml/item18.xml"/><Relationship Id="rId39" Type="http://schemas.openxmlformats.org/officeDocument/2006/relationships/customXml" Target="../customXml/item39.xml"/><Relationship Id="rId50" Type="http://schemas.openxmlformats.org/officeDocument/2006/relationships/customXml" Target="../customXml/item50.xml"/><Relationship Id="rId104" Type="http://schemas.openxmlformats.org/officeDocument/2006/relationships/slide" Target="slides/slide39.xml"/><Relationship Id="rId125" Type="http://schemas.openxmlformats.org/officeDocument/2006/relationships/slide" Target="slides/slide60.xml"/><Relationship Id="rId146" Type="http://schemas.openxmlformats.org/officeDocument/2006/relationships/slide" Target="slides/slide81.xml"/><Relationship Id="rId167" Type="http://schemas.openxmlformats.org/officeDocument/2006/relationships/slide" Target="slides/slide102.xml"/><Relationship Id="rId188" Type="http://schemas.openxmlformats.org/officeDocument/2006/relationships/slide" Target="slides/slide123.xml"/><Relationship Id="rId71" Type="http://schemas.openxmlformats.org/officeDocument/2006/relationships/slide" Target="slides/slide6.xml"/><Relationship Id="rId92"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23121D-534D-C18D-86F2-F8B084E7F1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3724E421-5F99-33C1-6C60-3D67F5BBC3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11D20C-92F4-4D32-92CD-1278806BF344}" type="datetimeFigureOut">
              <a:rPr lang="zh-CN" altLang="en-US" smtClean="0"/>
              <a:t>2025/6/13</a:t>
            </a:fld>
            <a:endParaRPr lang="zh-CN" altLang="en-US"/>
          </a:p>
        </p:txBody>
      </p:sp>
      <p:sp>
        <p:nvSpPr>
          <p:cNvPr id="4" name="页脚占位符 3">
            <a:extLst>
              <a:ext uri="{FF2B5EF4-FFF2-40B4-BE49-F238E27FC236}">
                <a16:creationId xmlns:a16="http://schemas.microsoft.com/office/drawing/2014/main" id="{A4CEAC0C-2766-8EA5-AFAC-04E2AE7E12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69A8BD-4CEA-8355-A923-3DE76C6694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4D7DA4C-D0A3-441A-A01E-F1F72C62FDE0}" type="slidenum">
              <a:rPr lang="zh-CN" altLang="en-US" smtClean="0"/>
              <a:t>‹#›</a:t>
            </a:fld>
            <a:endParaRPr lang="zh-CN" altLang="en-US"/>
          </a:p>
        </p:txBody>
      </p:sp>
    </p:spTree>
    <p:extLst>
      <p:ext uri="{BB962C8B-B14F-4D97-AF65-F5344CB8AC3E}">
        <p14:creationId xmlns:p14="http://schemas.microsoft.com/office/powerpoint/2010/main" val="4930792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2025/6/12</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42801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7360-7BAB-541E-1CFA-1B10BFF860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B269A9-4B64-AD53-A0BE-27F645F727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C6DBA0-4F15-012D-68CE-FDC86CA1EBF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E9DBB6A-4E19-54B5-181F-BD570B69A7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97302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331E5-50DD-CFC8-3E87-905A3C0BD5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185C79-B779-5924-203A-587356DBFB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443FB3-79D5-DC40-6488-2FDFA1D7796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A2D9040-A701-3C97-7116-EF2B5CC4D1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52383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331E5-50DD-CFC8-3E87-905A3C0BD5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185C79-B779-5924-203A-587356DBFB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443FB3-79D5-DC40-6488-2FDFA1D7796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A2D9040-A701-3C97-7116-EF2B5CC4D1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67159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C9584-5FF2-F3A4-919C-6129B84742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3C1B09-62C1-D9C2-42C7-A14D1BFA13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7F271A-72CF-1AF6-8565-AB2581226A0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3CE4B91-2E83-1037-417A-80BABD6089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43800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42439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20CB4-51A6-4F02-C547-FFDE04C34E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C514EE-5396-22A0-0DA0-7068733F4D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FB0E67-63B4-38E8-AC8D-D15512C3160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F18D628-B8C4-6701-DDD4-82FFF14541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95227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38028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内容页">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ED916A-3E34-4B9E-8F9F-7A8921A30F99}"/>
              </a:ext>
            </a:extLst>
          </p:cNvPr>
          <p:cNvSpPr>
            <a:spLocks noGrp="1"/>
          </p:cNvSpPr>
          <p:nvPr>
            <p:ph idx="1" hasCustomPrompt="1"/>
          </p:nvPr>
        </p:nvSpPr>
        <p:spPr>
          <a:xfrm>
            <a:off x="576200" y="956244"/>
            <a:ext cx="11060481" cy="5331825"/>
          </a:xfrm>
          <a:prstGeom prst="rect">
            <a:avLst/>
          </a:prstGeom>
        </p:spPr>
        <p:txBody>
          <a:bodyPr/>
          <a:lstStyle>
            <a:lvl1pPr marL="0" indent="0">
              <a:lnSpc>
                <a:spcPct val="150000"/>
              </a:lnSpc>
              <a:buNone/>
              <a:defRPr sz="1600"/>
            </a:lvl1pPr>
          </a:lstStyle>
          <a:p>
            <a:pPr lvl="0"/>
            <a:r>
              <a:rPr lang="zh-CN" altLang="en-US"/>
              <a:t>单击此处编辑内容</a:t>
            </a:r>
            <a:endParaRPr lang="zh-CN" altLang="en-US" dirty="0"/>
          </a:p>
        </p:txBody>
      </p:sp>
      <p:sp>
        <p:nvSpPr>
          <p:cNvPr id="8" name="标题 7">
            <a:extLst>
              <a:ext uri="{FF2B5EF4-FFF2-40B4-BE49-F238E27FC236}">
                <a16:creationId xmlns:a16="http://schemas.microsoft.com/office/drawing/2014/main" id="{E0BD5DE7-58FF-A736-CEC2-C49FBA5469E8}"/>
              </a:ext>
            </a:extLst>
          </p:cNvPr>
          <p:cNvSpPr>
            <a:spLocks noGrp="1"/>
          </p:cNvSpPr>
          <p:nvPr>
            <p:ph type="title"/>
          </p:nvPr>
        </p:nvSpPr>
        <p:spPr>
          <a:xfrm>
            <a:off x="576198" y="336402"/>
            <a:ext cx="10747497" cy="474415"/>
          </a:xfrm>
          <a:prstGeom prst="rect">
            <a:avLst/>
          </a:prstGeom>
        </p:spPr>
        <p:txBody>
          <a:bodyPr/>
          <a:lstStyle>
            <a:lvl1pPr>
              <a:lnSpc>
                <a:spcPct val="100000"/>
              </a:lnSpc>
              <a:defRPr sz="2400">
                <a:solidFill>
                  <a:schemeClr val="accent1"/>
                </a:solidFill>
              </a:defRPr>
            </a:lvl1pPr>
          </a:lstStyle>
          <a:p>
            <a:r>
              <a:rPr lang="zh-CN" altLang="en-US"/>
              <a:t>单击此处编辑母版标题样式</a:t>
            </a:r>
          </a:p>
        </p:txBody>
      </p:sp>
      <p:sp>
        <p:nvSpPr>
          <p:cNvPr id="47" name="椭圆 46">
            <a:extLst>
              <a:ext uri="{FF2B5EF4-FFF2-40B4-BE49-F238E27FC236}">
                <a16:creationId xmlns:a16="http://schemas.microsoft.com/office/drawing/2014/main" id="{2828A69B-715F-4EF1-58FB-A763C01CE99E}"/>
              </a:ext>
            </a:extLst>
          </p:cNvPr>
          <p:cNvSpPr/>
          <p:nvPr userDrawn="1"/>
        </p:nvSpPr>
        <p:spPr>
          <a:xfrm>
            <a:off x="221807"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8" name="椭圆 47">
            <a:extLst>
              <a:ext uri="{FF2B5EF4-FFF2-40B4-BE49-F238E27FC236}">
                <a16:creationId xmlns:a16="http://schemas.microsoft.com/office/drawing/2014/main" id="{D09C51A0-F849-48A7-BC23-68B1480BCFBA}"/>
              </a:ext>
            </a:extLst>
          </p:cNvPr>
          <p:cNvSpPr/>
          <p:nvPr userDrawn="1"/>
        </p:nvSpPr>
        <p:spPr>
          <a:xfrm>
            <a:off x="293859" y="224695"/>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82374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7" y="335206"/>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7"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9" y="224695"/>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3257642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71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4"/>
            <a:ext cx="201683" cy="201683"/>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9" y="316673"/>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80" y="423788"/>
            <a:ext cx="201683" cy="201683"/>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4"/>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6" y="308770"/>
            <a:ext cx="1212683" cy="453281"/>
            <a:chOff x="532462" y="1628775"/>
            <a:chExt cx="1212682"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4" cy="400110"/>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案例</a:t>
              </a:r>
              <a:endParaRPr lang="zh-CN" altLang="en-US" sz="2000" b="0"/>
            </a:p>
          </p:txBody>
        </p:sp>
      </p:grpSp>
    </p:spTree>
    <p:extLst>
      <p:ext uri="{BB962C8B-B14F-4D97-AF65-F5344CB8AC3E}">
        <p14:creationId xmlns:p14="http://schemas.microsoft.com/office/powerpoint/2010/main" val="367163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4"/>
            <a:ext cx="201683" cy="201683"/>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9" y="316673"/>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80" y="423788"/>
            <a:ext cx="201683" cy="201683"/>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4"/>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6" y="308770"/>
            <a:ext cx="1212683" cy="453281"/>
            <a:chOff x="532462" y="1628775"/>
            <a:chExt cx="1212682"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4" cy="400110"/>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ea typeface="Alibaba PuHuiTi B" pitchFamily="18" charset="-122"/>
                </a:rPr>
                <a:t>步骤</a:t>
              </a:r>
              <a:endParaRPr lang="zh-CN" altLang="en-US" sz="2000" b="0"/>
            </a:p>
          </p:txBody>
        </p:sp>
      </p:grpSp>
    </p:spTree>
    <p:extLst>
      <p:ext uri="{BB962C8B-B14F-4D97-AF65-F5344CB8AC3E}">
        <p14:creationId xmlns:p14="http://schemas.microsoft.com/office/powerpoint/2010/main" val="180155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4"/>
            <a:ext cx="201683" cy="201683"/>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9" y="316673"/>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80" y="423788"/>
            <a:ext cx="201683" cy="201683"/>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4"/>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6" y="308770"/>
            <a:ext cx="1212683" cy="453281"/>
            <a:chOff x="532462" y="1628775"/>
            <a:chExt cx="1212682"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4" cy="400110"/>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练习</a:t>
              </a:r>
              <a:endParaRPr lang="zh-CN" altLang="en-US" sz="2000" b="0"/>
            </a:p>
          </p:txBody>
        </p:sp>
      </p:grpSp>
    </p:spTree>
    <p:extLst>
      <p:ext uri="{BB962C8B-B14F-4D97-AF65-F5344CB8AC3E}">
        <p14:creationId xmlns:p14="http://schemas.microsoft.com/office/powerpoint/2010/main" val="339810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8EA5F5-EE94-4024-E6F6-17ED7A77B91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99334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9296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小结页2">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8" y="1359881"/>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3" y="2905780"/>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BRIEF</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8" y="3075057"/>
            <a:ext cx="1210588"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762237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21" name="椭圆 20">
            <a:extLst>
              <a:ext uri="{FF2B5EF4-FFF2-40B4-BE49-F238E27FC236}">
                <a16:creationId xmlns:a16="http://schemas.microsoft.com/office/drawing/2014/main" id="{A2C6D317-56F4-9711-5A26-95000236D36F}"/>
              </a:ext>
            </a:extLst>
          </p:cNvPr>
          <p:cNvSpPr/>
          <p:nvPr userDrawn="1"/>
        </p:nvSpPr>
        <p:spPr>
          <a:xfrm>
            <a:off x="375011" y="1961115"/>
            <a:ext cx="220344" cy="22034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8" name="椭圆 17">
            <a:extLst>
              <a:ext uri="{FF2B5EF4-FFF2-40B4-BE49-F238E27FC236}">
                <a16:creationId xmlns:a16="http://schemas.microsoft.com/office/drawing/2014/main" id="{9B200C4C-3F9D-867C-E497-ADCB7E43A5BB}"/>
              </a:ext>
            </a:extLst>
          </p:cNvPr>
          <p:cNvSpPr/>
          <p:nvPr userDrawn="1"/>
        </p:nvSpPr>
        <p:spPr>
          <a:xfrm>
            <a:off x="2838086" y="-2028162"/>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椭圆 16">
            <a:extLst>
              <a:ext uri="{FF2B5EF4-FFF2-40B4-BE49-F238E27FC236}">
                <a16:creationId xmlns:a16="http://schemas.microsoft.com/office/drawing/2014/main" id="{4824A05E-CCAC-E012-444F-D8238FD3ABEF}"/>
              </a:ext>
            </a:extLst>
          </p:cNvPr>
          <p:cNvSpPr/>
          <p:nvPr userDrawn="1"/>
        </p:nvSpPr>
        <p:spPr>
          <a:xfrm>
            <a:off x="4568598" y="-297650"/>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6" name="椭圆 15">
            <a:extLst>
              <a:ext uri="{FF2B5EF4-FFF2-40B4-BE49-F238E27FC236}">
                <a16:creationId xmlns:a16="http://schemas.microsoft.com/office/drawing/2014/main" id="{AC93AF0E-4B39-C67D-D03D-00737E937EE7}"/>
              </a:ext>
            </a:extLst>
          </p:cNvPr>
          <p:cNvSpPr/>
          <p:nvPr userDrawn="1"/>
        </p:nvSpPr>
        <p:spPr>
          <a:xfrm>
            <a:off x="6170530" y="1304283"/>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2" y="2220689"/>
            <a:ext cx="10858500" cy="869023"/>
          </a:xfrm>
          <a:prstGeom prst="rect">
            <a:avLst/>
          </a:prstGeom>
        </p:spPr>
        <p:txBody>
          <a:bodyPr vert="horz" lIns="91440" tIns="45720" rIns="91440" bIns="45720" rtlCol="0" anchor="b">
            <a:normAutofit/>
          </a:bodyPr>
          <a:lstStyle>
            <a:lvl1pPr>
              <a:defRPr lang="zh-CN" altLang="en-US" sz="4800" b="1" dirty="0">
                <a:solidFill>
                  <a:schemeClr val="accent1"/>
                </a:solidFill>
              </a:defRPr>
            </a:lvl1pPr>
          </a:lstStyle>
          <a:p>
            <a:pPr lvl="0" defTabSz="914309"/>
            <a:r>
              <a:rPr lang="zh-CN" altLang="en-US"/>
              <a:t>点击输入一级标题</a:t>
            </a:r>
            <a:endParaRPr lang="zh-CN" altLang="en-US" dirty="0"/>
          </a:p>
        </p:txBody>
      </p:sp>
      <p:grpSp>
        <p:nvGrpSpPr>
          <p:cNvPr id="6" name="íS1iďê">
            <a:extLst>
              <a:ext uri="{FF2B5EF4-FFF2-40B4-BE49-F238E27FC236}">
                <a16:creationId xmlns:a16="http://schemas.microsoft.com/office/drawing/2014/main" id="{4883F772-DFB6-F082-E942-F47544710FF8}"/>
              </a:ext>
            </a:extLst>
          </p:cNvPr>
          <p:cNvGrpSpPr/>
          <p:nvPr userDrawn="1"/>
        </p:nvGrpSpPr>
        <p:grpSpPr>
          <a:xfrm>
            <a:off x="7262969" y="2396724"/>
            <a:ext cx="435739" cy="435739"/>
            <a:chOff x="7101141" y="4197557"/>
            <a:chExt cx="435738" cy="435738"/>
          </a:xfrm>
        </p:grpSpPr>
        <p:sp>
          <p:nvSpPr>
            <p:cNvPr id="11" name="iS1íḓê">
              <a:extLst>
                <a:ext uri="{FF2B5EF4-FFF2-40B4-BE49-F238E27FC236}">
                  <a16:creationId xmlns:a16="http://schemas.microsoft.com/office/drawing/2014/main" id="{6F73DB22-8BD9-67FD-6EBE-B56D6BF83FC2}"/>
                </a:ext>
              </a:extLst>
            </p:cNvPr>
            <p:cNvSpPr/>
            <p:nvPr/>
          </p:nvSpPr>
          <p:spPr>
            <a:xfrm>
              <a:off x="7101141" y="4197557"/>
              <a:ext cx="435738" cy="435738"/>
            </a:xfrm>
            <a:prstGeom prst="ellipse">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2" name="î$ľiḓe">
              <a:extLst>
                <a:ext uri="{FF2B5EF4-FFF2-40B4-BE49-F238E27FC236}">
                  <a16:creationId xmlns:a16="http://schemas.microsoft.com/office/drawing/2014/main" id="{82339D60-0D0F-E0A8-9FEF-57B1B018D0C7}"/>
                </a:ext>
              </a:extLst>
            </p:cNvPr>
            <p:cNvSpPr/>
            <p:nvPr userDrawn="1"/>
          </p:nvSpPr>
          <p:spPr>
            <a:xfrm>
              <a:off x="7252642" y="4348192"/>
              <a:ext cx="132735" cy="1327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sp>
        <p:nvSpPr>
          <p:cNvPr id="8" name="文本占位符 7">
            <a:extLst>
              <a:ext uri="{FF2B5EF4-FFF2-40B4-BE49-F238E27FC236}">
                <a16:creationId xmlns:a16="http://schemas.microsoft.com/office/drawing/2014/main" id="{FC241F82-E1B0-0249-A9D6-2656A3C64CB7}"/>
              </a:ext>
            </a:extLst>
          </p:cNvPr>
          <p:cNvSpPr>
            <a:spLocks noGrp="1"/>
          </p:cNvSpPr>
          <p:nvPr>
            <p:ph type="body" sz="quarter" idx="10" hasCustomPrompt="1"/>
          </p:nvPr>
        </p:nvSpPr>
        <p:spPr>
          <a:xfrm>
            <a:off x="660401" y="3586893"/>
            <a:ext cx="4486275" cy="563563"/>
          </a:xfrm>
          <a:prstGeom prst="rect">
            <a:avLst/>
          </a:prstGeom>
        </p:spPr>
        <p:txBody>
          <a:bodyPr/>
          <a:lstStyle>
            <a:lvl1pPr marL="0" indent="0">
              <a:buNone/>
              <a:defRPr sz="2400"/>
            </a:lvl1pPr>
          </a:lstStyle>
          <a:p>
            <a:pPr lvl="0"/>
            <a:r>
              <a:rPr lang="zh-CN" altLang="en-US"/>
              <a:t>点击输入副标题</a:t>
            </a:r>
          </a:p>
        </p:txBody>
      </p:sp>
      <p:sp>
        <p:nvSpPr>
          <p:cNvPr id="20" name="椭圆 19">
            <a:extLst>
              <a:ext uri="{FF2B5EF4-FFF2-40B4-BE49-F238E27FC236}">
                <a16:creationId xmlns:a16="http://schemas.microsoft.com/office/drawing/2014/main" id="{EF4E1EF7-DD7F-C77D-A571-C682C80AC047}"/>
              </a:ext>
            </a:extLst>
          </p:cNvPr>
          <p:cNvSpPr/>
          <p:nvPr userDrawn="1"/>
        </p:nvSpPr>
        <p:spPr>
          <a:xfrm>
            <a:off x="485184" y="1962437"/>
            <a:ext cx="350435" cy="35043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2" name="文本框 21">
            <a:extLst>
              <a:ext uri="{FF2B5EF4-FFF2-40B4-BE49-F238E27FC236}">
                <a16:creationId xmlns:a16="http://schemas.microsoft.com/office/drawing/2014/main" id="{B3C9B1B7-3BA3-1D3F-637E-1B77EAD927E4}"/>
              </a:ext>
            </a:extLst>
          </p:cNvPr>
          <p:cNvSpPr txBox="1"/>
          <p:nvPr userDrawn="1"/>
        </p:nvSpPr>
        <p:spPr>
          <a:xfrm>
            <a:off x="660399" y="6111674"/>
            <a:ext cx="8065704" cy="246221"/>
          </a:xfrm>
          <a:prstGeom prst="rect">
            <a:avLst/>
          </a:prstGeom>
          <a:noFill/>
        </p:spPr>
        <p:txBody>
          <a:bodyPr wrap="square" rtlCol="0">
            <a:spAutoFit/>
          </a:bodyPr>
          <a:lstStyle/>
          <a:p>
            <a:r>
              <a:rPr lang="zh-CN" altLang="en-US" sz="1000" i="0">
                <a:solidFill>
                  <a:schemeClr val="bg1">
                    <a:lumMod val="50000"/>
                  </a:schemeClr>
                </a:solidFill>
                <a:latin typeface="楷体" panose="02010609060101010101" pitchFamily="49" charset="-122"/>
                <a:ea typeface="楷体" panose="02010609060101010101" pitchFamily="49" charset="-122"/>
              </a:rPr>
              <a:t>多一句没有，少一句不行，用更短的时间，教会更实用的技术</a:t>
            </a:r>
          </a:p>
        </p:txBody>
      </p:sp>
      <p:sp>
        <p:nvSpPr>
          <p:cNvPr id="23" name="矩形 22">
            <a:extLst>
              <a:ext uri="{FF2B5EF4-FFF2-40B4-BE49-F238E27FC236}">
                <a16:creationId xmlns:a16="http://schemas.microsoft.com/office/drawing/2014/main" id="{976DEFC5-AB31-715D-5481-255694BCA629}"/>
              </a:ext>
            </a:extLst>
          </p:cNvPr>
          <p:cNvSpPr/>
          <p:nvPr userDrawn="1"/>
        </p:nvSpPr>
        <p:spPr>
          <a:xfrm>
            <a:off x="720619" y="5942538"/>
            <a:ext cx="2001676" cy="63628"/>
          </a:xfrm>
          <a:prstGeom prst="rect">
            <a:avLst/>
          </a:prstGeom>
          <a:gradFill flip="none" rotWithShape="1">
            <a:gsLst>
              <a:gs pos="0">
                <a:schemeClr val="bg1"/>
              </a:gs>
              <a:gs pos="50000">
                <a:schemeClr val="accent1"/>
              </a:gs>
              <a:gs pos="100000">
                <a:schemeClr val="accent1">
                  <a:shade val="100000"/>
                  <a:satMod val="11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13" name="iSľîďé">
            <a:extLst>
              <a:ext uri="{FF2B5EF4-FFF2-40B4-BE49-F238E27FC236}">
                <a16:creationId xmlns:a16="http://schemas.microsoft.com/office/drawing/2014/main" id="{29F34751-B9FF-378D-D7A3-B7B27A91478D}"/>
              </a:ext>
            </a:extLst>
          </p:cNvPr>
          <p:cNvCxnSpPr>
            <a:cxnSpLocks/>
          </p:cNvCxnSpPr>
          <p:nvPr userDrawn="1"/>
        </p:nvCxnSpPr>
        <p:spPr>
          <a:xfrm>
            <a:off x="7858834" y="2124884"/>
            <a:ext cx="129159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íşľíďe">
            <a:extLst>
              <a:ext uri="{FF2B5EF4-FFF2-40B4-BE49-F238E27FC236}">
                <a16:creationId xmlns:a16="http://schemas.microsoft.com/office/drawing/2014/main" id="{C37184BC-D315-706A-20DF-529BAFF1993E}"/>
              </a:ext>
            </a:extLst>
          </p:cNvPr>
          <p:cNvSpPr txBox="1"/>
          <p:nvPr userDrawn="1"/>
        </p:nvSpPr>
        <p:spPr>
          <a:xfrm>
            <a:off x="8399533" y="1847887"/>
            <a:ext cx="1366080" cy="307777"/>
          </a:xfrm>
          <a:prstGeom prst="rect">
            <a:avLst/>
          </a:prstGeom>
          <a:noFill/>
        </p:spPr>
        <p:txBody>
          <a:bodyPr wrap="none" rtlCol="0">
            <a:spAutoFit/>
          </a:bodyPr>
          <a:lstStyle/>
          <a:p>
            <a:r>
              <a:rPr lang="en-US" altLang="zh-CN" sz="1400" b="1">
                <a:solidFill>
                  <a:schemeClr val="accent1"/>
                </a:solidFill>
              </a:rPr>
              <a:t>AI Copilot </a:t>
            </a:r>
            <a:endParaRPr lang="zh-CN" altLang="en-US" sz="1400" b="1" dirty="0">
              <a:solidFill>
                <a:schemeClr val="accent1"/>
              </a:solidFill>
            </a:endParaRPr>
          </a:p>
        </p:txBody>
      </p:sp>
      <p:cxnSp>
        <p:nvCxnSpPr>
          <p:cNvPr id="15" name="îṣ1iďé">
            <a:extLst>
              <a:ext uri="{FF2B5EF4-FFF2-40B4-BE49-F238E27FC236}">
                <a16:creationId xmlns:a16="http://schemas.microsoft.com/office/drawing/2014/main" id="{E9D012F5-DFB7-A078-3B1C-F9FE02E47E91}"/>
              </a:ext>
            </a:extLst>
          </p:cNvPr>
          <p:cNvCxnSpPr/>
          <p:nvPr userDrawn="1"/>
        </p:nvCxnSpPr>
        <p:spPr>
          <a:xfrm flipV="1">
            <a:off x="7550307" y="2124884"/>
            <a:ext cx="308527" cy="26631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61E490B8-2AEA-ACCD-9526-01BED78DEB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564276" flipH="1" flipV="1">
            <a:off x="3592764" y="481457"/>
            <a:ext cx="9317253" cy="6210881"/>
          </a:xfrm>
          <a:prstGeom prst="rect">
            <a:avLst/>
          </a:prstGeom>
        </p:spPr>
      </p:pic>
      <p:sp>
        <p:nvSpPr>
          <p:cNvPr id="3" name="圆角矩形 3">
            <a:extLst>
              <a:ext uri="{FF2B5EF4-FFF2-40B4-BE49-F238E27FC236}">
                <a16:creationId xmlns:a16="http://schemas.microsoft.com/office/drawing/2014/main" id="{CFB6AB88-6F2B-FA25-A5B2-382CF4A19CD6}"/>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5" name="图片 1">
            <a:extLst>
              <a:ext uri="{FF2B5EF4-FFF2-40B4-BE49-F238E27FC236}">
                <a16:creationId xmlns:a16="http://schemas.microsoft.com/office/drawing/2014/main" id="{5274E830-1462-A24C-6AF5-F8C8CFA8F02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8541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完结">
    <p:spTree>
      <p:nvGrpSpPr>
        <p:cNvPr id="1" name=""/>
        <p:cNvGrpSpPr/>
        <p:nvPr/>
      </p:nvGrpSpPr>
      <p:grpSpPr>
        <a:xfrm>
          <a:off x="0" y="0"/>
          <a:ext cx="0" cy="0"/>
          <a:chOff x="0" y="0"/>
          <a:chExt cx="0" cy="0"/>
        </a:xfrm>
      </p:grpSpPr>
      <p:sp>
        <p:nvSpPr>
          <p:cNvPr id="36" name="椭圆 35">
            <a:extLst>
              <a:ext uri="{FF2B5EF4-FFF2-40B4-BE49-F238E27FC236}">
                <a16:creationId xmlns:a16="http://schemas.microsoft.com/office/drawing/2014/main" id="{9C7E64E7-1F0A-79D2-A263-3605467F0B51}"/>
              </a:ext>
            </a:extLst>
          </p:cNvPr>
          <p:cNvSpPr/>
          <p:nvPr userDrawn="1"/>
        </p:nvSpPr>
        <p:spPr>
          <a:xfrm>
            <a:off x="1367630" y="-121375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7" name="椭圆 36">
            <a:extLst>
              <a:ext uri="{FF2B5EF4-FFF2-40B4-BE49-F238E27FC236}">
                <a16:creationId xmlns:a16="http://schemas.microsoft.com/office/drawing/2014/main" id="{C8A0D84D-155A-2194-ED3A-5A7CB9A4B72A}"/>
              </a:ext>
            </a:extLst>
          </p:cNvPr>
          <p:cNvSpPr/>
          <p:nvPr userDrawn="1"/>
        </p:nvSpPr>
        <p:spPr>
          <a:xfrm>
            <a:off x="3098142" y="516759"/>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8" name="椭圆 37">
            <a:extLst>
              <a:ext uri="{FF2B5EF4-FFF2-40B4-BE49-F238E27FC236}">
                <a16:creationId xmlns:a16="http://schemas.microsoft.com/office/drawing/2014/main" id="{0F7740DA-4F67-1648-9FE7-BA25A7F2910D}"/>
              </a:ext>
            </a:extLst>
          </p:cNvPr>
          <p:cNvSpPr/>
          <p:nvPr userDrawn="1"/>
        </p:nvSpPr>
        <p:spPr>
          <a:xfrm>
            <a:off x="4700074" y="21186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1" name="iṩ1iḍé">
            <a:extLst>
              <a:ext uri="{FF2B5EF4-FFF2-40B4-BE49-F238E27FC236}">
                <a16:creationId xmlns:a16="http://schemas.microsoft.com/office/drawing/2014/main" id="{7F87E56D-6D24-DF28-4A8B-DD94A5588CCD}"/>
              </a:ext>
            </a:extLst>
          </p:cNvPr>
          <p:cNvSpPr/>
          <p:nvPr userDrawn="1"/>
        </p:nvSpPr>
        <p:spPr>
          <a:xfrm>
            <a:off x="0" y="2689967"/>
            <a:ext cx="12192000" cy="1478071"/>
          </a:xfrm>
          <a:prstGeom prst="rect">
            <a:avLst/>
          </a:prstGeom>
          <a:gradFill flip="none" rotWithShape="1">
            <a:gsLst>
              <a:gs pos="0">
                <a:schemeClr val="accent1"/>
              </a:gs>
              <a:gs pos="90000">
                <a:schemeClr val="accent1"/>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dirty="0"/>
          </a:p>
        </p:txBody>
      </p:sp>
      <p:grpSp>
        <p:nvGrpSpPr>
          <p:cNvPr id="32" name="组合 31">
            <a:extLst>
              <a:ext uri="{FF2B5EF4-FFF2-40B4-BE49-F238E27FC236}">
                <a16:creationId xmlns:a16="http://schemas.microsoft.com/office/drawing/2014/main" id="{57CD92EE-FE45-4CC1-22A5-2D2AFAEDCC3F}"/>
              </a:ext>
            </a:extLst>
          </p:cNvPr>
          <p:cNvGrpSpPr/>
          <p:nvPr userDrawn="1"/>
        </p:nvGrpSpPr>
        <p:grpSpPr>
          <a:xfrm>
            <a:off x="3131927" y="2916811"/>
            <a:ext cx="4953839" cy="853925"/>
            <a:chOff x="3131925" y="2844887"/>
            <a:chExt cx="4953838" cy="853924"/>
          </a:xfrm>
        </p:grpSpPr>
        <p:pic>
          <p:nvPicPr>
            <p:cNvPr id="33" name="图片 1">
              <a:extLst>
                <a:ext uri="{FF2B5EF4-FFF2-40B4-BE49-F238E27FC236}">
                  <a16:creationId xmlns:a16="http://schemas.microsoft.com/office/drawing/2014/main" id="{C64F9D38-0ED4-99F8-903A-45555ADF80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627"/>
            <a:stretch/>
          </p:blipFill>
          <p:spPr bwMode="auto">
            <a:xfrm>
              <a:off x="3131925" y="2844887"/>
              <a:ext cx="2948463" cy="8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直接连接符 33">
              <a:extLst>
                <a:ext uri="{FF2B5EF4-FFF2-40B4-BE49-F238E27FC236}">
                  <a16:creationId xmlns:a16="http://schemas.microsoft.com/office/drawing/2014/main" id="{C2C68E28-2375-6922-E133-284E7821B447}"/>
                </a:ext>
              </a:extLst>
            </p:cNvPr>
            <p:cNvCxnSpPr>
              <a:cxnSpLocks/>
            </p:cNvCxnSpPr>
            <p:nvPr userDrawn="1"/>
          </p:nvCxnSpPr>
          <p:spPr>
            <a:xfrm>
              <a:off x="6010382" y="3154751"/>
              <a:ext cx="0" cy="380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C7DE38E-8849-1998-75E8-89E432D90EBE}"/>
                </a:ext>
              </a:extLst>
            </p:cNvPr>
            <p:cNvSpPr txBox="1"/>
            <p:nvPr userDrawn="1"/>
          </p:nvSpPr>
          <p:spPr>
            <a:xfrm>
              <a:off x="6096001" y="3021657"/>
              <a:ext cx="1989762" cy="508087"/>
            </a:xfrm>
            <a:prstGeom prst="rect">
              <a:avLst/>
            </a:prstGeom>
            <a:noFill/>
          </p:spPr>
          <p:txBody>
            <a:bodyPr wrap="square" rtlCol="0">
              <a:spAutoFit/>
            </a:bodyPr>
            <a:lstStyle/>
            <a:p>
              <a:r>
                <a:rPr lang="zh-CN" altLang="en-US"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传智教育旗下</a:t>
              </a:r>
              <a:endParaRPr lang="en-US" altLang="zh-CN"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endParaRPr>
            </a:p>
            <a:p>
              <a:r>
                <a:rPr lang="zh-CN" altLang="en-US"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高端</a:t>
              </a:r>
              <a:r>
                <a:rPr lang="en-US" altLang="zh-CN"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IT</a:t>
              </a:r>
              <a:r>
                <a:rPr lang="zh-CN" altLang="en-US"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教育品牌</a:t>
              </a:r>
            </a:p>
          </p:txBody>
        </p:sp>
      </p:grpSp>
    </p:spTree>
    <p:extLst>
      <p:ext uri="{BB962C8B-B14F-4D97-AF65-F5344CB8AC3E}">
        <p14:creationId xmlns:p14="http://schemas.microsoft.com/office/powerpoint/2010/main" val="3497003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19" name="椭圆 18">
            <a:extLst>
              <a:ext uri="{FF2B5EF4-FFF2-40B4-BE49-F238E27FC236}">
                <a16:creationId xmlns:a16="http://schemas.microsoft.com/office/drawing/2014/main" id="{C3296A99-F5C4-3E6A-FF6E-4852C12DEE94}"/>
              </a:ext>
            </a:extLst>
          </p:cNvPr>
          <p:cNvSpPr/>
          <p:nvPr userDrawn="1"/>
        </p:nvSpPr>
        <p:spPr>
          <a:xfrm>
            <a:off x="5164772" y="3294163"/>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iS1íḓê">
            <a:extLst>
              <a:ext uri="{FF2B5EF4-FFF2-40B4-BE49-F238E27FC236}">
                <a16:creationId xmlns:a16="http://schemas.microsoft.com/office/drawing/2014/main" id="{2B661CB4-3CBD-5C2B-5102-A013FB7A719E}"/>
              </a:ext>
            </a:extLst>
          </p:cNvPr>
          <p:cNvSpPr/>
          <p:nvPr/>
        </p:nvSpPr>
        <p:spPr>
          <a:xfrm>
            <a:off x="4465023" y="2360166"/>
            <a:ext cx="1119535" cy="11195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3">
            <a:extLst>
              <a:ext uri="{FF2B5EF4-FFF2-40B4-BE49-F238E27FC236}">
                <a16:creationId xmlns:a16="http://schemas.microsoft.com/office/drawing/2014/main" id="{3EC6ED1A-7B72-CBE7-8DC0-8CA41549B762}"/>
              </a:ext>
            </a:extLst>
          </p:cNvPr>
          <p:cNvSpPr>
            <a:spLocks noGrp="1"/>
          </p:cNvSpPr>
          <p:nvPr>
            <p:ph type="body" sz="quarter" idx="13" hasCustomPrompt="1"/>
          </p:nvPr>
        </p:nvSpPr>
        <p:spPr>
          <a:xfrm>
            <a:off x="6114165" y="2469083"/>
            <a:ext cx="3397251" cy="901700"/>
          </a:xfrm>
          <a:prstGeom prst="rect">
            <a:avLst/>
          </a:prstGeom>
        </p:spPr>
        <p:txBody>
          <a:bodyPr anchor="ctr"/>
          <a:lstStyle>
            <a:lvl1pPr marL="0" indent="0">
              <a:lnSpc>
                <a:spcPct val="100000"/>
              </a:lnSpc>
              <a:buNone/>
              <a:defRPr sz="3600">
                <a:latin typeface="+mj-ea"/>
                <a:ea typeface="+mj-ea"/>
              </a:defRPr>
            </a:lvl1pPr>
          </a:lstStyle>
          <a:p>
            <a:pPr lvl="0"/>
            <a:r>
              <a:rPr lang="zh-CN" altLang="en-US"/>
              <a:t>章节标题</a:t>
            </a:r>
          </a:p>
        </p:txBody>
      </p:sp>
      <p:sp>
        <p:nvSpPr>
          <p:cNvPr id="7" name="文本占位符 6">
            <a:extLst>
              <a:ext uri="{FF2B5EF4-FFF2-40B4-BE49-F238E27FC236}">
                <a16:creationId xmlns:a16="http://schemas.microsoft.com/office/drawing/2014/main" id="{AF3EC600-D80B-73CA-E06E-8768FDEAA47B}"/>
              </a:ext>
            </a:extLst>
          </p:cNvPr>
          <p:cNvSpPr>
            <a:spLocks noGrp="1"/>
          </p:cNvSpPr>
          <p:nvPr>
            <p:ph type="body" sz="quarter" idx="14" hasCustomPrompt="1"/>
          </p:nvPr>
        </p:nvSpPr>
        <p:spPr>
          <a:xfrm>
            <a:off x="4582325" y="2679427"/>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2433029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带目录章节">
    <p:spTree>
      <p:nvGrpSpPr>
        <p:cNvPr id="1" name=""/>
        <p:cNvGrpSpPr/>
        <p:nvPr/>
      </p:nvGrpSpPr>
      <p:grpSpPr>
        <a:xfrm>
          <a:off x="0" y="0"/>
          <a:ext cx="0" cy="0"/>
          <a:chOff x="0" y="0"/>
          <a:chExt cx="0" cy="0"/>
        </a:xfrm>
      </p:grpSpPr>
      <p:sp>
        <p:nvSpPr>
          <p:cNvPr id="5" name="文本占位符 3">
            <a:extLst>
              <a:ext uri="{FF2B5EF4-FFF2-40B4-BE49-F238E27FC236}">
                <a16:creationId xmlns:a16="http://schemas.microsoft.com/office/drawing/2014/main" id="{3AF24492-4E99-231B-3CC0-5126876878AA}"/>
              </a:ext>
            </a:extLst>
          </p:cNvPr>
          <p:cNvSpPr>
            <a:spLocks noGrp="1"/>
          </p:cNvSpPr>
          <p:nvPr>
            <p:ph type="body" sz="quarter" idx="11" hasCustomPrompt="1"/>
          </p:nvPr>
        </p:nvSpPr>
        <p:spPr>
          <a:xfrm>
            <a:off x="6115249" y="2203928"/>
            <a:ext cx="3484715" cy="668339"/>
          </a:xfrm>
          <a:prstGeom prst="rect">
            <a:avLst/>
          </a:prstGeom>
          <a:ln>
            <a:noFill/>
          </a:ln>
        </p:spPr>
        <p:txBody>
          <a:bodyPr anchor="ctr"/>
          <a:lstStyle>
            <a:lvl1pPr marL="0" indent="0" algn="l">
              <a:lnSpc>
                <a:spcPct val="100000"/>
              </a:lnSpc>
              <a:buNone/>
              <a:defRPr sz="3600">
                <a:solidFill>
                  <a:schemeClr val="tx1"/>
                </a:solidFill>
                <a:latin typeface="+mj-ea"/>
                <a:ea typeface="+mj-ea"/>
              </a:defRPr>
            </a:lvl1pPr>
          </a:lstStyle>
          <a:p>
            <a:pPr lvl="0"/>
            <a:r>
              <a:rPr lang="zh-CN" altLang="en-US"/>
              <a:t>章节标题</a:t>
            </a:r>
          </a:p>
        </p:txBody>
      </p:sp>
      <p:sp>
        <p:nvSpPr>
          <p:cNvPr id="2" name="文本占位符 25">
            <a:extLst>
              <a:ext uri="{FF2B5EF4-FFF2-40B4-BE49-F238E27FC236}">
                <a16:creationId xmlns:a16="http://schemas.microsoft.com/office/drawing/2014/main" id="{16A7C205-45D1-F79D-939F-C8FE0D7B4EFC}"/>
              </a:ext>
            </a:extLst>
          </p:cNvPr>
          <p:cNvSpPr>
            <a:spLocks noGrp="1"/>
          </p:cNvSpPr>
          <p:nvPr>
            <p:ph type="body" sz="quarter" idx="10" hasCustomPrompt="1"/>
          </p:nvPr>
        </p:nvSpPr>
        <p:spPr>
          <a:xfrm>
            <a:off x="6351440" y="2924830"/>
            <a:ext cx="3692525" cy="2206679"/>
          </a:xfrm>
          <a:prstGeom prst="rect">
            <a:avLst/>
          </a:prstGeom>
        </p:spPr>
        <p:txBody>
          <a:bodyPr anchor="t"/>
          <a:lstStyle>
            <a:lvl1pPr marL="342882" indent="-342882"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17" name="iS1íḓê">
            <a:extLst>
              <a:ext uri="{FF2B5EF4-FFF2-40B4-BE49-F238E27FC236}">
                <a16:creationId xmlns:a16="http://schemas.microsoft.com/office/drawing/2014/main" id="{2B661CB4-3CBD-5C2B-5102-A013FB7A719E}"/>
              </a:ext>
            </a:extLst>
          </p:cNvPr>
          <p:cNvSpPr/>
          <p:nvPr/>
        </p:nvSpPr>
        <p:spPr>
          <a:xfrm>
            <a:off x="4465023" y="2360166"/>
            <a:ext cx="1119535" cy="11195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6">
            <a:extLst>
              <a:ext uri="{FF2B5EF4-FFF2-40B4-BE49-F238E27FC236}">
                <a16:creationId xmlns:a16="http://schemas.microsoft.com/office/drawing/2014/main" id="{E953D52D-98D3-6554-049E-17A2FDD24005}"/>
              </a:ext>
            </a:extLst>
          </p:cNvPr>
          <p:cNvSpPr>
            <a:spLocks noGrp="1"/>
          </p:cNvSpPr>
          <p:nvPr>
            <p:ph type="body" sz="quarter" idx="14" hasCustomPrompt="1"/>
          </p:nvPr>
        </p:nvSpPr>
        <p:spPr>
          <a:xfrm>
            <a:off x="4582325" y="2679427"/>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1178867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29" name="文本框 28">
            <a:extLst>
              <a:ext uri="{FF2B5EF4-FFF2-40B4-BE49-F238E27FC236}">
                <a16:creationId xmlns:a16="http://schemas.microsoft.com/office/drawing/2014/main" id="{06715BF8-0A12-5796-1551-488CA6BA7E8B}"/>
              </a:ext>
            </a:extLst>
          </p:cNvPr>
          <p:cNvSpPr txBox="1"/>
          <p:nvPr userDrawn="1"/>
        </p:nvSpPr>
        <p:spPr>
          <a:xfrm>
            <a:off x="4058867" y="2285294"/>
            <a:ext cx="2167599" cy="523220"/>
          </a:xfrm>
          <a:prstGeom prst="rect">
            <a:avLst/>
          </a:prstGeom>
          <a:noFill/>
        </p:spPr>
        <p:txBody>
          <a:bodyPr wrap="square">
            <a:spAutoFit/>
          </a:bodyPr>
          <a:lstStyle/>
          <a:p>
            <a:pPr algn="l"/>
            <a:r>
              <a:rPr lang="en-US" altLang="zh-CN" sz="2800" b="1" i="0">
                <a:gradFill>
                  <a:gsLst>
                    <a:gs pos="100000">
                      <a:schemeClr val="accent1">
                        <a:alpha val="15000"/>
                      </a:schemeClr>
                    </a:gs>
                    <a:gs pos="0">
                      <a:schemeClr val="accent1">
                        <a:alpha val="0"/>
                      </a:schemeClr>
                    </a:gs>
                  </a:gsLst>
                  <a:lin ang="16200000" scaled="1"/>
                </a:gradFill>
                <a:effectLst/>
                <a:latin typeface="Calisto MT" panose="02040603050505030304" pitchFamily="18" charset="0"/>
              </a:rPr>
              <a:t>CONTENT</a:t>
            </a:r>
          </a:p>
        </p:txBody>
      </p:sp>
      <p:sp>
        <p:nvSpPr>
          <p:cNvPr id="26" name="文本占位符 25">
            <a:extLst>
              <a:ext uri="{FF2B5EF4-FFF2-40B4-BE49-F238E27FC236}">
                <a16:creationId xmlns:a16="http://schemas.microsoft.com/office/drawing/2014/main" id="{6B50EE85-71F0-6A4A-F2C6-2ACBA4D8468C}"/>
              </a:ext>
            </a:extLst>
          </p:cNvPr>
          <p:cNvSpPr>
            <a:spLocks noGrp="1"/>
          </p:cNvSpPr>
          <p:nvPr>
            <p:ph type="body" sz="quarter" idx="10" hasCustomPrompt="1"/>
          </p:nvPr>
        </p:nvSpPr>
        <p:spPr>
          <a:xfrm>
            <a:off x="6410600" y="1662413"/>
            <a:ext cx="3692525" cy="2631151"/>
          </a:xfrm>
          <a:prstGeom prst="rect">
            <a:avLst/>
          </a:prstGeom>
        </p:spPr>
        <p:txBody>
          <a:bodyPr anchor="ctr"/>
          <a:lstStyle>
            <a:lvl1pPr marL="342882" indent="-342882"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27" name="íşľíďe">
            <a:extLst>
              <a:ext uri="{FF2B5EF4-FFF2-40B4-BE49-F238E27FC236}">
                <a16:creationId xmlns:a16="http://schemas.microsoft.com/office/drawing/2014/main" id="{32B4F824-6998-DCF1-0043-E682C565BE4E}"/>
              </a:ext>
            </a:extLst>
          </p:cNvPr>
          <p:cNvSpPr txBox="1"/>
          <p:nvPr userDrawn="1"/>
        </p:nvSpPr>
        <p:spPr>
          <a:xfrm flipH="1">
            <a:off x="4497713" y="2654823"/>
            <a:ext cx="1107996" cy="646331"/>
          </a:xfrm>
          <a:prstGeom prst="rect">
            <a:avLst/>
          </a:prstGeom>
          <a:noFill/>
        </p:spPr>
        <p:txBody>
          <a:bodyPr wrap="none" rtlCol="0">
            <a:spAutoFit/>
          </a:bodyPr>
          <a:lstStyle/>
          <a:p>
            <a:r>
              <a:rPr lang="zh-CN" altLang="en-US" sz="3600">
                <a:solidFill>
                  <a:schemeClr val="accent1"/>
                </a:solidFill>
                <a:latin typeface="+mj-ea"/>
                <a:ea typeface="+mj-ea"/>
              </a:rPr>
              <a:t>目录</a:t>
            </a:r>
            <a:endParaRPr lang="zh-CN" altLang="en-US" sz="3600" dirty="0">
              <a:solidFill>
                <a:schemeClr val="accent1"/>
              </a:solidFill>
              <a:latin typeface="+mj-ea"/>
              <a:ea typeface="+mj-ea"/>
            </a:endParaRPr>
          </a:p>
        </p:txBody>
      </p:sp>
    </p:spTree>
    <p:extLst>
      <p:ext uri="{BB962C8B-B14F-4D97-AF65-F5344CB8AC3E}">
        <p14:creationId xmlns:p14="http://schemas.microsoft.com/office/powerpoint/2010/main" val="641220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B67452-EDA0-4DA4-B4CB-5196B98B126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56600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5"/>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THINK</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2163038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小结页2">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8" y="1359881"/>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3" y="2905780"/>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BRIEF</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8" y="3075057"/>
            <a:ext cx="1210588"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1104487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小结页2">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8" y="1359881"/>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3" y="2905780"/>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TARGET</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8" y="3075057"/>
            <a:ext cx="1210588"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956513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疑问">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8" y="1359881"/>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3" y="2905780"/>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QUESTION</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8" y="3075057"/>
            <a:ext cx="1210588"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疑问</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3819802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5"/>
            <a:ext cx="2167599"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THINK</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endParaRPr lang="zh-CN" altLang="en-US" sz="4000" b="1" dirty="0">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2083421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5"/>
            <a:ext cx="2167599"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BRIEF</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3706713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6"/>
            <a:ext cx="2167599"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TARGET</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endParaRPr lang="zh-CN" altLang="en-US" sz="4000" b="1" dirty="0">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8057232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疑问">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6"/>
            <a:ext cx="2167599"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QUESTION</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疑问</a:t>
            </a:r>
            <a:endParaRPr lang="zh-CN" altLang="en-US" sz="4000" b="1" dirty="0">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3390760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19" name="椭圆 18">
            <a:extLst>
              <a:ext uri="{FF2B5EF4-FFF2-40B4-BE49-F238E27FC236}">
                <a16:creationId xmlns:a16="http://schemas.microsoft.com/office/drawing/2014/main" id="{C3296A99-F5C4-3E6A-FF6E-4852C12DEE94}"/>
              </a:ext>
            </a:extLst>
          </p:cNvPr>
          <p:cNvSpPr/>
          <p:nvPr userDrawn="1"/>
        </p:nvSpPr>
        <p:spPr>
          <a:xfrm>
            <a:off x="5164772" y="3294163"/>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iS1íḓê">
            <a:extLst>
              <a:ext uri="{FF2B5EF4-FFF2-40B4-BE49-F238E27FC236}">
                <a16:creationId xmlns:a16="http://schemas.microsoft.com/office/drawing/2014/main" id="{2B661CB4-3CBD-5C2B-5102-A013FB7A719E}"/>
              </a:ext>
            </a:extLst>
          </p:cNvPr>
          <p:cNvSpPr/>
          <p:nvPr/>
        </p:nvSpPr>
        <p:spPr>
          <a:xfrm>
            <a:off x="4465023" y="2360166"/>
            <a:ext cx="1119535" cy="11195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3">
            <a:extLst>
              <a:ext uri="{FF2B5EF4-FFF2-40B4-BE49-F238E27FC236}">
                <a16:creationId xmlns:a16="http://schemas.microsoft.com/office/drawing/2014/main" id="{3EC6ED1A-7B72-CBE7-8DC0-8CA41549B762}"/>
              </a:ext>
            </a:extLst>
          </p:cNvPr>
          <p:cNvSpPr>
            <a:spLocks noGrp="1"/>
          </p:cNvSpPr>
          <p:nvPr>
            <p:ph type="body" sz="quarter" idx="13" hasCustomPrompt="1"/>
          </p:nvPr>
        </p:nvSpPr>
        <p:spPr>
          <a:xfrm>
            <a:off x="6114165" y="2469083"/>
            <a:ext cx="3397251" cy="901700"/>
          </a:xfrm>
          <a:prstGeom prst="rect">
            <a:avLst/>
          </a:prstGeom>
        </p:spPr>
        <p:txBody>
          <a:bodyPr anchor="ctr"/>
          <a:lstStyle>
            <a:lvl1pPr marL="0" indent="0">
              <a:lnSpc>
                <a:spcPct val="100000"/>
              </a:lnSpc>
              <a:buNone/>
              <a:defRPr sz="3600">
                <a:latin typeface="+mj-ea"/>
                <a:ea typeface="+mj-ea"/>
              </a:defRPr>
            </a:lvl1pPr>
          </a:lstStyle>
          <a:p>
            <a:pPr lvl="0"/>
            <a:r>
              <a:rPr lang="zh-CN" altLang="en-US"/>
              <a:t>章节标题</a:t>
            </a:r>
          </a:p>
        </p:txBody>
      </p:sp>
      <p:sp>
        <p:nvSpPr>
          <p:cNvPr id="7" name="文本占位符 6">
            <a:extLst>
              <a:ext uri="{FF2B5EF4-FFF2-40B4-BE49-F238E27FC236}">
                <a16:creationId xmlns:a16="http://schemas.microsoft.com/office/drawing/2014/main" id="{AF3EC600-D80B-73CA-E06E-8768FDEAA47B}"/>
              </a:ext>
            </a:extLst>
          </p:cNvPr>
          <p:cNvSpPr>
            <a:spLocks noGrp="1"/>
          </p:cNvSpPr>
          <p:nvPr>
            <p:ph type="body" sz="quarter" idx="14" hasCustomPrompt="1"/>
          </p:nvPr>
        </p:nvSpPr>
        <p:spPr>
          <a:xfrm>
            <a:off x="4582325" y="2679427"/>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2822506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带目录章节">
    <p:spTree>
      <p:nvGrpSpPr>
        <p:cNvPr id="1" name=""/>
        <p:cNvGrpSpPr/>
        <p:nvPr/>
      </p:nvGrpSpPr>
      <p:grpSpPr>
        <a:xfrm>
          <a:off x="0" y="0"/>
          <a:ext cx="0" cy="0"/>
          <a:chOff x="0" y="0"/>
          <a:chExt cx="0" cy="0"/>
        </a:xfrm>
      </p:grpSpPr>
      <p:sp>
        <p:nvSpPr>
          <p:cNvPr id="5" name="文本占位符 3">
            <a:extLst>
              <a:ext uri="{FF2B5EF4-FFF2-40B4-BE49-F238E27FC236}">
                <a16:creationId xmlns:a16="http://schemas.microsoft.com/office/drawing/2014/main" id="{3AF24492-4E99-231B-3CC0-5126876878AA}"/>
              </a:ext>
            </a:extLst>
          </p:cNvPr>
          <p:cNvSpPr>
            <a:spLocks noGrp="1"/>
          </p:cNvSpPr>
          <p:nvPr>
            <p:ph type="body" sz="quarter" idx="11" hasCustomPrompt="1"/>
          </p:nvPr>
        </p:nvSpPr>
        <p:spPr>
          <a:xfrm>
            <a:off x="6115249" y="2203928"/>
            <a:ext cx="3484715" cy="668339"/>
          </a:xfrm>
          <a:prstGeom prst="rect">
            <a:avLst/>
          </a:prstGeom>
          <a:ln>
            <a:noFill/>
          </a:ln>
        </p:spPr>
        <p:txBody>
          <a:bodyPr anchor="ctr"/>
          <a:lstStyle>
            <a:lvl1pPr marL="0" indent="0" algn="l">
              <a:lnSpc>
                <a:spcPct val="100000"/>
              </a:lnSpc>
              <a:buNone/>
              <a:defRPr sz="3600">
                <a:solidFill>
                  <a:schemeClr val="tx1"/>
                </a:solidFill>
                <a:latin typeface="+mj-ea"/>
                <a:ea typeface="+mj-ea"/>
              </a:defRPr>
            </a:lvl1pPr>
          </a:lstStyle>
          <a:p>
            <a:pPr lvl="0"/>
            <a:r>
              <a:rPr lang="zh-CN" altLang="en-US"/>
              <a:t>章节标题</a:t>
            </a:r>
          </a:p>
        </p:txBody>
      </p:sp>
      <p:sp>
        <p:nvSpPr>
          <p:cNvPr id="13" name="文本占位符 12">
            <a:extLst>
              <a:ext uri="{FF2B5EF4-FFF2-40B4-BE49-F238E27FC236}">
                <a16:creationId xmlns:a16="http://schemas.microsoft.com/office/drawing/2014/main" id="{F8D91FFE-8D14-92DF-853D-BD4509B50922}"/>
              </a:ext>
            </a:extLst>
          </p:cNvPr>
          <p:cNvSpPr>
            <a:spLocks noGrp="1"/>
          </p:cNvSpPr>
          <p:nvPr>
            <p:ph type="body" sz="quarter" idx="12" hasCustomPrompt="1"/>
          </p:nvPr>
        </p:nvSpPr>
        <p:spPr>
          <a:xfrm>
            <a:off x="4585053" y="2526863"/>
            <a:ext cx="879475" cy="786140"/>
          </a:xfrm>
          <a:prstGeom prst="rect">
            <a:avLst/>
          </a:prstGeom>
        </p:spPr>
        <p:txBody>
          <a:bodyPr anchor="ctr"/>
          <a:lstStyle>
            <a:lvl1pPr>
              <a:defRPr/>
            </a:lvl1p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a:ln>
                  <a:noFill/>
                </a:ln>
                <a:solidFill>
                  <a:srgbClr val="FFFFFF"/>
                </a:solidFill>
                <a:effectLst/>
                <a:uLnTx/>
                <a:uFillTx/>
                <a:latin typeface="阿里巴巴普惠体 Heavy"/>
                <a:ea typeface="阿里巴巴普惠体 Heavy"/>
                <a:cs typeface="+mn-cs"/>
              </a:rPr>
              <a:t>1</a:t>
            </a:r>
            <a:endParaRPr kumimoji="0" lang="zh-CN" altLang="en-US" sz="3600" b="0" i="0" u="none" strike="noStrike" kern="1200" cap="none" spc="0" normalizeH="0" baseline="0" noProof="0">
              <a:ln>
                <a:noFill/>
              </a:ln>
              <a:solidFill>
                <a:srgbClr val="FFFFFF"/>
              </a:solidFill>
              <a:effectLst/>
              <a:uLnTx/>
              <a:uFillTx/>
              <a:latin typeface="阿里巴巴普惠体 Heavy"/>
              <a:ea typeface="阿里巴巴普惠体 Heavy"/>
              <a:cs typeface="+mn-cs"/>
            </a:endParaRPr>
          </a:p>
        </p:txBody>
      </p:sp>
      <p:sp>
        <p:nvSpPr>
          <p:cNvPr id="2" name="文本占位符 25">
            <a:extLst>
              <a:ext uri="{FF2B5EF4-FFF2-40B4-BE49-F238E27FC236}">
                <a16:creationId xmlns:a16="http://schemas.microsoft.com/office/drawing/2014/main" id="{16A7C205-45D1-F79D-939F-C8FE0D7B4EFC}"/>
              </a:ext>
            </a:extLst>
          </p:cNvPr>
          <p:cNvSpPr>
            <a:spLocks noGrp="1"/>
          </p:cNvSpPr>
          <p:nvPr>
            <p:ph type="body" sz="quarter" idx="10" hasCustomPrompt="1"/>
          </p:nvPr>
        </p:nvSpPr>
        <p:spPr>
          <a:xfrm>
            <a:off x="6351440" y="2924830"/>
            <a:ext cx="3692525" cy="2206679"/>
          </a:xfrm>
          <a:prstGeom prst="rect">
            <a:avLst/>
          </a:prstGeom>
        </p:spPr>
        <p:txBody>
          <a:bodyPr anchor="t"/>
          <a:lstStyle>
            <a:lvl1pPr marL="342882" indent="-342882"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3" name="椭圆 2">
            <a:extLst>
              <a:ext uri="{FF2B5EF4-FFF2-40B4-BE49-F238E27FC236}">
                <a16:creationId xmlns:a16="http://schemas.microsoft.com/office/drawing/2014/main" id="{A26BF0C3-E78F-A831-4B61-1EB569AD1BF9}"/>
              </a:ext>
            </a:extLst>
          </p:cNvPr>
          <p:cNvSpPr/>
          <p:nvPr userDrawn="1"/>
        </p:nvSpPr>
        <p:spPr>
          <a:xfrm>
            <a:off x="5164772" y="3294163"/>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iS1íḓê">
            <a:extLst>
              <a:ext uri="{FF2B5EF4-FFF2-40B4-BE49-F238E27FC236}">
                <a16:creationId xmlns:a16="http://schemas.microsoft.com/office/drawing/2014/main" id="{2B661CB4-3CBD-5C2B-5102-A013FB7A719E}"/>
              </a:ext>
            </a:extLst>
          </p:cNvPr>
          <p:cNvSpPr/>
          <p:nvPr/>
        </p:nvSpPr>
        <p:spPr>
          <a:xfrm>
            <a:off x="4465023" y="2360166"/>
            <a:ext cx="1119535" cy="11195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Tree>
    <p:extLst>
      <p:ext uri="{BB962C8B-B14F-4D97-AF65-F5344CB8AC3E}">
        <p14:creationId xmlns:p14="http://schemas.microsoft.com/office/powerpoint/2010/main" val="41384985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29" name="文本框 28">
            <a:extLst>
              <a:ext uri="{FF2B5EF4-FFF2-40B4-BE49-F238E27FC236}">
                <a16:creationId xmlns:a16="http://schemas.microsoft.com/office/drawing/2014/main" id="{06715BF8-0A12-5796-1551-488CA6BA7E8B}"/>
              </a:ext>
            </a:extLst>
          </p:cNvPr>
          <p:cNvSpPr txBox="1"/>
          <p:nvPr userDrawn="1"/>
        </p:nvSpPr>
        <p:spPr>
          <a:xfrm>
            <a:off x="4058867" y="2285294"/>
            <a:ext cx="2167599" cy="523220"/>
          </a:xfrm>
          <a:prstGeom prst="rect">
            <a:avLst/>
          </a:prstGeom>
          <a:noFill/>
        </p:spPr>
        <p:txBody>
          <a:bodyPr wrap="square">
            <a:spAutoFit/>
          </a:bodyPr>
          <a:lstStyle/>
          <a:p>
            <a:pPr algn="l"/>
            <a:r>
              <a:rPr lang="en-US" altLang="zh-CN" sz="2800" b="1" i="0">
                <a:gradFill>
                  <a:gsLst>
                    <a:gs pos="100000">
                      <a:schemeClr val="accent1">
                        <a:alpha val="15000"/>
                      </a:schemeClr>
                    </a:gs>
                    <a:gs pos="0">
                      <a:schemeClr val="accent1">
                        <a:alpha val="0"/>
                      </a:schemeClr>
                    </a:gs>
                  </a:gsLst>
                  <a:lin ang="16200000" scaled="1"/>
                </a:gradFill>
                <a:effectLst/>
                <a:latin typeface="Calisto MT" panose="02040603050505030304" pitchFamily="18" charset="0"/>
              </a:rPr>
              <a:t>CONTENT</a:t>
            </a:r>
          </a:p>
        </p:txBody>
      </p:sp>
      <p:sp>
        <p:nvSpPr>
          <p:cNvPr id="26" name="文本占位符 25">
            <a:extLst>
              <a:ext uri="{FF2B5EF4-FFF2-40B4-BE49-F238E27FC236}">
                <a16:creationId xmlns:a16="http://schemas.microsoft.com/office/drawing/2014/main" id="{6B50EE85-71F0-6A4A-F2C6-2ACBA4D8468C}"/>
              </a:ext>
            </a:extLst>
          </p:cNvPr>
          <p:cNvSpPr>
            <a:spLocks noGrp="1"/>
          </p:cNvSpPr>
          <p:nvPr>
            <p:ph type="body" sz="quarter" idx="10" hasCustomPrompt="1"/>
          </p:nvPr>
        </p:nvSpPr>
        <p:spPr>
          <a:xfrm>
            <a:off x="6410600" y="1662413"/>
            <a:ext cx="3692525" cy="2631151"/>
          </a:xfrm>
          <a:prstGeom prst="rect">
            <a:avLst/>
          </a:prstGeom>
        </p:spPr>
        <p:txBody>
          <a:bodyPr anchor="ctr"/>
          <a:lstStyle>
            <a:lvl1pPr marL="342882" indent="-342882"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27" name="íşľíďe">
            <a:extLst>
              <a:ext uri="{FF2B5EF4-FFF2-40B4-BE49-F238E27FC236}">
                <a16:creationId xmlns:a16="http://schemas.microsoft.com/office/drawing/2014/main" id="{32B4F824-6998-DCF1-0043-E682C565BE4E}"/>
              </a:ext>
            </a:extLst>
          </p:cNvPr>
          <p:cNvSpPr txBox="1"/>
          <p:nvPr userDrawn="1"/>
        </p:nvSpPr>
        <p:spPr>
          <a:xfrm flipH="1">
            <a:off x="4497713" y="2654823"/>
            <a:ext cx="1107996" cy="646331"/>
          </a:xfrm>
          <a:prstGeom prst="rect">
            <a:avLst/>
          </a:prstGeom>
          <a:noFill/>
        </p:spPr>
        <p:txBody>
          <a:bodyPr wrap="none" rtlCol="0">
            <a:spAutoFit/>
          </a:bodyPr>
          <a:lstStyle/>
          <a:p>
            <a:r>
              <a:rPr lang="zh-CN" altLang="en-US" sz="3600">
                <a:solidFill>
                  <a:schemeClr val="accent1"/>
                </a:solidFill>
                <a:latin typeface="+mj-ea"/>
                <a:ea typeface="+mj-ea"/>
              </a:rPr>
              <a:t>目录</a:t>
            </a:r>
            <a:endParaRPr lang="zh-CN" altLang="en-US" sz="3600" dirty="0">
              <a:solidFill>
                <a:schemeClr val="accent1"/>
              </a:solidFill>
              <a:latin typeface="+mj-ea"/>
              <a:ea typeface="+mj-ea"/>
            </a:endParaRPr>
          </a:p>
        </p:txBody>
      </p:sp>
    </p:spTree>
    <p:extLst>
      <p:ext uri="{BB962C8B-B14F-4D97-AF65-F5344CB8AC3E}">
        <p14:creationId xmlns:p14="http://schemas.microsoft.com/office/powerpoint/2010/main" val="14036840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B67452-EDA0-4DA4-B4CB-5196B98B126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878024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标题内容页">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ED916A-3E34-4B9E-8F9F-7A8921A30F99}"/>
              </a:ext>
            </a:extLst>
          </p:cNvPr>
          <p:cNvSpPr>
            <a:spLocks noGrp="1"/>
          </p:cNvSpPr>
          <p:nvPr>
            <p:ph idx="1" hasCustomPrompt="1"/>
          </p:nvPr>
        </p:nvSpPr>
        <p:spPr>
          <a:xfrm>
            <a:off x="576197" y="956241"/>
            <a:ext cx="11060481" cy="5331825"/>
          </a:xfrm>
          <a:prstGeom prst="rect">
            <a:avLst/>
          </a:prstGeom>
        </p:spPr>
        <p:txBody>
          <a:bodyPr/>
          <a:lstStyle>
            <a:lvl1pPr marL="0" indent="0">
              <a:lnSpc>
                <a:spcPct val="150000"/>
              </a:lnSpc>
              <a:buNone/>
              <a:defRPr sz="1600"/>
            </a:lvl1pPr>
          </a:lstStyle>
          <a:p>
            <a:pPr lvl="0"/>
            <a:r>
              <a:rPr lang="zh-CN" altLang="en-US"/>
              <a:t>单击此处编辑内容</a:t>
            </a:r>
            <a:endParaRPr lang="zh-CN" altLang="en-US" dirty="0"/>
          </a:p>
        </p:txBody>
      </p:sp>
      <p:sp>
        <p:nvSpPr>
          <p:cNvPr id="8" name="标题 7">
            <a:extLst>
              <a:ext uri="{FF2B5EF4-FFF2-40B4-BE49-F238E27FC236}">
                <a16:creationId xmlns:a16="http://schemas.microsoft.com/office/drawing/2014/main" id="{E0BD5DE7-58FF-A736-CEC2-C49FBA5469E8}"/>
              </a:ext>
            </a:extLst>
          </p:cNvPr>
          <p:cNvSpPr>
            <a:spLocks noGrp="1"/>
          </p:cNvSpPr>
          <p:nvPr>
            <p:ph type="title"/>
          </p:nvPr>
        </p:nvSpPr>
        <p:spPr>
          <a:xfrm>
            <a:off x="576196" y="336399"/>
            <a:ext cx="10747497" cy="474415"/>
          </a:xfrm>
          <a:prstGeom prst="rect">
            <a:avLst/>
          </a:prstGeom>
        </p:spPr>
        <p:txBody>
          <a:bodyPr/>
          <a:lstStyle>
            <a:lvl1pPr>
              <a:lnSpc>
                <a:spcPct val="100000"/>
              </a:lnSpc>
              <a:defRPr sz="2400">
                <a:solidFill>
                  <a:schemeClr val="accent1"/>
                </a:solidFill>
              </a:defRPr>
            </a:lvl1pPr>
          </a:lstStyle>
          <a:p>
            <a:r>
              <a:rPr lang="zh-CN" altLang="en-US"/>
              <a:t>单击此处编辑母版标题样式</a:t>
            </a:r>
          </a:p>
        </p:txBody>
      </p:sp>
      <p:sp>
        <p:nvSpPr>
          <p:cNvPr id="47" name="椭圆 46">
            <a:extLst>
              <a:ext uri="{FF2B5EF4-FFF2-40B4-BE49-F238E27FC236}">
                <a16:creationId xmlns:a16="http://schemas.microsoft.com/office/drawing/2014/main" id="{2828A69B-715F-4EF1-58FB-A763C01CE99E}"/>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D09C51A0-F849-48A7-BC23-68B1480BCFB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676107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6" y="335203"/>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545723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2779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案例</a:t>
              </a:r>
              <a:endParaRPr lang="zh-CN" altLang="en-US" sz="2000" b="0"/>
            </a:p>
          </p:txBody>
        </p:sp>
      </p:grpSp>
    </p:spTree>
    <p:extLst>
      <p:ext uri="{BB962C8B-B14F-4D97-AF65-F5344CB8AC3E}">
        <p14:creationId xmlns:p14="http://schemas.microsoft.com/office/powerpoint/2010/main" val="36287370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ea typeface="Alibaba PuHuiTi B" pitchFamily="18" charset="-122"/>
                </a:rPr>
                <a:t>步骤</a:t>
              </a:r>
              <a:endParaRPr lang="zh-CN" altLang="en-US" sz="2000" b="0"/>
            </a:p>
          </p:txBody>
        </p:sp>
      </p:grpSp>
    </p:spTree>
    <p:extLst>
      <p:ext uri="{BB962C8B-B14F-4D97-AF65-F5344CB8AC3E}">
        <p14:creationId xmlns:p14="http://schemas.microsoft.com/office/powerpoint/2010/main" val="10266795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练习</a:t>
              </a:r>
              <a:endParaRPr lang="zh-CN" altLang="en-US" sz="2000" b="0"/>
            </a:p>
          </p:txBody>
        </p:sp>
      </p:grpSp>
    </p:spTree>
    <p:extLst>
      <p:ext uri="{BB962C8B-B14F-4D97-AF65-F5344CB8AC3E}">
        <p14:creationId xmlns:p14="http://schemas.microsoft.com/office/powerpoint/2010/main" val="1037934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8EA5F5-EE94-4024-E6F6-17ED7A77B91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7122467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615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theme" Target="../theme/theme3.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1.png"/><Relationship Id="rId5" Type="http://schemas.openxmlformats.org/officeDocument/2006/relationships/theme" Target="../theme/theme4.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1.png"/><Relationship Id="rId5" Type="http://schemas.openxmlformats.org/officeDocument/2006/relationships/theme" Target="../theme/theme5.xml"/><Relationship Id="rId4"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6.xml"/><Relationship Id="rId7" Type="http://schemas.openxmlformats.org/officeDocument/2006/relationships/image" Target="../media/image4.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5.png"/><Relationship Id="rId5" Type="http://schemas.openxmlformats.org/officeDocument/2006/relationships/theme" Target="../theme/theme6.xml"/><Relationship Id="rId4" Type="http://schemas.openxmlformats.org/officeDocument/2006/relationships/slideLayout" Target="../slideLayouts/slideLayout2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10" Type="http://schemas.openxmlformats.org/officeDocument/2006/relationships/image" Target="../media/image1.png"/><Relationship Id="rId4" Type="http://schemas.openxmlformats.org/officeDocument/2006/relationships/slideLayout" Target="../slideLayouts/slideLayout31.xml"/><Relationship Id="rId9"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圆角矩形 3">
            <a:extLst>
              <a:ext uri="{FF2B5EF4-FFF2-40B4-BE49-F238E27FC236}">
                <a16:creationId xmlns:a16="http://schemas.microsoft.com/office/drawing/2014/main" id="{740FDA96-6FD2-7750-63B8-EAA640398088}"/>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4" name="图片 1">
            <a:extLst>
              <a:ext uri="{FF2B5EF4-FFF2-40B4-BE49-F238E27FC236}">
                <a16:creationId xmlns:a16="http://schemas.microsoft.com/office/drawing/2014/main" id="{143039DA-C43A-70C6-ACAA-D395E5C73FB0}"/>
              </a:ext>
            </a:extLst>
          </p:cNvPr>
          <p:cNvPicPr>
            <a:picLocks noChangeAspect="1"/>
          </p:cNvPicPr>
          <p:nvPr userDrawn="1"/>
        </p:nvPicPr>
        <p:blipFill rotWithShape="1">
          <a:blip r:embed="rId11"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50" r:id="rId1"/>
    <p:sldLayoutId id="2147483654" r:id="rId2"/>
    <p:sldLayoutId id="2147483659" r:id="rId3"/>
    <p:sldLayoutId id="2147483666" r:id="rId4"/>
    <p:sldLayoutId id="2147483677" r:id="rId5"/>
    <p:sldLayoutId id="2147483678" r:id="rId6"/>
    <p:sldLayoutId id="2147483685" r:id="rId7"/>
    <p:sldLayoutId id="2147483688" r:id="rId8"/>
    <p:sldLayoutId id="2147483689" r:id="rId9"/>
  </p:sldLayoutIdLst>
  <p:hf hdr="0" ftr="0" dt="0"/>
  <p:txStyles>
    <p:titleStyle>
      <a:lvl1pPr algn="l" defTabSz="914354"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950266"/>
      </p:ext>
    </p:extLst>
  </p:cSld>
  <p:clrMap bg1="lt1" tx1="dk1" bg2="lt2" tx2="dk2" accent1="accent1" accent2="accent2" accent3="accent3" accent4="accent4" accent5="accent5" accent6="accent6" hlink="hlink" folHlink="folHlink"/>
  <p:sldLayoutIdLst>
    <p:sldLayoutId id="2147483649" r:id="rId1"/>
    <p:sldLayoutId id="2147483669" r:id="rId2"/>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4" name="六边形 63">
            <a:extLst>
              <a:ext uri="{FF2B5EF4-FFF2-40B4-BE49-F238E27FC236}">
                <a16:creationId xmlns:a16="http://schemas.microsoft.com/office/drawing/2014/main" id="{64701D48-3612-F015-7A0D-8329972945A7}"/>
              </a:ext>
            </a:extLst>
          </p:cNvPr>
          <p:cNvSpPr/>
          <p:nvPr userDrawn="1"/>
        </p:nvSpPr>
        <p:spPr>
          <a:xfrm>
            <a:off x="111531" y="3970985"/>
            <a:ext cx="414893" cy="357667"/>
          </a:xfrm>
          <a:prstGeom prst="hexagon">
            <a:avLst/>
          </a:prstGeom>
          <a:noFill/>
          <a:ln w="12700">
            <a:gradFill>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 name="椭圆 1">
            <a:extLst>
              <a:ext uri="{FF2B5EF4-FFF2-40B4-BE49-F238E27FC236}">
                <a16:creationId xmlns:a16="http://schemas.microsoft.com/office/drawing/2014/main" id="{34FB0A6B-66AE-D2A8-FCAE-415D3251A19B}"/>
              </a:ext>
            </a:extLst>
          </p:cNvPr>
          <p:cNvSpPr/>
          <p:nvPr userDrawn="1"/>
        </p:nvSpPr>
        <p:spPr>
          <a:xfrm>
            <a:off x="367091"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 name="椭圆 2">
            <a:extLst>
              <a:ext uri="{FF2B5EF4-FFF2-40B4-BE49-F238E27FC236}">
                <a16:creationId xmlns:a16="http://schemas.microsoft.com/office/drawing/2014/main" id="{38539A05-556B-81A4-0795-3B191CB53943}"/>
              </a:ext>
            </a:extLst>
          </p:cNvPr>
          <p:cNvSpPr/>
          <p:nvPr userDrawn="1"/>
        </p:nvSpPr>
        <p:spPr>
          <a:xfrm>
            <a:off x="2097603" y="15699"/>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椭圆 4">
            <a:extLst>
              <a:ext uri="{FF2B5EF4-FFF2-40B4-BE49-F238E27FC236}">
                <a16:creationId xmlns:a16="http://schemas.microsoft.com/office/drawing/2014/main" id="{10CECE50-264B-8294-A89A-D0F8A1907A78}"/>
              </a:ext>
            </a:extLst>
          </p:cNvPr>
          <p:cNvSpPr/>
          <p:nvPr userDrawn="1"/>
        </p:nvSpPr>
        <p:spPr>
          <a:xfrm>
            <a:off x="3699535" y="161763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70" name="图片 69">
            <a:extLst>
              <a:ext uri="{FF2B5EF4-FFF2-40B4-BE49-F238E27FC236}">
                <a16:creationId xmlns:a16="http://schemas.microsoft.com/office/drawing/2014/main" id="{7E174D6B-A975-223E-7D47-56F22CD52EDC}"/>
              </a:ext>
            </a:extLst>
          </p:cNvPr>
          <p:cNvPicPr>
            <a:picLocks noChangeAspect="1"/>
          </p:cNvPicPr>
          <p:nvPr userDrawn="1"/>
        </p:nvPicPr>
        <p:blipFill>
          <a:blip r:embed="rId6">
            <a:duotone>
              <a:prstClr val="black"/>
              <a:schemeClr val="accent1">
                <a:tint val="45000"/>
                <a:satMod val="400000"/>
              </a:schemeClr>
            </a:duotone>
          </a:blip>
          <a:stretch>
            <a:fillRect/>
          </a:stretch>
        </p:blipFill>
        <p:spPr>
          <a:xfrm rot="16200000">
            <a:off x="9714887" y="3797885"/>
            <a:ext cx="3017783" cy="2517867"/>
          </a:xfrm>
          <a:prstGeom prst="rect">
            <a:avLst/>
          </a:prstGeom>
        </p:spPr>
      </p:pic>
      <p:sp>
        <p:nvSpPr>
          <p:cNvPr id="71" name="矩形 70">
            <a:extLst>
              <a:ext uri="{FF2B5EF4-FFF2-40B4-BE49-F238E27FC236}">
                <a16:creationId xmlns:a16="http://schemas.microsoft.com/office/drawing/2014/main" id="{105A365F-E05A-6A26-7E77-E6094786D794}"/>
              </a:ext>
            </a:extLst>
          </p:cNvPr>
          <p:cNvSpPr/>
          <p:nvPr userDrawn="1"/>
        </p:nvSpPr>
        <p:spPr>
          <a:xfrm>
            <a:off x="9005828" y="3429001"/>
            <a:ext cx="3359651" cy="3563035"/>
          </a:xfrm>
          <a:prstGeom prst="rect">
            <a:avLst/>
          </a:prstGeom>
          <a:gradFill flip="none" rotWithShape="1">
            <a:gsLst>
              <a:gs pos="57000">
                <a:schemeClr val="bg1">
                  <a:alpha val="77000"/>
                </a:schemeClr>
              </a:gs>
              <a:gs pos="100000">
                <a:schemeClr val="bg1">
                  <a:alpha val="2000"/>
                </a:scheme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4" name="图片 3">
            <a:extLst>
              <a:ext uri="{FF2B5EF4-FFF2-40B4-BE49-F238E27FC236}">
                <a16:creationId xmlns:a16="http://schemas.microsoft.com/office/drawing/2014/main" id="{287C0C2E-27D7-4123-B01F-3144FCE1EF24}"/>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21741" r="31458"/>
          <a:stretch/>
        </p:blipFill>
        <p:spPr>
          <a:xfrm>
            <a:off x="0" y="226027"/>
            <a:ext cx="4021016" cy="5727260"/>
          </a:xfrm>
          <a:prstGeom prst="rect">
            <a:avLst/>
          </a:prstGeom>
        </p:spPr>
      </p:pic>
      <p:sp>
        <p:nvSpPr>
          <p:cNvPr id="6" name="圆角矩形 3">
            <a:extLst>
              <a:ext uri="{FF2B5EF4-FFF2-40B4-BE49-F238E27FC236}">
                <a16:creationId xmlns:a16="http://schemas.microsoft.com/office/drawing/2014/main" id="{136D8422-C379-C421-6241-7C69A19627F2}"/>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7" name="图片 1">
            <a:extLst>
              <a:ext uri="{FF2B5EF4-FFF2-40B4-BE49-F238E27FC236}">
                <a16:creationId xmlns:a16="http://schemas.microsoft.com/office/drawing/2014/main" id="{6EA93CF2-F44A-B23B-D8B1-693BEA076AA2}"/>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8307751"/>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51" r:id="rId3"/>
    <p:sldLayoutId id="2147483687" r:id="rId4"/>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A538EF61-0CF6-2735-4654-C2F60C1B5FB3}"/>
              </a:ext>
            </a:extLst>
          </p:cNvPr>
          <p:cNvSpPr/>
          <p:nvPr userDrawn="1"/>
        </p:nvSpPr>
        <p:spPr>
          <a:xfrm>
            <a:off x="-2775486" y="-1213758"/>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 name="椭圆 3">
            <a:extLst>
              <a:ext uri="{FF2B5EF4-FFF2-40B4-BE49-F238E27FC236}">
                <a16:creationId xmlns:a16="http://schemas.microsoft.com/office/drawing/2014/main" id="{9598458E-0E6D-4FB0-21B2-2EA0673032D8}"/>
              </a:ext>
            </a:extLst>
          </p:cNvPr>
          <p:cNvSpPr/>
          <p:nvPr userDrawn="1"/>
        </p:nvSpPr>
        <p:spPr>
          <a:xfrm>
            <a:off x="-1044974" y="516755"/>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6" name="椭圆 5">
            <a:extLst>
              <a:ext uri="{FF2B5EF4-FFF2-40B4-BE49-F238E27FC236}">
                <a16:creationId xmlns:a16="http://schemas.microsoft.com/office/drawing/2014/main" id="{C22B59B6-AE89-188C-D588-A8407EC0DAF4}"/>
              </a:ext>
            </a:extLst>
          </p:cNvPr>
          <p:cNvSpPr/>
          <p:nvPr userDrawn="1"/>
        </p:nvSpPr>
        <p:spPr>
          <a:xfrm>
            <a:off x="556959" y="2118687"/>
            <a:ext cx="2620620" cy="2620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 name="圆角矩形 3">
            <a:extLst>
              <a:ext uri="{FF2B5EF4-FFF2-40B4-BE49-F238E27FC236}">
                <a16:creationId xmlns:a16="http://schemas.microsoft.com/office/drawing/2014/main" id="{081F9418-1A7F-B69A-5C2E-ADAF19FFE15A}"/>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5" name="图片 1">
            <a:extLst>
              <a:ext uri="{FF2B5EF4-FFF2-40B4-BE49-F238E27FC236}">
                <a16:creationId xmlns:a16="http://schemas.microsoft.com/office/drawing/2014/main" id="{C103A873-6F4C-634A-ED55-A9A5AE2DE8E0}"/>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74136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A538EF61-0CF6-2735-4654-C2F60C1B5FB3}"/>
              </a:ext>
            </a:extLst>
          </p:cNvPr>
          <p:cNvSpPr/>
          <p:nvPr userDrawn="1"/>
        </p:nvSpPr>
        <p:spPr>
          <a:xfrm>
            <a:off x="-1869813" y="-309085"/>
            <a:ext cx="7473881" cy="7473881"/>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1" name="椭圆 10">
            <a:extLst>
              <a:ext uri="{FF2B5EF4-FFF2-40B4-BE49-F238E27FC236}">
                <a16:creationId xmlns:a16="http://schemas.microsoft.com/office/drawing/2014/main" id="{40922FA6-892F-6E62-25A7-4EFD4311B4B7}"/>
              </a:ext>
            </a:extLst>
          </p:cNvPr>
          <p:cNvSpPr/>
          <p:nvPr userDrawn="1"/>
        </p:nvSpPr>
        <p:spPr>
          <a:xfrm>
            <a:off x="573738" y="4742369"/>
            <a:ext cx="588089" cy="588089"/>
          </a:xfrm>
          <a:prstGeom prst="ellipse">
            <a:avLst/>
          </a:prstGeom>
          <a:noFill/>
          <a:ln w="127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2" name="椭圆 11">
            <a:extLst>
              <a:ext uri="{FF2B5EF4-FFF2-40B4-BE49-F238E27FC236}">
                <a16:creationId xmlns:a16="http://schemas.microsoft.com/office/drawing/2014/main" id="{589EB921-EFFD-8A13-0578-9909E3F67A28}"/>
              </a:ext>
            </a:extLst>
          </p:cNvPr>
          <p:cNvSpPr/>
          <p:nvPr userDrawn="1"/>
        </p:nvSpPr>
        <p:spPr>
          <a:xfrm>
            <a:off x="2449603" y="4027163"/>
            <a:ext cx="926888" cy="926888"/>
          </a:xfrm>
          <a:prstGeom prst="ellipse">
            <a:avLst/>
          </a:prstGeom>
          <a:solidFill>
            <a:schemeClr val="accent5">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3" name="椭圆 12">
            <a:extLst>
              <a:ext uri="{FF2B5EF4-FFF2-40B4-BE49-F238E27FC236}">
                <a16:creationId xmlns:a16="http://schemas.microsoft.com/office/drawing/2014/main" id="{0DBB1E70-A6B4-325D-7E84-2D8D403E507E}"/>
              </a:ext>
            </a:extLst>
          </p:cNvPr>
          <p:cNvSpPr/>
          <p:nvPr userDrawn="1"/>
        </p:nvSpPr>
        <p:spPr>
          <a:xfrm>
            <a:off x="2274547" y="2102047"/>
            <a:ext cx="1590676" cy="1590676"/>
          </a:xfrm>
          <a:prstGeom prst="ellipse">
            <a:avLst/>
          </a:prstGeom>
          <a:noFill/>
          <a:ln w="12700">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4" name="椭圆 13">
            <a:extLst>
              <a:ext uri="{FF2B5EF4-FFF2-40B4-BE49-F238E27FC236}">
                <a16:creationId xmlns:a16="http://schemas.microsoft.com/office/drawing/2014/main" id="{938C16E6-FCD9-2FF6-E0D9-862FBA97E38E}"/>
              </a:ext>
            </a:extLst>
          </p:cNvPr>
          <p:cNvSpPr/>
          <p:nvPr userDrawn="1"/>
        </p:nvSpPr>
        <p:spPr>
          <a:xfrm>
            <a:off x="320389" y="1512574"/>
            <a:ext cx="804339" cy="804339"/>
          </a:xfrm>
          <a:prstGeom prst="ellipse">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5" name="椭圆 14">
            <a:extLst>
              <a:ext uri="{FF2B5EF4-FFF2-40B4-BE49-F238E27FC236}">
                <a16:creationId xmlns:a16="http://schemas.microsoft.com/office/drawing/2014/main" id="{90B5C771-860C-6FE3-9141-296A747F7EC0}"/>
              </a:ext>
            </a:extLst>
          </p:cNvPr>
          <p:cNvSpPr/>
          <p:nvPr userDrawn="1"/>
        </p:nvSpPr>
        <p:spPr>
          <a:xfrm>
            <a:off x="2745116" y="1787723"/>
            <a:ext cx="314325" cy="3143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6" name="椭圆 15">
            <a:extLst>
              <a:ext uri="{FF2B5EF4-FFF2-40B4-BE49-F238E27FC236}">
                <a16:creationId xmlns:a16="http://schemas.microsoft.com/office/drawing/2014/main" id="{CC734A62-48DA-F6ED-AF10-0C9224E0A0EE}"/>
              </a:ext>
            </a:extLst>
          </p:cNvPr>
          <p:cNvSpPr/>
          <p:nvPr userDrawn="1"/>
        </p:nvSpPr>
        <p:spPr>
          <a:xfrm>
            <a:off x="594795" y="2155522"/>
            <a:ext cx="2544671" cy="254467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 name="圆: 空心 2">
            <a:extLst>
              <a:ext uri="{FF2B5EF4-FFF2-40B4-BE49-F238E27FC236}">
                <a16:creationId xmlns:a16="http://schemas.microsoft.com/office/drawing/2014/main" id="{D9836D2B-C9DD-3FC5-793A-4907096EF00C}"/>
              </a:ext>
            </a:extLst>
          </p:cNvPr>
          <p:cNvSpPr/>
          <p:nvPr userDrawn="1"/>
        </p:nvSpPr>
        <p:spPr>
          <a:xfrm>
            <a:off x="445476" y="2002999"/>
            <a:ext cx="2852005" cy="2852005"/>
          </a:xfrm>
          <a:prstGeom prst="donut">
            <a:avLst>
              <a:gd name="adj" fmla="val 649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solidFill>
                <a:schemeClr val="tx1"/>
              </a:solidFill>
            </a:endParaRPr>
          </a:p>
        </p:txBody>
      </p:sp>
      <p:sp>
        <p:nvSpPr>
          <p:cNvPr id="4" name="圆角矩形 3">
            <a:extLst>
              <a:ext uri="{FF2B5EF4-FFF2-40B4-BE49-F238E27FC236}">
                <a16:creationId xmlns:a16="http://schemas.microsoft.com/office/drawing/2014/main" id="{BF5FBB6F-9C50-0F7F-7D51-97F85DAEBE87}"/>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5" name="图片 1">
            <a:extLst>
              <a:ext uri="{FF2B5EF4-FFF2-40B4-BE49-F238E27FC236}">
                <a16:creationId xmlns:a16="http://schemas.microsoft.com/office/drawing/2014/main" id="{6B533326-C4DE-738C-3200-F5883CE050BE}"/>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9827110"/>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684" r:id="rId3"/>
    <p:sldLayoutId id="2147483686" r:id="rId4"/>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4" name="六边形 63">
            <a:extLst>
              <a:ext uri="{FF2B5EF4-FFF2-40B4-BE49-F238E27FC236}">
                <a16:creationId xmlns:a16="http://schemas.microsoft.com/office/drawing/2014/main" id="{64701D48-3612-F015-7A0D-8329972945A7}"/>
              </a:ext>
            </a:extLst>
          </p:cNvPr>
          <p:cNvSpPr/>
          <p:nvPr userDrawn="1"/>
        </p:nvSpPr>
        <p:spPr>
          <a:xfrm>
            <a:off x="111531" y="3970985"/>
            <a:ext cx="414893" cy="357667"/>
          </a:xfrm>
          <a:prstGeom prst="hexagon">
            <a:avLst/>
          </a:prstGeom>
          <a:noFill/>
          <a:ln w="12700">
            <a:gradFill>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 name="椭圆 1">
            <a:extLst>
              <a:ext uri="{FF2B5EF4-FFF2-40B4-BE49-F238E27FC236}">
                <a16:creationId xmlns:a16="http://schemas.microsoft.com/office/drawing/2014/main" id="{34FB0A6B-66AE-D2A8-FCAE-415D3251A19B}"/>
              </a:ext>
            </a:extLst>
          </p:cNvPr>
          <p:cNvSpPr/>
          <p:nvPr userDrawn="1"/>
        </p:nvSpPr>
        <p:spPr>
          <a:xfrm>
            <a:off x="367091"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 name="椭圆 2">
            <a:extLst>
              <a:ext uri="{FF2B5EF4-FFF2-40B4-BE49-F238E27FC236}">
                <a16:creationId xmlns:a16="http://schemas.microsoft.com/office/drawing/2014/main" id="{38539A05-556B-81A4-0795-3B191CB53943}"/>
              </a:ext>
            </a:extLst>
          </p:cNvPr>
          <p:cNvSpPr/>
          <p:nvPr userDrawn="1"/>
        </p:nvSpPr>
        <p:spPr>
          <a:xfrm>
            <a:off x="2097603" y="15699"/>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椭圆 4">
            <a:extLst>
              <a:ext uri="{FF2B5EF4-FFF2-40B4-BE49-F238E27FC236}">
                <a16:creationId xmlns:a16="http://schemas.microsoft.com/office/drawing/2014/main" id="{10CECE50-264B-8294-A89A-D0F8A1907A78}"/>
              </a:ext>
            </a:extLst>
          </p:cNvPr>
          <p:cNvSpPr/>
          <p:nvPr userDrawn="1"/>
        </p:nvSpPr>
        <p:spPr>
          <a:xfrm>
            <a:off x="3699535" y="161763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70" name="图片 69">
            <a:extLst>
              <a:ext uri="{FF2B5EF4-FFF2-40B4-BE49-F238E27FC236}">
                <a16:creationId xmlns:a16="http://schemas.microsoft.com/office/drawing/2014/main" id="{7E174D6B-A975-223E-7D47-56F22CD52EDC}"/>
              </a:ext>
            </a:extLst>
          </p:cNvPr>
          <p:cNvPicPr>
            <a:picLocks noChangeAspect="1"/>
          </p:cNvPicPr>
          <p:nvPr userDrawn="1"/>
        </p:nvPicPr>
        <p:blipFill>
          <a:blip r:embed="rId6">
            <a:duotone>
              <a:prstClr val="black"/>
              <a:schemeClr val="accent1">
                <a:tint val="45000"/>
                <a:satMod val="400000"/>
              </a:schemeClr>
            </a:duotone>
          </a:blip>
          <a:stretch>
            <a:fillRect/>
          </a:stretch>
        </p:blipFill>
        <p:spPr>
          <a:xfrm rot="16200000">
            <a:off x="9714887" y="3797885"/>
            <a:ext cx="3017783" cy="2517867"/>
          </a:xfrm>
          <a:prstGeom prst="rect">
            <a:avLst/>
          </a:prstGeom>
        </p:spPr>
      </p:pic>
      <p:sp>
        <p:nvSpPr>
          <p:cNvPr id="71" name="矩形 70">
            <a:extLst>
              <a:ext uri="{FF2B5EF4-FFF2-40B4-BE49-F238E27FC236}">
                <a16:creationId xmlns:a16="http://schemas.microsoft.com/office/drawing/2014/main" id="{105A365F-E05A-6A26-7E77-E6094786D794}"/>
              </a:ext>
            </a:extLst>
          </p:cNvPr>
          <p:cNvSpPr/>
          <p:nvPr userDrawn="1"/>
        </p:nvSpPr>
        <p:spPr>
          <a:xfrm>
            <a:off x="9005828" y="3429001"/>
            <a:ext cx="3359651" cy="3563035"/>
          </a:xfrm>
          <a:prstGeom prst="rect">
            <a:avLst/>
          </a:prstGeom>
          <a:gradFill flip="none" rotWithShape="1">
            <a:gsLst>
              <a:gs pos="57000">
                <a:schemeClr val="bg1">
                  <a:alpha val="77000"/>
                </a:schemeClr>
              </a:gs>
              <a:gs pos="100000">
                <a:schemeClr val="bg1">
                  <a:alpha val="2000"/>
                </a:scheme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4" name="图片 3">
            <a:extLst>
              <a:ext uri="{FF2B5EF4-FFF2-40B4-BE49-F238E27FC236}">
                <a16:creationId xmlns:a16="http://schemas.microsoft.com/office/drawing/2014/main" id="{287C0C2E-27D7-4123-B01F-3144FCE1EF24}"/>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21741" r="31458"/>
          <a:stretch/>
        </p:blipFill>
        <p:spPr>
          <a:xfrm>
            <a:off x="0" y="226027"/>
            <a:ext cx="4021016" cy="5727260"/>
          </a:xfrm>
          <a:prstGeom prst="rect">
            <a:avLst/>
          </a:prstGeom>
        </p:spPr>
      </p:pic>
      <p:sp>
        <p:nvSpPr>
          <p:cNvPr id="6" name="圆角矩形 3">
            <a:extLst>
              <a:ext uri="{FF2B5EF4-FFF2-40B4-BE49-F238E27FC236}">
                <a16:creationId xmlns:a16="http://schemas.microsoft.com/office/drawing/2014/main" id="{136D8422-C379-C421-6241-7C69A19627F2}"/>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7" name="图片 1">
            <a:extLst>
              <a:ext uri="{FF2B5EF4-FFF2-40B4-BE49-F238E27FC236}">
                <a16:creationId xmlns:a16="http://schemas.microsoft.com/office/drawing/2014/main" id="{6EA93CF2-F44A-B23B-D8B1-693BEA076AA2}"/>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149086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圆角矩形 3">
            <a:extLst>
              <a:ext uri="{FF2B5EF4-FFF2-40B4-BE49-F238E27FC236}">
                <a16:creationId xmlns:a16="http://schemas.microsoft.com/office/drawing/2014/main" id="{740FDA96-6FD2-7750-63B8-EAA640398088}"/>
              </a:ext>
            </a:extLst>
          </p:cNvPr>
          <p:cNvSpPr>
            <a:spLocks/>
          </p:cNvSpPr>
          <p:nvPr userDrawn="1"/>
        </p:nvSpPr>
        <p:spPr bwMode="auto">
          <a:xfrm>
            <a:off x="10543797"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a:p>
        </p:txBody>
      </p:sp>
      <p:pic>
        <p:nvPicPr>
          <p:cNvPr id="4" name="图片 1">
            <a:extLst>
              <a:ext uri="{FF2B5EF4-FFF2-40B4-BE49-F238E27FC236}">
                <a16:creationId xmlns:a16="http://schemas.microsoft.com/office/drawing/2014/main" id="{143039DA-C43A-70C6-ACAA-D395E5C73FB0}"/>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b="29627"/>
          <a:stretch/>
        </p:blipFill>
        <p:spPr bwMode="auto">
          <a:xfrm>
            <a:off x="10559672" y="21610"/>
            <a:ext cx="1265238" cy="366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401108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3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0.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0.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0.xml"/><Relationship Id="rId4" Type="http://schemas.openxmlformats.org/officeDocument/2006/relationships/image" Target="../media/image21.sv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30.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23.sv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30.xml"/><Relationship Id="rId6" Type="http://schemas.openxmlformats.org/officeDocument/2006/relationships/image" Target="../media/image17.png"/><Relationship Id="rId5" Type="http://schemas.openxmlformats.org/officeDocument/2006/relationships/image" Target="../media/image21.sv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0.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notesSlide" Target="../notesSlides/notesSlide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Layout" Target="../slideLayouts/slideLayout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30.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customXml" Target="../../customXml/item10.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ustomXml" Target="../../customXml/item53.xml"/></Relationships>
</file>

<file path=ppt/slides/_rels/slide22.xml.rels><?xml version="1.0" encoding="UTF-8" standalone="yes"?>
<Relationships xmlns="http://schemas.openxmlformats.org/package/2006/relationships"><Relationship Id="rId3" Type="http://schemas.openxmlformats.org/officeDocument/2006/relationships/image" Target="../media/image30.jfif"/><Relationship Id="rId2" Type="http://schemas.openxmlformats.org/officeDocument/2006/relationships/slideLayout" Target="../slideLayouts/slideLayout2.xml"/><Relationship Id="rId1" Type="http://schemas.openxmlformats.org/officeDocument/2006/relationships/customXml" Target="../../customXml/item14.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customXml" Target="../../customXml/item29.xml"/><Relationship Id="rId4" Type="http://schemas.openxmlformats.org/officeDocument/2006/relationships/image" Target="../media/image32.jfif"/></Relationships>
</file>

<file path=ppt/slides/_rels/slide24.xml.rels><?xml version="1.0" encoding="UTF-8" standalone="yes"?>
<Relationships xmlns="http://schemas.openxmlformats.org/package/2006/relationships"><Relationship Id="rId3" Type="http://schemas.openxmlformats.org/officeDocument/2006/relationships/image" Target="../media/image32.jfif"/><Relationship Id="rId2" Type="http://schemas.openxmlformats.org/officeDocument/2006/relationships/slideLayout" Target="../slideLayouts/slideLayout2.xml"/><Relationship Id="rId1" Type="http://schemas.openxmlformats.org/officeDocument/2006/relationships/customXml" Target="../../customXml/item56.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0.jfif"/><Relationship Id="rId2" Type="http://schemas.openxmlformats.org/officeDocument/2006/relationships/slideLayout" Target="../slideLayouts/slideLayout2.xml"/><Relationship Id="rId1" Type="http://schemas.openxmlformats.org/officeDocument/2006/relationships/customXml" Target="../../customXml/item51.xml"/><Relationship Id="rId5" Type="http://schemas.openxmlformats.org/officeDocument/2006/relationships/image" Target="../media/image33.png"/><Relationship Id="rId4" Type="http://schemas.openxmlformats.org/officeDocument/2006/relationships/image" Target="../media/image34.jfif"/></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customXml" Target="../../customXml/item25.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customXml" Target="../../customXml/item7.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customXml" Target="../../customXml/item47.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customXml" Target="../../customXml/item36.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customXml" Target="../../customXml/item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ustomXml" Target="../../customXml/item2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ustomXml" Target="../../customXml/item8.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ustomXml" Target="../../customXml/item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ustomXml" Target="../../customXml/item2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ustomXml" Target="../../customXml/item3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customXml" Target="../../customXml/item2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customXml" Target="../../customXml/item31.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customXml" Target="../../customXml/item15.xml"/></Relationships>
</file>

<file path=ppt/slides/_rels/slide3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13.xml"/><Relationship Id="rId7" Type="http://schemas.openxmlformats.org/officeDocument/2006/relationships/image" Target="../media/image37.png"/><Relationship Id="rId2" Type="http://schemas.openxmlformats.org/officeDocument/2006/relationships/tags" Target="../tags/tag12.xml"/><Relationship Id="rId1" Type="http://schemas.openxmlformats.org/officeDocument/2006/relationships/customXml" Target="../../customXml/item52.xml"/><Relationship Id="rId6" Type="http://schemas.openxmlformats.org/officeDocument/2006/relationships/image" Target="../media/image36.png"/><Relationship Id="rId5" Type="http://schemas.openxmlformats.org/officeDocument/2006/relationships/slideLayout" Target="../slideLayouts/slideLayout2.xml"/><Relationship Id="rId4" Type="http://schemas.openxmlformats.org/officeDocument/2006/relationships/tags" Target="../tags/tag14.xml"/></Relationships>
</file>

<file path=ppt/slides/_rels/slide4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7.png"/><Relationship Id="rId7" Type="http://schemas.openxmlformats.org/officeDocument/2006/relationships/image" Target="../media/image40.png"/><Relationship Id="rId12"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customXml" Target="../../customXml/item39.xml"/><Relationship Id="rId6" Type="http://schemas.openxmlformats.org/officeDocument/2006/relationships/image" Target="../media/image39.jpeg"/><Relationship Id="rId11" Type="http://schemas.openxmlformats.org/officeDocument/2006/relationships/image" Target="../media/image43.png"/><Relationship Id="rId5" Type="http://schemas.openxmlformats.org/officeDocument/2006/relationships/image" Target="../media/image38.png"/><Relationship Id="rId10" Type="http://schemas.openxmlformats.org/officeDocument/2006/relationships/image" Target="../media/image42.jfif"/><Relationship Id="rId4" Type="http://schemas.microsoft.com/office/2007/relationships/hdphoto" Target="../media/hdphoto1.wdp"/><Relationship Id="rId9" Type="http://schemas.openxmlformats.org/officeDocument/2006/relationships/image" Target="../media/image41.jfi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26.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ustomXml" Target="../../customXml/item38.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customXml" Target="../../customXml/item37.xml"/><Relationship Id="rId4" Type="http://schemas.openxmlformats.org/officeDocument/2006/relationships/image" Target="../media/image46.svg"/></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customXml" Target="../../customXml/item11.xml"/><Relationship Id="rId4" Type="http://schemas.openxmlformats.org/officeDocument/2006/relationships/image" Target="../media/image46.sv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41.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customXml" Target="../../customXml/item23.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customXml" Target="../../customXml/item6.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ustomXml" Target="../../customXml/item3.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ollama.com/"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 Id="rId4" Type="http://schemas.openxmlformats.org/officeDocument/2006/relationships/hyperlink" Target="https://ollama.com/"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20.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21.svg"/><Relationship Id="rId4" Type="http://schemas.openxmlformats.org/officeDocument/2006/relationships/image" Target="../media/image62.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40.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3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2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1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4.xml"/></Relationships>
</file>

<file path=ppt/slides/_rels/slide7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27.xml"/></Relationships>
</file>

<file path=ppt/slides/_rels/slide8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46.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49.xml"/></Relationships>
</file>

<file path=ppt/slides/_rels/slide9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5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xml"/><Relationship Id="rId5" Type="http://schemas.openxmlformats.org/officeDocument/2006/relationships/image" Target="../media/image86.png"/><Relationship Id="rId4" Type="http://schemas.openxmlformats.org/officeDocument/2006/relationships/image" Target="../media/image8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55.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43.xml"/></Relationships>
</file>

<file path=ppt/slides/_rels/slide12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xml"/><Relationship Id="rId5" Type="http://schemas.openxmlformats.org/officeDocument/2006/relationships/image" Target="../media/image93.png"/><Relationship Id="rId4" Type="http://schemas.openxmlformats.org/officeDocument/2006/relationships/image" Target="../media/image92.png"/></Relationships>
</file>

<file path=ppt/slides/_rels/slide12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44.xml"/></Relationships>
</file>

<file path=ppt/slides/_rels/slide12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1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customXml" Target="../../customXml/item35.xml"/></Relationships>
</file>

<file path=ppt/slides/_rels/slide132.xml.rels><?xml version="1.0" encoding="UTF-8" standalone="yes"?>
<Relationships xmlns="http://schemas.openxmlformats.org/package/2006/relationships"><Relationship Id="rId2" Type="http://schemas.openxmlformats.org/officeDocument/2006/relationships/image" Target="../media/image98.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0DB4C06-5B2A-42AC-B702-A0D945EEFCBC}"/>
              </a:ext>
            </a:extLst>
          </p:cNvPr>
          <p:cNvSpPr/>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38ED6CDB-88FA-4532-A851-5F5C1BAABE70}"/>
              </a:ext>
            </a:extLst>
          </p:cNvPr>
          <p:cNvSpPr txBox="1"/>
          <p:nvPr/>
        </p:nvSpPr>
        <p:spPr>
          <a:xfrm>
            <a:off x="9746805" y="2562718"/>
            <a:ext cx="1369286" cy="12354151"/>
          </a:xfrm>
          <a:prstGeom prst="rect">
            <a:avLst/>
          </a:prstGeom>
          <a:noFill/>
        </p:spPr>
        <p:txBody>
          <a:bodyPr wrap="none">
            <a:spAutoFit/>
          </a:bodyPr>
          <a:lstStyle/>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1</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2</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3</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4</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endParaRPr lang="zh-CN" altLang="en-US"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endParaRPr>
          </a:p>
        </p:txBody>
      </p:sp>
      <p:sp>
        <p:nvSpPr>
          <p:cNvPr id="4" name="文本框 3">
            <a:extLst>
              <a:ext uri="{FF2B5EF4-FFF2-40B4-BE49-F238E27FC236}">
                <a16:creationId xmlns:a16="http://schemas.microsoft.com/office/drawing/2014/main" id="{6D5CFD53-EE0B-4F3E-9CF4-D4F8A48D27B3}"/>
              </a:ext>
            </a:extLst>
          </p:cNvPr>
          <p:cNvSpPr txBox="1"/>
          <p:nvPr/>
        </p:nvSpPr>
        <p:spPr>
          <a:xfrm>
            <a:off x="7464712" y="2562718"/>
            <a:ext cx="1369286" cy="12354151"/>
          </a:xfrm>
          <a:prstGeom prst="rect">
            <a:avLst/>
          </a:prstGeom>
          <a:noFill/>
        </p:spPr>
        <p:txBody>
          <a:bodyPr wrap="none">
            <a:spAutoFit/>
          </a:bodyPr>
          <a:lstStyle/>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2</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5</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8</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9</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1</a:t>
            </a:r>
            <a:endParaRPr lang="zh-CN" altLang="en-US"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endParaRPr>
          </a:p>
        </p:txBody>
      </p:sp>
      <p:sp>
        <p:nvSpPr>
          <p:cNvPr id="5" name="文本框 4">
            <a:extLst>
              <a:ext uri="{FF2B5EF4-FFF2-40B4-BE49-F238E27FC236}">
                <a16:creationId xmlns:a16="http://schemas.microsoft.com/office/drawing/2014/main" id="{E6DB685B-EFE7-4B04-84E9-904E69A7C23C}"/>
              </a:ext>
            </a:extLst>
          </p:cNvPr>
          <p:cNvSpPr txBox="1"/>
          <p:nvPr/>
        </p:nvSpPr>
        <p:spPr>
          <a:xfrm>
            <a:off x="2548742" y="2562718"/>
            <a:ext cx="1369286" cy="12354151"/>
          </a:xfrm>
          <a:prstGeom prst="rect">
            <a:avLst/>
          </a:prstGeom>
          <a:noFill/>
        </p:spPr>
        <p:txBody>
          <a:bodyPr wrap="none">
            <a:spAutoFit/>
          </a:bodyPr>
          <a:lstStyle/>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4</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6</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9</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2</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endParaRPr lang="zh-CN" altLang="en-US"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endParaRPr>
          </a:p>
        </p:txBody>
      </p:sp>
      <p:sp>
        <p:nvSpPr>
          <p:cNvPr id="6" name="文本框 5">
            <a:extLst>
              <a:ext uri="{FF2B5EF4-FFF2-40B4-BE49-F238E27FC236}">
                <a16:creationId xmlns:a16="http://schemas.microsoft.com/office/drawing/2014/main" id="{DB7E8BB9-444A-4C3A-B9E8-279B8B6AFCAB}"/>
              </a:ext>
            </a:extLst>
          </p:cNvPr>
          <p:cNvSpPr txBox="1"/>
          <p:nvPr/>
        </p:nvSpPr>
        <p:spPr>
          <a:xfrm>
            <a:off x="8605758" y="-7574342"/>
            <a:ext cx="1369286" cy="12354151"/>
          </a:xfrm>
          <a:prstGeom prst="rect">
            <a:avLst/>
          </a:prstGeom>
          <a:noFill/>
        </p:spPr>
        <p:txBody>
          <a:bodyPr wrap="none">
            <a:spAutoFit/>
          </a:bodyPr>
          <a:lstStyle/>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3</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2</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5</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8</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9</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endParaRPr lang="zh-CN" altLang="en-US"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endParaRPr>
          </a:p>
        </p:txBody>
      </p:sp>
      <p:sp>
        <p:nvSpPr>
          <p:cNvPr id="7" name="文本框 6">
            <a:extLst>
              <a:ext uri="{FF2B5EF4-FFF2-40B4-BE49-F238E27FC236}">
                <a16:creationId xmlns:a16="http://schemas.microsoft.com/office/drawing/2014/main" id="{CD4DDD63-D021-499A-A3F0-48FAA710441F}"/>
              </a:ext>
            </a:extLst>
          </p:cNvPr>
          <p:cNvSpPr txBox="1"/>
          <p:nvPr/>
        </p:nvSpPr>
        <p:spPr>
          <a:xfrm>
            <a:off x="5006727" y="2562718"/>
            <a:ext cx="1369286" cy="12354151"/>
          </a:xfrm>
          <a:prstGeom prst="rect">
            <a:avLst/>
          </a:prstGeom>
          <a:noFill/>
        </p:spPr>
        <p:txBody>
          <a:bodyPr wrap="none">
            <a:spAutoFit/>
          </a:bodyPr>
          <a:lstStyle/>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3</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4</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7</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8</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2</a:t>
            </a:r>
            <a:endParaRPr lang="zh-CN" altLang="en-US"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endParaRPr>
          </a:p>
        </p:txBody>
      </p:sp>
      <p:sp>
        <p:nvSpPr>
          <p:cNvPr id="8" name="文本框 7">
            <a:extLst>
              <a:ext uri="{FF2B5EF4-FFF2-40B4-BE49-F238E27FC236}">
                <a16:creationId xmlns:a16="http://schemas.microsoft.com/office/drawing/2014/main" id="{B9EBE16B-146D-424F-A6D0-E77C4F7D2824}"/>
              </a:ext>
            </a:extLst>
          </p:cNvPr>
          <p:cNvSpPr txBox="1"/>
          <p:nvPr/>
        </p:nvSpPr>
        <p:spPr>
          <a:xfrm>
            <a:off x="6147773" y="-7574342"/>
            <a:ext cx="1369286" cy="12354151"/>
          </a:xfrm>
          <a:prstGeom prst="rect">
            <a:avLst/>
          </a:prstGeom>
          <a:noFill/>
        </p:spPr>
        <p:txBody>
          <a:bodyPr wrap="none">
            <a:spAutoFit/>
          </a:bodyPr>
          <a:lstStyle/>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1</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8</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5</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4</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2</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endParaRPr lang="zh-CN" altLang="en-US"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endParaRPr>
          </a:p>
        </p:txBody>
      </p:sp>
      <p:sp>
        <p:nvSpPr>
          <p:cNvPr id="9" name="文本框 8">
            <a:extLst>
              <a:ext uri="{FF2B5EF4-FFF2-40B4-BE49-F238E27FC236}">
                <a16:creationId xmlns:a16="http://schemas.microsoft.com/office/drawing/2014/main" id="{1B8F1607-67D0-4859-9F85-384187D16A6F}"/>
              </a:ext>
            </a:extLst>
          </p:cNvPr>
          <p:cNvSpPr txBox="1"/>
          <p:nvPr/>
        </p:nvSpPr>
        <p:spPr>
          <a:xfrm>
            <a:off x="3865681" y="-7562767"/>
            <a:ext cx="1369286" cy="12354151"/>
          </a:xfrm>
          <a:prstGeom prst="rect">
            <a:avLst/>
          </a:prstGeom>
          <a:noFill/>
        </p:spPr>
        <p:txBody>
          <a:bodyPr wrap="none">
            <a:spAutoFit/>
          </a:bodyPr>
          <a:lstStyle/>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2</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9</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7</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6</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1</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endParaRPr lang="zh-CN" altLang="en-US"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endParaRPr>
          </a:p>
        </p:txBody>
      </p:sp>
      <p:sp>
        <p:nvSpPr>
          <p:cNvPr id="13" name="文本框 12">
            <a:extLst>
              <a:ext uri="{FF2B5EF4-FFF2-40B4-BE49-F238E27FC236}">
                <a16:creationId xmlns:a16="http://schemas.microsoft.com/office/drawing/2014/main" id="{1317FA05-7A02-D88D-B99F-6F3D9E7139D7}"/>
              </a:ext>
            </a:extLst>
          </p:cNvPr>
          <p:cNvSpPr txBox="1"/>
          <p:nvPr/>
        </p:nvSpPr>
        <p:spPr>
          <a:xfrm>
            <a:off x="1316187" y="-7574342"/>
            <a:ext cx="1369286" cy="12354151"/>
          </a:xfrm>
          <a:prstGeom prst="rect">
            <a:avLst/>
          </a:prstGeom>
          <a:noFill/>
        </p:spPr>
        <p:txBody>
          <a:bodyPr wrap="none">
            <a:spAutoFit/>
          </a:bodyPr>
          <a:lstStyle/>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2</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9</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7</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6</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1</a:t>
            </a:r>
          </a:p>
          <a:p>
            <a:pPr algn="ctr">
              <a:lnSpc>
                <a:spcPct val="80000"/>
              </a:lnSpc>
            </a:pPr>
            <a:r>
              <a:rPr lang="en-US" altLang="zh-CN"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rPr>
              <a:t>0</a:t>
            </a:r>
            <a:endParaRPr lang="zh-CN" altLang="en-US" sz="16600" dirty="0">
              <a:solidFill>
                <a:schemeClr val="bg1"/>
              </a:solidFill>
              <a:latin typeface="Arial" panose="020B0604020202020204" pitchFamily="34" charset="0"/>
              <a:ea typeface="HarmonyOS Sans SC Medium" panose="00000600000000000000" pitchFamily="2" charset="-122"/>
              <a:cs typeface="Arial" panose="020B0604020202020204" pitchFamily="34" charset="0"/>
            </a:endParaRPr>
          </a:p>
        </p:txBody>
      </p:sp>
      <p:sp>
        <p:nvSpPr>
          <p:cNvPr id="11" name="矩形 10">
            <a:extLst>
              <a:ext uri="{FF2B5EF4-FFF2-40B4-BE49-F238E27FC236}">
                <a16:creationId xmlns:a16="http://schemas.microsoft.com/office/drawing/2014/main" id="{BA0BD4B0-3E83-4B69-89A3-6DC7AE86A1DA}"/>
              </a:ext>
            </a:extLst>
          </p:cNvPr>
          <p:cNvSpPr/>
          <p:nvPr/>
        </p:nvSpPr>
        <p:spPr>
          <a:xfrm>
            <a:off x="0" y="0"/>
            <a:ext cx="12192000" cy="233172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F9067CC-4258-459C-810F-EF433CEC3790}"/>
              </a:ext>
            </a:extLst>
          </p:cNvPr>
          <p:cNvSpPr/>
          <p:nvPr/>
        </p:nvSpPr>
        <p:spPr>
          <a:xfrm>
            <a:off x="0" y="4419600"/>
            <a:ext cx="12192000" cy="24384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6381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11022E-16 4.44444E-6 L 1.11022E-16 -1.472 " pathEditMode="relative" rAng="0" ptsTypes="AA">
                                      <p:cBhvr>
                                        <p:cTn id="6" dur="2000" fill="hold"/>
                                        <p:tgtEl>
                                          <p:spTgt spid="3"/>
                                        </p:tgtEl>
                                        <p:attrNameLst>
                                          <p:attrName>ppt_x</p:attrName>
                                          <p:attrName>ppt_y</p:attrName>
                                        </p:attrNameLst>
                                      </p:cBhvr>
                                      <p:rCtr x="0" y="-73611"/>
                                    </p:animMotion>
                                  </p:childTnLst>
                                </p:cTn>
                              </p:par>
                              <p:par>
                                <p:cTn id="7" presetID="42" presetClass="path" presetSubtype="0" accel="50000" decel="50000" fill="hold" grpId="0" nodeType="withEffect">
                                  <p:stCondLst>
                                    <p:cond delay="0"/>
                                  </p:stCondLst>
                                  <p:childTnLst>
                                    <p:animMotion origin="layout" path="M -6.25E-7 4.44444E-6 L -6.25E-7 -1.472 " pathEditMode="relative" rAng="0" ptsTypes="AA">
                                      <p:cBhvr>
                                        <p:cTn id="8" dur="2000" fill="hold"/>
                                        <p:tgtEl>
                                          <p:spTgt spid="4"/>
                                        </p:tgtEl>
                                        <p:attrNameLst>
                                          <p:attrName>ppt_x</p:attrName>
                                          <p:attrName>ppt_y</p:attrName>
                                        </p:attrNameLst>
                                      </p:cBhvr>
                                      <p:rCtr x="0" y="-73611"/>
                                    </p:animMotion>
                                  </p:childTnLst>
                                </p:cTn>
                              </p:par>
                              <p:par>
                                <p:cTn id="9" presetID="42" presetClass="path" presetSubtype="0" accel="50000" decel="50000" fill="hold" grpId="0" nodeType="withEffect">
                                  <p:stCondLst>
                                    <p:cond delay="0"/>
                                  </p:stCondLst>
                                  <p:childTnLst>
                                    <p:animMotion origin="layout" path="M 2.08333E-6 4.44444E-6 L 2.08333E-6 -1.472 " pathEditMode="relative" rAng="0" ptsTypes="AA">
                                      <p:cBhvr>
                                        <p:cTn id="10" dur="2000" fill="hold"/>
                                        <p:tgtEl>
                                          <p:spTgt spid="7"/>
                                        </p:tgtEl>
                                        <p:attrNameLst>
                                          <p:attrName>ppt_x</p:attrName>
                                          <p:attrName>ppt_y</p:attrName>
                                        </p:attrNameLst>
                                      </p:cBhvr>
                                      <p:rCtr x="0" y="-73611"/>
                                    </p:animMotion>
                                  </p:childTnLst>
                                </p:cTn>
                              </p:par>
                              <p:par>
                                <p:cTn id="11" presetID="42" presetClass="path" presetSubtype="0" accel="50000" decel="50000" fill="hold" grpId="0" nodeType="withEffect">
                                  <p:stCondLst>
                                    <p:cond delay="0"/>
                                  </p:stCondLst>
                                  <p:childTnLst>
                                    <p:animMotion origin="layout" path="M 1.66667E-6 3.33333E-6 L 1.66667E-6 1.47986 " pathEditMode="relative" rAng="0" ptsTypes="AA">
                                      <p:cBhvr>
                                        <p:cTn id="12" dur="2000" fill="hold"/>
                                        <p:tgtEl>
                                          <p:spTgt spid="9"/>
                                        </p:tgtEl>
                                        <p:attrNameLst>
                                          <p:attrName>ppt_x</p:attrName>
                                          <p:attrName>ppt_y</p:attrName>
                                        </p:attrNameLst>
                                      </p:cBhvr>
                                      <p:rCtr x="0" y="73981"/>
                                    </p:animMotion>
                                  </p:childTnLst>
                                </p:cTn>
                              </p:par>
                              <p:par>
                                <p:cTn id="13" presetID="42" presetClass="path" presetSubtype="0" accel="50000" decel="50000" fill="hold" grpId="0" nodeType="withEffect">
                                  <p:stCondLst>
                                    <p:cond delay="0"/>
                                  </p:stCondLst>
                                  <p:childTnLst>
                                    <p:animMotion origin="layout" path="M 4.58333E-6 4.44444E-6 L 4.58333E-6 -1.472 " pathEditMode="relative" rAng="0" ptsTypes="AA">
                                      <p:cBhvr>
                                        <p:cTn id="14" dur="2000" fill="hold"/>
                                        <p:tgtEl>
                                          <p:spTgt spid="5"/>
                                        </p:tgtEl>
                                        <p:attrNameLst>
                                          <p:attrName>ppt_x</p:attrName>
                                          <p:attrName>ppt_y</p:attrName>
                                        </p:attrNameLst>
                                      </p:cBhvr>
                                      <p:rCtr x="0" y="-73611"/>
                                    </p:animMotion>
                                  </p:childTnLst>
                                </p:cTn>
                              </p:par>
                              <p:par>
                                <p:cTn id="15" presetID="42" presetClass="path" presetSubtype="0" accel="50000" decel="50000" fill="hold" grpId="0" nodeType="withEffect">
                                  <p:stCondLst>
                                    <p:cond delay="0"/>
                                  </p:stCondLst>
                                  <p:childTnLst>
                                    <p:animMotion origin="layout" path="M 2.29167E-6 3.7037E-6 L 2.29167E-6 1.47986 " pathEditMode="relative" rAng="0" ptsTypes="AA">
                                      <p:cBhvr>
                                        <p:cTn id="16" dur="2000" fill="hold"/>
                                        <p:tgtEl>
                                          <p:spTgt spid="8"/>
                                        </p:tgtEl>
                                        <p:attrNameLst>
                                          <p:attrName>ppt_x</p:attrName>
                                          <p:attrName>ppt_y</p:attrName>
                                        </p:attrNameLst>
                                      </p:cBhvr>
                                      <p:rCtr x="0" y="73981"/>
                                    </p:animMotion>
                                  </p:childTnLst>
                                </p:cTn>
                              </p:par>
                              <p:par>
                                <p:cTn id="17" presetID="42" presetClass="path" presetSubtype="0" accel="50000" decel="50000" fill="hold" grpId="0" nodeType="withEffect">
                                  <p:stCondLst>
                                    <p:cond delay="0"/>
                                  </p:stCondLst>
                                  <p:childTnLst>
                                    <p:animMotion origin="layout" path="M -4.16667E-7 3.7037E-6 L -4.16667E-7 1.47986 " pathEditMode="relative" rAng="0" ptsTypes="AA">
                                      <p:cBhvr>
                                        <p:cTn id="18" dur="2000" fill="hold"/>
                                        <p:tgtEl>
                                          <p:spTgt spid="6"/>
                                        </p:tgtEl>
                                        <p:attrNameLst>
                                          <p:attrName>ppt_x</p:attrName>
                                          <p:attrName>ppt_y</p:attrName>
                                        </p:attrNameLst>
                                      </p:cBhvr>
                                      <p:rCtr x="0" y="73981"/>
                                    </p:animMotion>
                                  </p:childTnLst>
                                </p:cTn>
                              </p:par>
                              <p:par>
                                <p:cTn id="19" presetID="42" presetClass="path" presetSubtype="0" accel="50000" decel="50000" fill="hold" grpId="0" nodeType="withEffect">
                                  <p:stCondLst>
                                    <p:cond delay="0"/>
                                  </p:stCondLst>
                                  <p:childTnLst>
                                    <p:animMotion origin="layout" path="M 1.66667E-6 3.33333E-6 L 1.66667E-6 1.47986 " pathEditMode="relative" rAng="0" ptsTypes="AA">
                                      <p:cBhvr>
                                        <p:cTn id="20" dur="2000" fill="hold"/>
                                        <p:tgtEl>
                                          <p:spTgt spid="13"/>
                                        </p:tgtEl>
                                        <p:attrNameLst>
                                          <p:attrName>ppt_x</p:attrName>
                                          <p:attrName>ppt_y</p:attrName>
                                        </p:attrNameLst>
                                      </p:cBhvr>
                                      <p:rCtr x="0" y="73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5BF2827A-12D7-6F16-4BF0-11F86A207EF5}"/>
              </a:ext>
            </a:extLst>
          </p:cNvPr>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1CFABE4-48A8-08CB-219C-6EB8FEC786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7999"/>
          </a:xfrm>
          <a:prstGeom prst="rect">
            <a:avLst/>
          </a:prstGeom>
        </p:spPr>
      </p:pic>
      <p:pic>
        <p:nvPicPr>
          <p:cNvPr id="8" name="图片 7">
            <a:extLst>
              <a:ext uri="{FF2B5EF4-FFF2-40B4-BE49-F238E27FC236}">
                <a16:creationId xmlns:a16="http://schemas.microsoft.com/office/drawing/2014/main" id="{61997004-B978-0F78-E77B-BE89996E3ACC}"/>
              </a:ext>
            </a:extLst>
          </p:cNvPr>
          <p:cNvPicPr>
            <a:picLocks noChangeAspect="1"/>
          </p:cNvPicPr>
          <p:nvPr/>
        </p:nvPicPr>
        <p:blipFill>
          <a:blip r:embed="rId3">
            <a:alphaModFix/>
            <a:lum bright="70000" contrast="-70000"/>
            <a:extLst>
              <a:ext uri="{28A0092B-C50C-407E-A947-70E740481C1C}">
                <a14:useLocalDpi xmlns:a14="http://schemas.microsoft.com/office/drawing/2010/main" val="0"/>
              </a:ext>
            </a:extLst>
          </a:blip>
          <a:stretch>
            <a:fillRect/>
          </a:stretch>
        </p:blipFill>
        <p:spPr>
          <a:xfrm rot="13183500">
            <a:off x="4316270" y="7180436"/>
            <a:ext cx="1237077" cy="1268730"/>
          </a:xfrm>
          <a:prstGeom prst="rect">
            <a:avLst/>
          </a:prstGeom>
        </p:spPr>
      </p:pic>
      <p:sp>
        <p:nvSpPr>
          <p:cNvPr id="9" name="文本框 8">
            <a:extLst>
              <a:ext uri="{FF2B5EF4-FFF2-40B4-BE49-F238E27FC236}">
                <a16:creationId xmlns:a16="http://schemas.microsoft.com/office/drawing/2014/main" id="{46810162-1AD3-A002-AB35-B2178214D6A1}"/>
              </a:ext>
            </a:extLst>
          </p:cNvPr>
          <p:cNvSpPr txBox="1"/>
          <p:nvPr/>
        </p:nvSpPr>
        <p:spPr>
          <a:xfrm>
            <a:off x="5886451" y="7522413"/>
            <a:ext cx="220098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ChatGPT</a:t>
            </a:r>
            <a:endParaRPr kumimoji="0" lang="zh-CN" altLang="en-US" sz="3200" b="1" i="0"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753589"/>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972F1-1DCF-A6A1-6A73-3FCAAFF67E41}"/>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06A9D015-7FC6-2073-AF74-F8CBCD5BEE1E}"/>
              </a:ext>
            </a:extLst>
          </p:cNvPr>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13A8F1E2-FE32-D98C-A908-795F1097EFE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599691" y="703868"/>
            <a:ext cx="6786878" cy="3817618"/>
          </a:xfrm>
          <a:prstGeom prst="rect">
            <a:avLst/>
          </a:prstGeom>
        </p:spPr>
      </p:pic>
      <p:pic>
        <p:nvPicPr>
          <p:cNvPr id="7" name="图片 6">
            <a:extLst>
              <a:ext uri="{FF2B5EF4-FFF2-40B4-BE49-F238E27FC236}">
                <a16:creationId xmlns:a16="http://schemas.microsoft.com/office/drawing/2014/main" id="{A0A94EBB-DF67-3FE3-E7A9-4EA7DEEAD090}"/>
              </a:ext>
            </a:extLst>
          </p:cNvPr>
          <p:cNvPicPr>
            <a:picLocks noChangeAspect="1"/>
          </p:cNvPicPr>
          <p:nvPr/>
        </p:nvPicPr>
        <p:blipFill>
          <a:blip r:embed="rId5">
            <a:alphaModFix/>
            <a:lum bright="70000" contrast="-70000"/>
            <a:extLst>
              <a:ext uri="{28A0092B-C50C-407E-A947-70E740481C1C}">
                <a14:useLocalDpi xmlns:a14="http://schemas.microsoft.com/office/drawing/2010/main" val="0"/>
              </a:ext>
            </a:extLst>
          </a:blip>
          <a:stretch>
            <a:fillRect/>
          </a:stretch>
        </p:blipFill>
        <p:spPr>
          <a:xfrm>
            <a:off x="4316270" y="4128626"/>
            <a:ext cx="1237077" cy="1268730"/>
          </a:xfrm>
          <a:prstGeom prst="rect">
            <a:avLst/>
          </a:prstGeom>
        </p:spPr>
      </p:pic>
      <p:sp>
        <p:nvSpPr>
          <p:cNvPr id="8" name="文本框 7">
            <a:extLst>
              <a:ext uri="{FF2B5EF4-FFF2-40B4-BE49-F238E27FC236}">
                <a16:creationId xmlns:a16="http://schemas.microsoft.com/office/drawing/2014/main" id="{FACCE306-03E5-FC42-29A7-1A46ED2F8011}"/>
              </a:ext>
            </a:extLst>
          </p:cNvPr>
          <p:cNvSpPr txBox="1"/>
          <p:nvPr/>
        </p:nvSpPr>
        <p:spPr>
          <a:xfrm>
            <a:off x="5886451" y="4470603"/>
            <a:ext cx="220098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ChatGPT</a:t>
            </a:r>
            <a:endParaRPr kumimoji="0" lang="zh-CN" altLang="en-US" sz="3200" b="1" i="0"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pic>
        <p:nvPicPr>
          <p:cNvPr id="10" name="合成 1">
            <a:hlinkClick r:id="" action="ppaction://media"/>
            <a:extLst>
              <a:ext uri="{FF2B5EF4-FFF2-40B4-BE49-F238E27FC236}">
                <a16:creationId xmlns:a16="http://schemas.microsoft.com/office/drawing/2014/main" id="{C8E121E7-4594-833D-D810-303065ECBB18}"/>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2121546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 fill="hold"/>
                                        <p:tgtEl>
                                          <p:spTgt spid="7"/>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416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3" fill="hold" display="0">
                  <p:stCondLst>
                    <p:cond delay="indefinite"/>
                  </p:stCondLst>
                </p:cTn>
                <p:tgtEl>
                  <p:spTgt spid="10"/>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26700-C60A-55CC-2BAF-615A26CF4AD3}"/>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DD44EDE7-7330-514F-DE3D-DC8DD5DFC06C}"/>
              </a:ext>
            </a:extLst>
          </p:cNvPr>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endParaRPr>
          </a:p>
        </p:txBody>
      </p:sp>
      <p:sp>
        <p:nvSpPr>
          <p:cNvPr id="18" name="文本框 17">
            <a:extLst>
              <a:ext uri="{FF2B5EF4-FFF2-40B4-BE49-F238E27FC236}">
                <a16:creationId xmlns:a16="http://schemas.microsoft.com/office/drawing/2014/main" id="{6E2CF379-5491-2D2B-0864-A9C4717D4162}"/>
              </a:ext>
            </a:extLst>
          </p:cNvPr>
          <p:cNvSpPr txBox="1"/>
          <p:nvPr/>
        </p:nvSpPr>
        <p:spPr>
          <a:xfrm>
            <a:off x="359909" y="2484219"/>
            <a:ext cx="460338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图片：</a:t>
            </a:r>
            <a:r>
              <a:rPr kumimoji="0" lang="en-US" altLang="zh-CN" sz="2400" b="1" i="0" u="none" strike="noStrike" kern="1200" cap="none" spc="0" normalizeH="0" baseline="0" noProof="0" dirty="0">
                <a:ln>
                  <a:noFill/>
                </a:ln>
                <a:solidFill>
                  <a:schemeClr val="bg1"/>
                </a:solidFill>
                <a:effectLst/>
                <a:uLnTx/>
                <a:uFillTx/>
                <a:latin typeface="Consolas" panose="020B0609020204030204" pitchFamily="49" charset="0"/>
              </a:rPr>
              <a:t>Stable</a:t>
            </a:r>
            <a:r>
              <a:rPr kumimoji="0" lang="en-US" altLang="zh-CN" sz="2400" b="1" i="0" u="none" strike="noStrike" kern="1200" cap="none" spc="0" normalizeH="0" noProof="0" dirty="0">
                <a:ln>
                  <a:noFill/>
                </a:ln>
                <a:solidFill>
                  <a:schemeClr val="bg1"/>
                </a:solidFill>
                <a:effectLst/>
                <a:uLnTx/>
                <a:uFillTx/>
                <a:latin typeface="Consolas" panose="020B0609020204030204" pitchFamily="49" charset="0"/>
              </a:rPr>
              <a:t> </a:t>
            </a:r>
            <a:r>
              <a:rPr kumimoji="0" lang="en-US" altLang="zh-CN" sz="2400" b="1" i="0" u="none" strike="noStrike" kern="1200" cap="none" spc="0" normalizeH="0" baseline="0" noProof="0" dirty="0">
                <a:ln>
                  <a:noFill/>
                </a:ln>
                <a:solidFill>
                  <a:schemeClr val="bg1"/>
                </a:solidFill>
                <a:effectLst/>
                <a:uLnTx/>
                <a:uFillTx/>
                <a:latin typeface="Consolas" panose="020B0609020204030204" pitchFamily="49" charset="0"/>
              </a:rPr>
              <a:t>Diffusion</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38" name="文本框 37">
            <a:extLst>
              <a:ext uri="{FF2B5EF4-FFF2-40B4-BE49-F238E27FC236}">
                <a16:creationId xmlns:a16="http://schemas.microsoft.com/office/drawing/2014/main" id="{A18A3AA0-AD5B-06B5-F512-1FEDE438D69F}"/>
              </a:ext>
            </a:extLst>
          </p:cNvPr>
          <p:cNvSpPr txBox="1"/>
          <p:nvPr/>
        </p:nvSpPr>
        <p:spPr>
          <a:xfrm>
            <a:off x="492118" y="4701499"/>
            <a:ext cx="31054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bg1"/>
                </a:solidFill>
                <a:effectLst/>
                <a:uLnTx/>
                <a:uFillTx/>
                <a:latin typeface="Consolas" panose="020B0609020204030204" pitchFamily="49" charset="0"/>
              </a:rPr>
              <a:t>AI</a:t>
            </a:r>
            <a:r>
              <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rPr>
              <a:t>对话：文心一言</a:t>
            </a:r>
          </a:p>
        </p:txBody>
      </p:sp>
      <p:sp>
        <p:nvSpPr>
          <p:cNvPr id="48" name="文本框 47">
            <a:extLst>
              <a:ext uri="{FF2B5EF4-FFF2-40B4-BE49-F238E27FC236}">
                <a16:creationId xmlns:a16="http://schemas.microsoft.com/office/drawing/2014/main" id="{BABCD49F-6B07-91BB-4863-324DC83D74F6}"/>
              </a:ext>
            </a:extLst>
          </p:cNvPr>
          <p:cNvSpPr txBox="1"/>
          <p:nvPr/>
        </p:nvSpPr>
        <p:spPr>
          <a:xfrm>
            <a:off x="660400" y="899467"/>
            <a:ext cx="318328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bg1"/>
                </a:solidFill>
                <a:effectLst/>
                <a:uLnTx/>
                <a:uFillTx/>
                <a:latin typeface="Consolas" panose="020B0609020204030204" pitchFamily="49" charset="0"/>
              </a:rPr>
              <a:t>AI</a:t>
            </a:r>
            <a:r>
              <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rPr>
              <a:t>对话：</a:t>
            </a:r>
            <a:r>
              <a:rPr kumimoji="0" lang="en-US" altLang="zh-CN" sz="2400" b="1" i="0" u="none" strike="noStrike" kern="1200" cap="none" spc="0" normalizeH="0" baseline="0" noProof="0" dirty="0">
                <a:ln>
                  <a:noFill/>
                </a:ln>
                <a:solidFill>
                  <a:schemeClr val="bg1"/>
                </a:solidFill>
                <a:effectLst/>
                <a:uLnTx/>
                <a:uFillTx/>
                <a:latin typeface="Consolas" panose="020B0609020204030204" pitchFamily="49" charset="0"/>
              </a:rPr>
              <a:t>ChatGPT</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31" name="文本框 30">
            <a:extLst>
              <a:ext uri="{FF2B5EF4-FFF2-40B4-BE49-F238E27FC236}">
                <a16:creationId xmlns:a16="http://schemas.microsoft.com/office/drawing/2014/main" id="{80E2EDF8-F672-8781-B64F-417DC1D7BE42}"/>
              </a:ext>
            </a:extLst>
          </p:cNvPr>
          <p:cNvSpPr txBox="1"/>
          <p:nvPr/>
        </p:nvSpPr>
        <p:spPr>
          <a:xfrm>
            <a:off x="7433012" y="1806027"/>
            <a:ext cx="3803103"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视频：</a:t>
            </a:r>
            <a:r>
              <a:rPr lang="en-US" altLang="zh-CN" sz="2400" b="1" dirty="0">
                <a:solidFill>
                  <a:schemeClr val="bg1"/>
                </a:solidFill>
                <a:latin typeface="Consolas" panose="020B0609020204030204" pitchFamily="49" charset="0"/>
              </a:rPr>
              <a:t>DeepBrain AI</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36" name="文本框 35">
            <a:extLst>
              <a:ext uri="{FF2B5EF4-FFF2-40B4-BE49-F238E27FC236}">
                <a16:creationId xmlns:a16="http://schemas.microsoft.com/office/drawing/2014/main" id="{0093DE2A-887E-6A70-1F5F-BBE9D906F63A}"/>
              </a:ext>
            </a:extLst>
          </p:cNvPr>
          <p:cNvSpPr txBox="1"/>
          <p:nvPr/>
        </p:nvSpPr>
        <p:spPr>
          <a:xfrm>
            <a:off x="4238170" y="4968438"/>
            <a:ext cx="3136910" cy="461665"/>
          </a:xfrm>
          <a:prstGeom prst="rect">
            <a:avLst/>
          </a:prstGeom>
          <a:noFill/>
        </p:spPr>
        <p:txBody>
          <a:bodyPr wrap="square" rtlCol="0">
            <a:spAutoFit/>
          </a:bodyPr>
          <a:lstStyle/>
          <a:p>
            <a:pPr lvl="0" defTabSz="914400">
              <a:defRPr/>
            </a:pPr>
            <a:r>
              <a:rPr lang="zh-CN" altLang="en-US" sz="2400" b="1" dirty="0">
                <a:solidFill>
                  <a:schemeClr val="bg1"/>
                </a:solidFill>
                <a:latin typeface="Consolas" panose="020B0609020204030204" pitchFamily="49" charset="0"/>
              </a:rPr>
              <a:t>代码生成：</a:t>
            </a:r>
            <a:r>
              <a:rPr lang="en-US" altLang="zh-CN" sz="2400" b="1" dirty="0">
                <a:solidFill>
                  <a:schemeClr val="bg1"/>
                </a:solidFill>
                <a:latin typeface="Consolas" panose="020B0609020204030204" pitchFamily="49" charset="0"/>
              </a:rPr>
              <a:t>Cursor</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11" name="文本框 10">
            <a:extLst>
              <a:ext uri="{FF2B5EF4-FFF2-40B4-BE49-F238E27FC236}">
                <a16:creationId xmlns:a16="http://schemas.microsoft.com/office/drawing/2014/main" id="{28CFD253-B8D8-0B56-01E5-726367296E9F}"/>
              </a:ext>
            </a:extLst>
          </p:cNvPr>
          <p:cNvSpPr txBox="1"/>
          <p:nvPr/>
        </p:nvSpPr>
        <p:spPr>
          <a:xfrm>
            <a:off x="6632333" y="5903267"/>
            <a:ext cx="4603388" cy="461665"/>
          </a:xfrm>
          <a:prstGeom prst="rect">
            <a:avLst/>
          </a:prstGeom>
          <a:noFill/>
        </p:spPr>
        <p:txBody>
          <a:bodyPr wrap="square" rtlCol="0">
            <a:spAutoFit/>
          </a:bodyPr>
          <a:lstStyle/>
          <a:p>
            <a:pPr lvl="0" defTabSz="914400">
              <a:defRPr/>
            </a:pPr>
            <a:r>
              <a:rPr lang="zh-CN" altLang="en-US" sz="2400" b="1" dirty="0">
                <a:solidFill>
                  <a:schemeClr val="bg1"/>
                </a:solidFill>
                <a:latin typeface="Consolas" panose="020B0609020204030204" pitchFamily="49" charset="0"/>
              </a:rPr>
              <a:t>代码生成：</a:t>
            </a:r>
            <a:r>
              <a:rPr lang="en-US" altLang="zh-CN" sz="2400" b="1" dirty="0">
                <a:solidFill>
                  <a:schemeClr val="bg1"/>
                </a:solidFill>
                <a:latin typeface="Consolas" panose="020B0609020204030204" pitchFamily="49" charset="0"/>
              </a:rPr>
              <a:t>CodeWhisperer</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12" name="文本框 11">
            <a:extLst>
              <a:ext uri="{FF2B5EF4-FFF2-40B4-BE49-F238E27FC236}">
                <a16:creationId xmlns:a16="http://schemas.microsoft.com/office/drawing/2014/main" id="{746C271E-1E0D-15A4-6870-C113FB0BD8F0}"/>
              </a:ext>
            </a:extLst>
          </p:cNvPr>
          <p:cNvSpPr txBox="1"/>
          <p:nvPr/>
        </p:nvSpPr>
        <p:spPr>
          <a:xfrm>
            <a:off x="5418967" y="4071093"/>
            <a:ext cx="2426732" cy="461665"/>
          </a:xfrm>
          <a:prstGeom prst="rect">
            <a:avLst/>
          </a:prstGeom>
          <a:noFill/>
        </p:spPr>
        <p:txBody>
          <a:bodyPr wrap="square" rtlCol="0">
            <a:spAutoFit/>
          </a:bodyPr>
          <a:lstStyle/>
          <a:p>
            <a:pPr lvl="0" defTabSz="914400">
              <a:defRPr/>
            </a:pPr>
            <a:r>
              <a:rPr lang="zh-CN" altLang="en-US" sz="2400" b="1" dirty="0">
                <a:solidFill>
                  <a:schemeClr val="bg1"/>
                </a:solidFill>
                <a:latin typeface="Consolas" panose="020B0609020204030204" pitchFamily="49" charset="0"/>
              </a:rPr>
              <a:t>多模态：</a:t>
            </a:r>
            <a:r>
              <a:rPr lang="en-US" altLang="zh-CN" sz="2400" b="1" dirty="0">
                <a:solidFill>
                  <a:schemeClr val="bg1"/>
                </a:solidFill>
                <a:latin typeface="Consolas" panose="020B0609020204030204" pitchFamily="49" charset="0"/>
              </a:rPr>
              <a:t>Bard</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13" name="文本框 12">
            <a:extLst>
              <a:ext uri="{FF2B5EF4-FFF2-40B4-BE49-F238E27FC236}">
                <a16:creationId xmlns:a16="http://schemas.microsoft.com/office/drawing/2014/main" id="{81DCC980-9BE6-40FA-91CD-3A56C24C8A71}"/>
              </a:ext>
            </a:extLst>
          </p:cNvPr>
          <p:cNvSpPr txBox="1"/>
          <p:nvPr/>
        </p:nvSpPr>
        <p:spPr>
          <a:xfrm>
            <a:off x="1026799" y="5944818"/>
            <a:ext cx="4072093"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音乐：</a:t>
            </a:r>
            <a:r>
              <a:rPr lang="en-US" altLang="zh-CN" sz="2400" b="1" dirty="0">
                <a:solidFill>
                  <a:schemeClr val="bg1"/>
                </a:solidFill>
                <a:latin typeface="Consolas" panose="020B0609020204030204" pitchFamily="49" charset="0"/>
              </a:rPr>
              <a:t>Stable Audio</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14" name="文本框 13">
            <a:extLst>
              <a:ext uri="{FF2B5EF4-FFF2-40B4-BE49-F238E27FC236}">
                <a16:creationId xmlns:a16="http://schemas.microsoft.com/office/drawing/2014/main" id="{DE711821-7E1D-F6B5-47B3-0CD827BDB412}"/>
              </a:ext>
            </a:extLst>
          </p:cNvPr>
          <p:cNvSpPr txBox="1"/>
          <p:nvPr/>
        </p:nvSpPr>
        <p:spPr>
          <a:xfrm>
            <a:off x="8703309" y="5107779"/>
            <a:ext cx="3193284"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图片：</a:t>
            </a:r>
            <a:r>
              <a:rPr lang="en-US" altLang="zh-CN" sz="2400" b="1" dirty="0">
                <a:solidFill>
                  <a:schemeClr val="bg1"/>
                </a:solidFill>
                <a:latin typeface="Consolas" panose="020B0609020204030204" pitchFamily="49" charset="0"/>
              </a:rPr>
              <a:t>Canva AI</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15" name="文本框 14">
            <a:extLst>
              <a:ext uri="{FF2B5EF4-FFF2-40B4-BE49-F238E27FC236}">
                <a16:creationId xmlns:a16="http://schemas.microsoft.com/office/drawing/2014/main" id="{14A0D67C-4284-7F37-EA30-1B81A80F5A32}"/>
              </a:ext>
            </a:extLst>
          </p:cNvPr>
          <p:cNvSpPr txBox="1"/>
          <p:nvPr/>
        </p:nvSpPr>
        <p:spPr>
          <a:xfrm>
            <a:off x="8422262" y="4105244"/>
            <a:ext cx="3250889"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文档：</a:t>
            </a:r>
            <a:r>
              <a:rPr lang="en-US" altLang="zh-CN" sz="2400" b="1" dirty="0">
                <a:solidFill>
                  <a:schemeClr val="bg1"/>
                </a:solidFill>
                <a:latin typeface="Consolas" panose="020B0609020204030204" pitchFamily="49" charset="0"/>
              </a:rPr>
              <a:t>Notion AI</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22" name="文本框 21">
            <a:extLst>
              <a:ext uri="{FF2B5EF4-FFF2-40B4-BE49-F238E27FC236}">
                <a16:creationId xmlns:a16="http://schemas.microsoft.com/office/drawing/2014/main" id="{F017077A-04B6-B13C-F461-31C95341D496}"/>
              </a:ext>
            </a:extLst>
          </p:cNvPr>
          <p:cNvSpPr txBox="1"/>
          <p:nvPr/>
        </p:nvSpPr>
        <p:spPr>
          <a:xfrm>
            <a:off x="5462758" y="2825616"/>
            <a:ext cx="3250889"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工具：</a:t>
            </a:r>
            <a:r>
              <a:rPr lang="en-US" altLang="zh-CN" sz="2400" b="1" dirty="0" err="1">
                <a:solidFill>
                  <a:schemeClr val="bg1"/>
                </a:solidFill>
                <a:latin typeface="Consolas" panose="020B0609020204030204" pitchFamily="49" charset="0"/>
              </a:rPr>
              <a:t>ChatPDF</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23" name="文本框 22">
            <a:extLst>
              <a:ext uri="{FF2B5EF4-FFF2-40B4-BE49-F238E27FC236}">
                <a16:creationId xmlns:a16="http://schemas.microsoft.com/office/drawing/2014/main" id="{18845EB6-C0E4-33BB-C520-DC8FCBA94D2B}"/>
              </a:ext>
            </a:extLst>
          </p:cNvPr>
          <p:cNvSpPr txBox="1"/>
          <p:nvPr/>
        </p:nvSpPr>
        <p:spPr>
          <a:xfrm>
            <a:off x="8787320" y="3179077"/>
            <a:ext cx="3042776"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教育：</a:t>
            </a:r>
            <a:r>
              <a:rPr lang="en-US" altLang="zh-CN" sz="2400" b="1" dirty="0">
                <a:solidFill>
                  <a:schemeClr val="bg1"/>
                </a:solidFill>
                <a:latin typeface="Consolas" panose="020B0609020204030204" pitchFamily="49" charset="0"/>
              </a:rPr>
              <a:t>Socratic</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24" name="文本框 23">
            <a:extLst>
              <a:ext uri="{FF2B5EF4-FFF2-40B4-BE49-F238E27FC236}">
                <a16:creationId xmlns:a16="http://schemas.microsoft.com/office/drawing/2014/main" id="{17FA0D07-BA41-BAE6-4CB8-5B75D198C764}"/>
              </a:ext>
            </a:extLst>
          </p:cNvPr>
          <p:cNvSpPr txBox="1"/>
          <p:nvPr/>
        </p:nvSpPr>
        <p:spPr>
          <a:xfrm>
            <a:off x="1514519" y="3421493"/>
            <a:ext cx="4429187"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科研：</a:t>
            </a:r>
            <a:r>
              <a:rPr lang="en-US" altLang="zh-CN" sz="2400" b="1" dirty="0">
                <a:solidFill>
                  <a:schemeClr val="bg1"/>
                </a:solidFill>
                <a:latin typeface="Consolas" panose="020B0609020204030204" pitchFamily="49" charset="0"/>
              </a:rPr>
              <a:t>Wolfram Alpha</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25" name="文本框 24">
            <a:extLst>
              <a:ext uri="{FF2B5EF4-FFF2-40B4-BE49-F238E27FC236}">
                <a16:creationId xmlns:a16="http://schemas.microsoft.com/office/drawing/2014/main" id="{D3523B3A-B834-FA4F-7B81-C36DBD9C318E}"/>
              </a:ext>
            </a:extLst>
          </p:cNvPr>
          <p:cNvSpPr txBox="1"/>
          <p:nvPr/>
        </p:nvSpPr>
        <p:spPr>
          <a:xfrm>
            <a:off x="8263122" y="947777"/>
            <a:ext cx="3366127"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游戏：</a:t>
            </a:r>
            <a:r>
              <a:rPr lang="en-US" altLang="zh-CN" sz="2400" b="1" dirty="0">
                <a:solidFill>
                  <a:schemeClr val="bg1"/>
                </a:solidFill>
                <a:latin typeface="Consolas" panose="020B0609020204030204" pitchFamily="49" charset="0"/>
              </a:rPr>
              <a:t>Inworld AI</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27" name="文本框 26">
            <a:extLst>
              <a:ext uri="{FF2B5EF4-FFF2-40B4-BE49-F238E27FC236}">
                <a16:creationId xmlns:a16="http://schemas.microsoft.com/office/drawing/2014/main" id="{12DC58DF-0C8F-01A6-CE19-69671206C655}"/>
              </a:ext>
            </a:extLst>
          </p:cNvPr>
          <p:cNvSpPr txBox="1"/>
          <p:nvPr/>
        </p:nvSpPr>
        <p:spPr>
          <a:xfrm>
            <a:off x="4214740" y="555605"/>
            <a:ext cx="3803103"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机器人：</a:t>
            </a:r>
            <a:r>
              <a:rPr lang="en-US" altLang="zh-CN" sz="2400" b="1" dirty="0">
                <a:solidFill>
                  <a:schemeClr val="bg1"/>
                </a:solidFill>
                <a:latin typeface="Consolas" panose="020B0609020204030204" pitchFamily="49" charset="0"/>
              </a:rPr>
              <a:t>Zapier AI</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29" name="文本框 28">
            <a:extLst>
              <a:ext uri="{FF2B5EF4-FFF2-40B4-BE49-F238E27FC236}">
                <a16:creationId xmlns:a16="http://schemas.microsoft.com/office/drawing/2014/main" id="{837F62EF-C4BD-A021-3E55-F10F2D307718}"/>
              </a:ext>
            </a:extLst>
          </p:cNvPr>
          <p:cNvSpPr txBox="1"/>
          <p:nvPr/>
        </p:nvSpPr>
        <p:spPr>
          <a:xfrm>
            <a:off x="3266860" y="1583217"/>
            <a:ext cx="2984258" cy="461665"/>
          </a:xfrm>
          <a:prstGeom prst="rect">
            <a:avLst/>
          </a:prstGeom>
          <a:noFill/>
        </p:spPr>
        <p:txBody>
          <a:bodyPr wrap="square" rtlCol="0">
            <a:spAutoFit/>
          </a:bodyPr>
          <a:lstStyle/>
          <a:p>
            <a:pPr lvl="0" defTabSz="914400">
              <a:defRPr/>
            </a:pPr>
            <a:r>
              <a:rPr lang="en-US" altLang="zh-CN" sz="2400" b="1" dirty="0">
                <a:solidFill>
                  <a:schemeClr val="bg1"/>
                </a:solidFill>
                <a:latin typeface="Consolas" panose="020B0609020204030204" pitchFamily="49" charset="0"/>
              </a:rPr>
              <a:t>AI</a:t>
            </a:r>
            <a:r>
              <a:rPr lang="zh-CN" altLang="en-US" sz="2400" b="1" dirty="0">
                <a:solidFill>
                  <a:schemeClr val="bg1"/>
                </a:solidFill>
                <a:latin typeface="Consolas" panose="020B0609020204030204" pitchFamily="49" charset="0"/>
              </a:rPr>
              <a:t>金融：</a:t>
            </a:r>
            <a:r>
              <a:rPr lang="en-US" altLang="zh-CN" sz="2400" b="1" dirty="0">
                <a:solidFill>
                  <a:schemeClr val="bg1"/>
                </a:solidFill>
                <a:latin typeface="Consolas" panose="020B0609020204030204" pitchFamily="49" charset="0"/>
              </a:rPr>
              <a:t>AntGPT</a:t>
            </a:r>
            <a:endParaRPr kumimoji="0" lang="zh-CN" altLang="en-US" sz="2400" b="1" i="0" u="none" strike="noStrike" kern="1200" cap="none" spc="0" normalizeH="0" baseline="0" noProof="0" dirty="0">
              <a:ln>
                <a:noFill/>
              </a:ln>
              <a:solidFill>
                <a:schemeClr val="bg1"/>
              </a:solidFill>
              <a:effectLst/>
              <a:uLnTx/>
              <a:uFillTx/>
              <a:latin typeface="Consolas" panose="020B0609020204030204" pitchFamily="49" charset="0"/>
            </a:endParaRPr>
          </a:p>
        </p:txBody>
      </p:sp>
      <p:pic>
        <p:nvPicPr>
          <p:cNvPr id="40" name="图片 39">
            <a:extLst>
              <a:ext uri="{FF2B5EF4-FFF2-40B4-BE49-F238E27FC236}">
                <a16:creationId xmlns:a16="http://schemas.microsoft.com/office/drawing/2014/main" id="{33F5F833-D08A-E48A-2820-738E1EA15F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4"/>
            <a:ext cx="12192000" cy="6856272"/>
          </a:xfrm>
          <a:prstGeom prst="rect">
            <a:avLst/>
          </a:prstGeom>
        </p:spPr>
      </p:pic>
    </p:spTree>
    <p:extLst>
      <p:ext uri="{BB962C8B-B14F-4D97-AF65-F5344CB8AC3E}">
        <p14:creationId xmlns:p14="http://schemas.microsoft.com/office/powerpoint/2010/main" val="165949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508"/>
                                  </p:stCondLst>
                                  <p:iterate type="wd">
                                    <p:tmPct val="10000"/>
                                  </p:iterate>
                                  <p:childTnLst>
                                    <p:set>
                                      <p:cBhvr>
                                        <p:cTn id="6" dur="1" fill="hold">
                                          <p:stCondLst>
                                            <p:cond delay="0"/>
                                          </p:stCondLst>
                                        </p:cTn>
                                        <p:tgtEl>
                                          <p:spTgt spid="31"/>
                                        </p:tgtEl>
                                        <p:attrNameLst>
                                          <p:attrName>style.visibility</p:attrName>
                                        </p:attrNameLst>
                                      </p:cBhvr>
                                      <p:to>
                                        <p:strVal val="visible"/>
                                      </p:to>
                                    </p:set>
                                    <p:animScale>
                                      <p:cBhvr>
                                        <p:cTn id="7" dur="250" fill="hold">
                                          <p:stCondLst>
                                            <p:cond delay="0"/>
                                          </p:stCondLst>
                                        </p:cTn>
                                        <p:tgtEl>
                                          <p:spTgt spid="31"/>
                                        </p:tgtEl>
                                      </p:cBhvr>
                                      <p:by x="100000" y="100000"/>
                                      <p:from x="0" y="0"/>
                                      <p:to x="120000" y="105000"/>
                                    </p:animScale>
                                    <p:animScale>
                                      <p:cBhvr>
                                        <p:cTn id="8" dur="187" fill="hold">
                                          <p:stCondLst>
                                            <p:cond delay="250"/>
                                          </p:stCondLst>
                                        </p:cTn>
                                        <p:tgtEl>
                                          <p:spTgt spid="31"/>
                                        </p:tgtEl>
                                      </p:cBhvr>
                                      <p:by x="100000" y="100000"/>
                                      <p:from x="120000" y="105000"/>
                                      <p:to x="100000" y="115000"/>
                                    </p:animScale>
                                    <p:animScale>
                                      <p:cBhvr>
                                        <p:cTn id="9" dur="313" fill="hold">
                                          <p:stCondLst>
                                            <p:cond delay="437"/>
                                          </p:stCondLst>
                                        </p:cTn>
                                        <p:tgtEl>
                                          <p:spTgt spid="31"/>
                                        </p:tgtEl>
                                      </p:cBhvr>
                                      <p:by x="100000" y="100000"/>
                                      <p:from x="100000" y="115000"/>
                                      <p:to x="110000" y="100000"/>
                                    </p:animScale>
                                    <p:animScale>
                                      <p:cBhvr>
                                        <p:cTn id="10" dur="250" fill="hold">
                                          <p:stCondLst>
                                            <p:cond delay="750"/>
                                          </p:stCondLst>
                                        </p:cTn>
                                        <p:tgtEl>
                                          <p:spTgt spid="31"/>
                                        </p:tgtEl>
                                      </p:cBhvr>
                                      <p:by x="100000" y="100000"/>
                                      <p:from x="110000" y="100000"/>
                                      <p:to x="100000" y="110000"/>
                                    </p:animScale>
                                    <p:animScale>
                                      <p:cBhvr>
                                        <p:cTn id="11" dur="250" fill="hold">
                                          <p:stCondLst>
                                            <p:cond delay="1000"/>
                                          </p:stCondLst>
                                        </p:cTn>
                                        <p:tgtEl>
                                          <p:spTgt spid="31"/>
                                        </p:tgtEl>
                                      </p:cBhvr>
                                      <p:by x="100000" y="100000"/>
                                      <p:from x="100000" y="110000"/>
                                      <p:to x="100000" y="100000"/>
                                    </p:animScale>
                                  </p:childTnLst>
                                </p:cTn>
                              </p:par>
                              <p:par>
                                <p:cTn id="12" presetID="10" presetClass="entr" presetSubtype="0" decel="100000" fill="hold" grpId="0" nodeType="withEffect">
                                  <p:stCondLst>
                                    <p:cond delay="153"/>
                                  </p:stCondLst>
                                  <p:iterate type="wd">
                                    <p:tmPct val="10000"/>
                                  </p:iterate>
                                  <p:childTnLst>
                                    <p:set>
                                      <p:cBhvr>
                                        <p:cTn id="13" dur="1" fill="hold">
                                          <p:stCondLst>
                                            <p:cond delay="0"/>
                                          </p:stCondLst>
                                        </p:cTn>
                                        <p:tgtEl>
                                          <p:spTgt spid="18"/>
                                        </p:tgtEl>
                                        <p:attrNameLst>
                                          <p:attrName>style.visibility</p:attrName>
                                        </p:attrNameLst>
                                      </p:cBhvr>
                                      <p:to>
                                        <p:strVal val="visible"/>
                                      </p:to>
                                    </p:set>
                                    <p:animScale>
                                      <p:cBhvr>
                                        <p:cTn id="14" dur="250" fill="hold">
                                          <p:stCondLst>
                                            <p:cond delay="0"/>
                                          </p:stCondLst>
                                        </p:cTn>
                                        <p:tgtEl>
                                          <p:spTgt spid="18"/>
                                        </p:tgtEl>
                                      </p:cBhvr>
                                      <p:by x="100000" y="100000"/>
                                      <p:from x="0" y="0"/>
                                      <p:to x="120000" y="105000"/>
                                    </p:animScale>
                                    <p:animScale>
                                      <p:cBhvr>
                                        <p:cTn id="15" dur="187" fill="hold">
                                          <p:stCondLst>
                                            <p:cond delay="250"/>
                                          </p:stCondLst>
                                        </p:cTn>
                                        <p:tgtEl>
                                          <p:spTgt spid="18"/>
                                        </p:tgtEl>
                                      </p:cBhvr>
                                      <p:by x="100000" y="100000"/>
                                      <p:from x="120000" y="105000"/>
                                      <p:to x="100000" y="115000"/>
                                    </p:animScale>
                                    <p:animScale>
                                      <p:cBhvr>
                                        <p:cTn id="16" dur="313" fill="hold">
                                          <p:stCondLst>
                                            <p:cond delay="437"/>
                                          </p:stCondLst>
                                        </p:cTn>
                                        <p:tgtEl>
                                          <p:spTgt spid="18"/>
                                        </p:tgtEl>
                                      </p:cBhvr>
                                      <p:by x="100000" y="100000"/>
                                      <p:from x="100000" y="115000"/>
                                      <p:to x="110000" y="100000"/>
                                    </p:animScale>
                                    <p:animScale>
                                      <p:cBhvr>
                                        <p:cTn id="17" dur="250" fill="hold">
                                          <p:stCondLst>
                                            <p:cond delay="750"/>
                                          </p:stCondLst>
                                        </p:cTn>
                                        <p:tgtEl>
                                          <p:spTgt spid="18"/>
                                        </p:tgtEl>
                                      </p:cBhvr>
                                      <p:by x="100000" y="100000"/>
                                      <p:from x="110000" y="100000"/>
                                      <p:to x="100000" y="110000"/>
                                    </p:animScale>
                                    <p:animScale>
                                      <p:cBhvr>
                                        <p:cTn id="18" dur="250" fill="hold">
                                          <p:stCondLst>
                                            <p:cond delay="1000"/>
                                          </p:stCondLst>
                                        </p:cTn>
                                        <p:tgtEl>
                                          <p:spTgt spid="18"/>
                                        </p:tgtEl>
                                      </p:cBhvr>
                                      <p:by x="100000" y="100000"/>
                                      <p:from x="100000" y="110000"/>
                                      <p:to x="100000" y="100000"/>
                                    </p:animScale>
                                  </p:childTnLst>
                                </p:cTn>
                              </p:par>
                              <p:par>
                                <p:cTn id="19" presetID="10" presetClass="entr" presetSubtype="0" decel="100000" fill="hold" grpId="0" nodeType="withEffect">
                                  <p:stCondLst>
                                    <p:cond delay="529"/>
                                  </p:stCondLst>
                                  <p:iterate type="wd">
                                    <p:tmPct val="10000"/>
                                  </p:iterate>
                                  <p:childTnLst>
                                    <p:set>
                                      <p:cBhvr>
                                        <p:cTn id="20" dur="1" fill="hold">
                                          <p:stCondLst>
                                            <p:cond delay="0"/>
                                          </p:stCondLst>
                                        </p:cTn>
                                        <p:tgtEl>
                                          <p:spTgt spid="38"/>
                                        </p:tgtEl>
                                        <p:attrNameLst>
                                          <p:attrName>style.visibility</p:attrName>
                                        </p:attrNameLst>
                                      </p:cBhvr>
                                      <p:to>
                                        <p:strVal val="visible"/>
                                      </p:to>
                                    </p:set>
                                    <p:animScale>
                                      <p:cBhvr>
                                        <p:cTn id="21" dur="250" fill="hold">
                                          <p:stCondLst>
                                            <p:cond delay="0"/>
                                          </p:stCondLst>
                                        </p:cTn>
                                        <p:tgtEl>
                                          <p:spTgt spid="38"/>
                                        </p:tgtEl>
                                      </p:cBhvr>
                                      <p:by x="100000" y="100000"/>
                                      <p:from x="0" y="0"/>
                                      <p:to x="120000" y="105000"/>
                                    </p:animScale>
                                    <p:animScale>
                                      <p:cBhvr>
                                        <p:cTn id="22" dur="187" fill="hold">
                                          <p:stCondLst>
                                            <p:cond delay="250"/>
                                          </p:stCondLst>
                                        </p:cTn>
                                        <p:tgtEl>
                                          <p:spTgt spid="38"/>
                                        </p:tgtEl>
                                      </p:cBhvr>
                                      <p:by x="100000" y="100000"/>
                                      <p:from x="120000" y="105000"/>
                                      <p:to x="100000" y="115000"/>
                                    </p:animScale>
                                    <p:animScale>
                                      <p:cBhvr>
                                        <p:cTn id="23" dur="313" fill="hold">
                                          <p:stCondLst>
                                            <p:cond delay="437"/>
                                          </p:stCondLst>
                                        </p:cTn>
                                        <p:tgtEl>
                                          <p:spTgt spid="38"/>
                                        </p:tgtEl>
                                      </p:cBhvr>
                                      <p:by x="100000" y="100000"/>
                                      <p:from x="100000" y="115000"/>
                                      <p:to x="110000" y="100000"/>
                                    </p:animScale>
                                    <p:animScale>
                                      <p:cBhvr>
                                        <p:cTn id="24" dur="250" fill="hold">
                                          <p:stCondLst>
                                            <p:cond delay="750"/>
                                          </p:stCondLst>
                                        </p:cTn>
                                        <p:tgtEl>
                                          <p:spTgt spid="38"/>
                                        </p:tgtEl>
                                      </p:cBhvr>
                                      <p:by x="100000" y="100000"/>
                                      <p:from x="110000" y="100000"/>
                                      <p:to x="100000" y="110000"/>
                                    </p:animScale>
                                    <p:animScale>
                                      <p:cBhvr>
                                        <p:cTn id="25" dur="250" fill="hold">
                                          <p:stCondLst>
                                            <p:cond delay="1000"/>
                                          </p:stCondLst>
                                        </p:cTn>
                                        <p:tgtEl>
                                          <p:spTgt spid="38"/>
                                        </p:tgtEl>
                                      </p:cBhvr>
                                      <p:by x="100000" y="100000"/>
                                      <p:from x="100000" y="110000"/>
                                      <p:to x="100000" y="100000"/>
                                    </p:animScale>
                                  </p:childTnLst>
                                </p:cTn>
                              </p:par>
                              <p:par>
                                <p:cTn id="26" presetID="10" presetClass="entr" presetSubtype="0" decel="100000" fill="hold" grpId="0" nodeType="withEffect">
                                  <p:stCondLst>
                                    <p:cond delay="687"/>
                                  </p:stCondLst>
                                  <p:iterate type="wd">
                                    <p:tmPct val="10000"/>
                                  </p:iterate>
                                  <p:childTnLst>
                                    <p:set>
                                      <p:cBhvr>
                                        <p:cTn id="27" dur="1" fill="hold">
                                          <p:stCondLst>
                                            <p:cond delay="0"/>
                                          </p:stCondLst>
                                        </p:cTn>
                                        <p:tgtEl>
                                          <p:spTgt spid="36"/>
                                        </p:tgtEl>
                                        <p:attrNameLst>
                                          <p:attrName>style.visibility</p:attrName>
                                        </p:attrNameLst>
                                      </p:cBhvr>
                                      <p:to>
                                        <p:strVal val="visible"/>
                                      </p:to>
                                    </p:set>
                                    <p:animScale>
                                      <p:cBhvr>
                                        <p:cTn id="28" dur="250" fill="hold">
                                          <p:stCondLst>
                                            <p:cond delay="0"/>
                                          </p:stCondLst>
                                        </p:cTn>
                                        <p:tgtEl>
                                          <p:spTgt spid="36"/>
                                        </p:tgtEl>
                                      </p:cBhvr>
                                      <p:by x="100000" y="100000"/>
                                      <p:from x="0" y="0"/>
                                      <p:to x="120000" y="105000"/>
                                    </p:animScale>
                                    <p:animScale>
                                      <p:cBhvr>
                                        <p:cTn id="29" dur="187" fill="hold">
                                          <p:stCondLst>
                                            <p:cond delay="250"/>
                                          </p:stCondLst>
                                        </p:cTn>
                                        <p:tgtEl>
                                          <p:spTgt spid="36"/>
                                        </p:tgtEl>
                                      </p:cBhvr>
                                      <p:by x="100000" y="100000"/>
                                      <p:from x="120000" y="105000"/>
                                      <p:to x="100000" y="115000"/>
                                    </p:animScale>
                                    <p:animScale>
                                      <p:cBhvr>
                                        <p:cTn id="30" dur="313" fill="hold">
                                          <p:stCondLst>
                                            <p:cond delay="437"/>
                                          </p:stCondLst>
                                        </p:cTn>
                                        <p:tgtEl>
                                          <p:spTgt spid="36"/>
                                        </p:tgtEl>
                                      </p:cBhvr>
                                      <p:by x="100000" y="100000"/>
                                      <p:from x="100000" y="115000"/>
                                      <p:to x="110000" y="100000"/>
                                    </p:animScale>
                                    <p:animScale>
                                      <p:cBhvr>
                                        <p:cTn id="31" dur="250" fill="hold">
                                          <p:stCondLst>
                                            <p:cond delay="750"/>
                                          </p:stCondLst>
                                        </p:cTn>
                                        <p:tgtEl>
                                          <p:spTgt spid="36"/>
                                        </p:tgtEl>
                                      </p:cBhvr>
                                      <p:by x="100000" y="100000"/>
                                      <p:from x="110000" y="100000"/>
                                      <p:to x="100000" y="110000"/>
                                    </p:animScale>
                                    <p:animScale>
                                      <p:cBhvr>
                                        <p:cTn id="32" dur="250" fill="hold">
                                          <p:stCondLst>
                                            <p:cond delay="1000"/>
                                          </p:stCondLst>
                                        </p:cTn>
                                        <p:tgtEl>
                                          <p:spTgt spid="36"/>
                                        </p:tgtEl>
                                      </p:cBhvr>
                                      <p:by x="100000" y="100000"/>
                                      <p:from x="100000" y="110000"/>
                                      <p:to x="100000" y="100000"/>
                                    </p:animScale>
                                  </p:childTnLst>
                                </p:cTn>
                              </p:par>
                              <p:par>
                                <p:cTn id="33" presetID="10" presetClass="entr" presetSubtype="0" decel="100000" fill="hold" grpId="0" nodeType="withEffect">
                                  <p:stCondLst>
                                    <p:cond delay="812"/>
                                  </p:stCondLst>
                                  <p:iterate type="wd">
                                    <p:tmPct val="10000"/>
                                  </p:iterate>
                                  <p:childTnLst>
                                    <p:set>
                                      <p:cBhvr>
                                        <p:cTn id="34" dur="1" fill="hold">
                                          <p:stCondLst>
                                            <p:cond delay="0"/>
                                          </p:stCondLst>
                                        </p:cTn>
                                        <p:tgtEl>
                                          <p:spTgt spid="48"/>
                                        </p:tgtEl>
                                        <p:attrNameLst>
                                          <p:attrName>style.visibility</p:attrName>
                                        </p:attrNameLst>
                                      </p:cBhvr>
                                      <p:to>
                                        <p:strVal val="visible"/>
                                      </p:to>
                                    </p:set>
                                    <p:animScale>
                                      <p:cBhvr>
                                        <p:cTn id="35" dur="250" fill="hold">
                                          <p:stCondLst>
                                            <p:cond delay="0"/>
                                          </p:stCondLst>
                                        </p:cTn>
                                        <p:tgtEl>
                                          <p:spTgt spid="48"/>
                                        </p:tgtEl>
                                      </p:cBhvr>
                                      <p:by x="100000" y="100000"/>
                                      <p:from x="0" y="0"/>
                                      <p:to x="120000" y="105000"/>
                                    </p:animScale>
                                    <p:animScale>
                                      <p:cBhvr>
                                        <p:cTn id="36" dur="187" fill="hold">
                                          <p:stCondLst>
                                            <p:cond delay="250"/>
                                          </p:stCondLst>
                                        </p:cTn>
                                        <p:tgtEl>
                                          <p:spTgt spid="48"/>
                                        </p:tgtEl>
                                      </p:cBhvr>
                                      <p:by x="100000" y="100000"/>
                                      <p:from x="120000" y="105000"/>
                                      <p:to x="100000" y="115000"/>
                                    </p:animScale>
                                    <p:animScale>
                                      <p:cBhvr>
                                        <p:cTn id="37" dur="313" fill="hold">
                                          <p:stCondLst>
                                            <p:cond delay="437"/>
                                          </p:stCondLst>
                                        </p:cTn>
                                        <p:tgtEl>
                                          <p:spTgt spid="48"/>
                                        </p:tgtEl>
                                      </p:cBhvr>
                                      <p:by x="100000" y="100000"/>
                                      <p:from x="100000" y="115000"/>
                                      <p:to x="110000" y="100000"/>
                                    </p:animScale>
                                    <p:animScale>
                                      <p:cBhvr>
                                        <p:cTn id="38" dur="250" fill="hold">
                                          <p:stCondLst>
                                            <p:cond delay="750"/>
                                          </p:stCondLst>
                                        </p:cTn>
                                        <p:tgtEl>
                                          <p:spTgt spid="48"/>
                                        </p:tgtEl>
                                      </p:cBhvr>
                                      <p:by x="100000" y="100000"/>
                                      <p:from x="110000" y="100000"/>
                                      <p:to x="100000" y="110000"/>
                                    </p:animScale>
                                    <p:animScale>
                                      <p:cBhvr>
                                        <p:cTn id="39" dur="250" fill="hold">
                                          <p:stCondLst>
                                            <p:cond delay="1000"/>
                                          </p:stCondLst>
                                        </p:cTn>
                                        <p:tgtEl>
                                          <p:spTgt spid="48"/>
                                        </p:tgtEl>
                                      </p:cBhvr>
                                      <p:by x="100000" y="100000"/>
                                      <p:from x="100000" y="110000"/>
                                      <p:to x="100000" y="100000"/>
                                    </p:animScale>
                                  </p:childTnLst>
                                </p:cTn>
                              </p:par>
                              <p:par>
                                <p:cTn id="40" presetID="10" presetClass="entr" presetSubtype="0" decel="100000" fill="hold" grpId="0" nodeType="withEffect">
                                  <p:stCondLst>
                                    <p:cond delay="184"/>
                                  </p:stCondLst>
                                  <p:iterate type="wd">
                                    <p:tmPct val="10000"/>
                                  </p:iterate>
                                  <p:childTnLst>
                                    <p:set>
                                      <p:cBhvr>
                                        <p:cTn id="41" dur="1" fill="hold">
                                          <p:stCondLst>
                                            <p:cond delay="0"/>
                                          </p:stCondLst>
                                        </p:cTn>
                                        <p:tgtEl>
                                          <p:spTgt spid="11"/>
                                        </p:tgtEl>
                                        <p:attrNameLst>
                                          <p:attrName>style.visibility</p:attrName>
                                        </p:attrNameLst>
                                      </p:cBhvr>
                                      <p:to>
                                        <p:strVal val="visible"/>
                                      </p:to>
                                    </p:set>
                                    <p:animScale>
                                      <p:cBhvr>
                                        <p:cTn id="42" dur="250" fill="hold">
                                          <p:stCondLst>
                                            <p:cond delay="0"/>
                                          </p:stCondLst>
                                        </p:cTn>
                                        <p:tgtEl>
                                          <p:spTgt spid="11"/>
                                        </p:tgtEl>
                                      </p:cBhvr>
                                      <p:by x="100000" y="100000"/>
                                      <p:from x="0" y="0"/>
                                      <p:to x="120000" y="105000"/>
                                    </p:animScale>
                                    <p:animScale>
                                      <p:cBhvr>
                                        <p:cTn id="43" dur="187" fill="hold">
                                          <p:stCondLst>
                                            <p:cond delay="250"/>
                                          </p:stCondLst>
                                        </p:cTn>
                                        <p:tgtEl>
                                          <p:spTgt spid="11"/>
                                        </p:tgtEl>
                                      </p:cBhvr>
                                      <p:by x="100000" y="100000"/>
                                      <p:from x="120000" y="105000"/>
                                      <p:to x="100000" y="115000"/>
                                    </p:animScale>
                                    <p:animScale>
                                      <p:cBhvr>
                                        <p:cTn id="44" dur="313" fill="hold">
                                          <p:stCondLst>
                                            <p:cond delay="437"/>
                                          </p:stCondLst>
                                        </p:cTn>
                                        <p:tgtEl>
                                          <p:spTgt spid="11"/>
                                        </p:tgtEl>
                                      </p:cBhvr>
                                      <p:by x="100000" y="100000"/>
                                      <p:from x="100000" y="115000"/>
                                      <p:to x="110000" y="100000"/>
                                    </p:animScale>
                                    <p:animScale>
                                      <p:cBhvr>
                                        <p:cTn id="45" dur="250" fill="hold">
                                          <p:stCondLst>
                                            <p:cond delay="750"/>
                                          </p:stCondLst>
                                        </p:cTn>
                                        <p:tgtEl>
                                          <p:spTgt spid="11"/>
                                        </p:tgtEl>
                                      </p:cBhvr>
                                      <p:by x="100000" y="100000"/>
                                      <p:from x="110000" y="100000"/>
                                      <p:to x="100000" y="110000"/>
                                    </p:animScale>
                                    <p:animScale>
                                      <p:cBhvr>
                                        <p:cTn id="46" dur="250" fill="hold">
                                          <p:stCondLst>
                                            <p:cond delay="1000"/>
                                          </p:stCondLst>
                                        </p:cTn>
                                        <p:tgtEl>
                                          <p:spTgt spid="11"/>
                                        </p:tgtEl>
                                      </p:cBhvr>
                                      <p:by x="100000" y="100000"/>
                                      <p:from x="100000" y="110000"/>
                                      <p:to x="100000" y="100000"/>
                                    </p:animScale>
                                  </p:childTnLst>
                                </p:cTn>
                              </p:par>
                              <p:par>
                                <p:cTn id="47" presetID="10" presetClass="entr" presetSubtype="0" decel="100000" fill="hold" grpId="0" nodeType="withEffect">
                                  <p:stCondLst>
                                    <p:cond delay="718"/>
                                  </p:stCondLst>
                                  <p:iterate type="wd">
                                    <p:tmPct val="10000"/>
                                  </p:iterate>
                                  <p:childTnLst>
                                    <p:set>
                                      <p:cBhvr>
                                        <p:cTn id="48" dur="1" fill="hold">
                                          <p:stCondLst>
                                            <p:cond delay="0"/>
                                          </p:stCondLst>
                                        </p:cTn>
                                        <p:tgtEl>
                                          <p:spTgt spid="12"/>
                                        </p:tgtEl>
                                        <p:attrNameLst>
                                          <p:attrName>style.visibility</p:attrName>
                                        </p:attrNameLst>
                                      </p:cBhvr>
                                      <p:to>
                                        <p:strVal val="visible"/>
                                      </p:to>
                                    </p:set>
                                    <p:animScale>
                                      <p:cBhvr>
                                        <p:cTn id="49" dur="250" fill="hold">
                                          <p:stCondLst>
                                            <p:cond delay="0"/>
                                          </p:stCondLst>
                                        </p:cTn>
                                        <p:tgtEl>
                                          <p:spTgt spid="12"/>
                                        </p:tgtEl>
                                      </p:cBhvr>
                                      <p:by x="100000" y="100000"/>
                                      <p:from x="0" y="0"/>
                                      <p:to x="120000" y="105000"/>
                                    </p:animScale>
                                    <p:animScale>
                                      <p:cBhvr>
                                        <p:cTn id="50" dur="187" fill="hold">
                                          <p:stCondLst>
                                            <p:cond delay="250"/>
                                          </p:stCondLst>
                                        </p:cTn>
                                        <p:tgtEl>
                                          <p:spTgt spid="12"/>
                                        </p:tgtEl>
                                      </p:cBhvr>
                                      <p:by x="100000" y="100000"/>
                                      <p:from x="120000" y="105000"/>
                                      <p:to x="100000" y="115000"/>
                                    </p:animScale>
                                    <p:animScale>
                                      <p:cBhvr>
                                        <p:cTn id="51" dur="313" fill="hold">
                                          <p:stCondLst>
                                            <p:cond delay="437"/>
                                          </p:stCondLst>
                                        </p:cTn>
                                        <p:tgtEl>
                                          <p:spTgt spid="12"/>
                                        </p:tgtEl>
                                      </p:cBhvr>
                                      <p:by x="100000" y="100000"/>
                                      <p:from x="100000" y="115000"/>
                                      <p:to x="110000" y="100000"/>
                                    </p:animScale>
                                    <p:animScale>
                                      <p:cBhvr>
                                        <p:cTn id="52" dur="250" fill="hold">
                                          <p:stCondLst>
                                            <p:cond delay="750"/>
                                          </p:stCondLst>
                                        </p:cTn>
                                        <p:tgtEl>
                                          <p:spTgt spid="12"/>
                                        </p:tgtEl>
                                      </p:cBhvr>
                                      <p:by x="100000" y="100000"/>
                                      <p:from x="110000" y="100000"/>
                                      <p:to x="100000" y="110000"/>
                                    </p:animScale>
                                    <p:animScale>
                                      <p:cBhvr>
                                        <p:cTn id="53" dur="250" fill="hold">
                                          <p:stCondLst>
                                            <p:cond delay="1000"/>
                                          </p:stCondLst>
                                        </p:cTn>
                                        <p:tgtEl>
                                          <p:spTgt spid="12"/>
                                        </p:tgtEl>
                                      </p:cBhvr>
                                      <p:by x="100000" y="100000"/>
                                      <p:from x="100000" y="110000"/>
                                      <p:to x="100000" y="100000"/>
                                    </p:animScale>
                                  </p:childTnLst>
                                </p:cTn>
                              </p:par>
                              <p:par>
                                <p:cTn id="54" presetID="10" presetClass="entr" presetSubtype="0" decel="100000" fill="hold" grpId="0" nodeType="withEffect">
                                  <p:stCondLst>
                                    <p:cond delay="897"/>
                                  </p:stCondLst>
                                  <p:iterate type="wd">
                                    <p:tmPct val="10000"/>
                                  </p:iterate>
                                  <p:childTnLst>
                                    <p:set>
                                      <p:cBhvr>
                                        <p:cTn id="55" dur="1" fill="hold">
                                          <p:stCondLst>
                                            <p:cond delay="0"/>
                                          </p:stCondLst>
                                        </p:cTn>
                                        <p:tgtEl>
                                          <p:spTgt spid="13"/>
                                        </p:tgtEl>
                                        <p:attrNameLst>
                                          <p:attrName>style.visibility</p:attrName>
                                        </p:attrNameLst>
                                      </p:cBhvr>
                                      <p:to>
                                        <p:strVal val="visible"/>
                                      </p:to>
                                    </p:set>
                                    <p:animScale>
                                      <p:cBhvr>
                                        <p:cTn id="56" dur="250" fill="hold">
                                          <p:stCondLst>
                                            <p:cond delay="0"/>
                                          </p:stCondLst>
                                        </p:cTn>
                                        <p:tgtEl>
                                          <p:spTgt spid="13"/>
                                        </p:tgtEl>
                                      </p:cBhvr>
                                      <p:by x="100000" y="100000"/>
                                      <p:from x="0" y="0"/>
                                      <p:to x="120000" y="105000"/>
                                    </p:animScale>
                                    <p:animScale>
                                      <p:cBhvr>
                                        <p:cTn id="57" dur="187" fill="hold">
                                          <p:stCondLst>
                                            <p:cond delay="250"/>
                                          </p:stCondLst>
                                        </p:cTn>
                                        <p:tgtEl>
                                          <p:spTgt spid="13"/>
                                        </p:tgtEl>
                                      </p:cBhvr>
                                      <p:by x="100000" y="100000"/>
                                      <p:from x="120000" y="105000"/>
                                      <p:to x="100000" y="115000"/>
                                    </p:animScale>
                                    <p:animScale>
                                      <p:cBhvr>
                                        <p:cTn id="58" dur="313" fill="hold">
                                          <p:stCondLst>
                                            <p:cond delay="437"/>
                                          </p:stCondLst>
                                        </p:cTn>
                                        <p:tgtEl>
                                          <p:spTgt spid="13"/>
                                        </p:tgtEl>
                                      </p:cBhvr>
                                      <p:by x="100000" y="100000"/>
                                      <p:from x="100000" y="115000"/>
                                      <p:to x="110000" y="100000"/>
                                    </p:animScale>
                                    <p:animScale>
                                      <p:cBhvr>
                                        <p:cTn id="59" dur="250" fill="hold">
                                          <p:stCondLst>
                                            <p:cond delay="750"/>
                                          </p:stCondLst>
                                        </p:cTn>
                                        <p:tgtEl>
                                          <p:spTgt spid="13"/>
                                        </p:tgtEl>
                                      </p:cBhvr>
                                      <p:by x="100000" y="100000"/>
                                      <p:from x="110000" y="100000"/>
                                      <p:to x="100000" y="110000"/>
                                    </p:animScale>
                                    <p:animScale>
                                      <p:cBhvr>
                                        <p:cTn id="60" dur="250" fill="hold">
                                          <p:stCondLst>
                                            <p:cond delay="1000"/>
                                          </p:stCondLst>
                                        </p:cTn>
                                        <p:tgtEl>
                                          <p:spTgt spid="13"/>
                                        </p:tgtEl>
                                      </p:cBhvr>
                                      <p:by x="100000" y="100000"/>
                                      <p:from x="100000" y="110000"/>
                                      <p:to x="100000" y="100000"/>
                                    </p:animScale>
                                  </p:childTnLst>
                                </p:cTn>
                              </p:par>
                              <p:par>
                                <p:cTn id="61" presetID="10" presetClass="entr" presetSubtype="0" decel="100000" fill="hold" grpId="0" nodeType="withEffect">
                                  <p:stCondLst>
                                    <p:cond delay="923"/>
                                  </p:stCondLst>
                                  <p:iterate type="wd">
                                    <p:tmPct val="10000"/>
                                  </p:iterate>
                                  <p:childTnLst>
                                    <p:set>
                                      <p:cBhvr>
                                        <p:cTn id="62" dur="1" fill="hold">
                                          <p:stCondLst>
                                            <p:cond delay="0"/>
                                          </p:stCondLst>
                                        </p:cTn>
                                        <p:tgtEl>
                                          <p:spTgt spid="14"/>
                                        </p:tgtEl>
                                        <p:attrNameLst>
                                          <p:attrName>style.visibility</p:attrName>
                                        </p:attrNameLst>
                                      </p:cBhvr>
                                      <p:to>
                                        <p:strVal val="visible"/>
                                      </p:to>
                                    </p:set>
                                    <p:animScale>
                                      <p:cBhvr>
                                        <p:cTn id="63" dur="250" fill="hold">
                                          <p:stCondLst>
                                            <p:cond delay="0"/>
                                          </p:stCondLst>
                                        </p:cTn>
                                        <p:tgtEl>
                                          <p:spTgt spid="14"/>
                                        </p:tgtEl>
                                      </p:cBhvr>
                                      <p:by x="100000" y="100000"/>
                                      <p:from x="0" y="0"/>
                                      <p:to x="120000" y="105000"/>
                                    </p:animScale>
                                    <p:animScale>
                                      <p:cBhvr>
                                        <p:cTn id="64" dur="187" fill="hold">
                                          <p:stCondLst>
                                            <p:cond delay="250"/>
                                          </p:stCondLst>
                                        </p:cTn>
                                        <p:tgtEl>
                                          <p:spTgt spid="14"/>
                                        </p:tgtEl>
                                      </p:cBhvr>
                                      <p:by x="100000" y="100000"/>
                                      <p:from x="120000" y="105000"/>
                                      <p:to x="100000" y="115000"/>
                                    </p:animScale>
                                    <p:animScale>
                                      <p:cBhvr>
                                        <p:cTn id="65" dur="313" fill="hold">
                                          <p:stCondLst>
                                            <p:cond delay="437"/>
                                          </p:stCondLst>
                                        </p:cTn>
                                        <p:tgtEl>
                                          <p:spTgt spid="14"/>
                                        </p:tgtEl>
                                      </p:cBhvr>
                                      <p:by x="100000" y="100000"/>
                                      <p:from x="100000" y="115000"/>
                                      <p:to x="110000" y="100000"/>
                                    </p:animScale>
                                    <p:animScale>
                                      <p:cBhvr>
                                        <p:cTn id="66" dur="250" fill="hold">
                                          <p:stCondLst>
                                            <p:cond delay="750"/>
                                          </p:stCondLst>
                                        </p:cTn>
                                        <p:tgtEl>
                                          <p:spTgt spid="14"/>
                                        </p:tgtEl>
                                      </p:cBhvr>
                                      <p:by x="100000" y="100000"/>
                                      <p:from x="110000" y="100000"/>
                                      <p:to x="100000" y="110000"/>
                                    </p:animScale>
                                    <p:animScale>
                                      <p:cBhvr>
                                        <p:cTn id="67" dur="250" fill="hold">
                                          <p:stCondLst>
                                            <p:cond delay="1000"/>
                                          </p:stCondLst>
                                        </p:cTn>
                                        <p:tgtEl>
                                          <p:spTgt spid="14"/>
                                        </p:tgtEl>
                                      </p:cBhvr>
                                      <p:by x="100000" y="100000"/>
                                      <p:from x="100000" y="110000"/>
                                      <p:to x="100000" y="100000"/>
                                    </p:animScale>
                                  </p:childTnLst>
                                </p:cTn>
                              </p:par>
                              <p:par>
                                <p:cTn id="68" presetID="10" presetClass="entr" presetSubtype="0" decel="100000" fill="hold" grpId="0" nodeType="withEffect">
                                  <p:stCondLst>
                                    <p:cond delay="725"/>
                                  </p:stCondLst>
                                  <p:iterate type="wd">
                                    <p:tmPct val="10000"/>
                                  </p:iterate>
                                  <p:childTnLst>
                                    <p:set>
                                      <p:cBhvr>
                                        <p:cTn id="69" dur="1" fill="hold">
                                          <p:stCondLst>
                                            <p:cond delay="0"/>
                                          </p:stCondLst>
                                        </p:cTn>
                                        <p:tgtEl>
                                          <p:spTgt spid="15"/>
                                        </p:tgtEl>
                                        <p:attrNameLst>
                                          <p:attrName>style.visibility</p:attrName>
                                        </p:attrNameLst>
                                      </p:cBhvr>
                                      <p:to>
                                        <p:strVal val="visible"/>
                                      </p:to>
                                    </p:set>
                                    <p:animScale>
                                      <p:cBhvr>
                                        <p:cTn id="70" dur="250" fill="hold">
                                          <p:stCondLst>
                                            <p:cond delay="0"/>
                                          </p:stCondLst>
                                        </p:cTn>
                                        <p:tgtEl>
                                          <p:spTgt spid="15"/>
                                        </p:tgtEl>
                                      </p:cBhvr>
                                      <p:by x="100000" y="100000"/>
                                      <p:from x="0" y="0"/>
                                      <p:to x="120000" y="105000"/>
                                    </p:animScale>
                                    <p:animScale>
                                      <p:cBhvr>
                                        <p:cTn id="71" dur="187" fill="hold">
                                          <p:stCondLst>
                                            <p:cond delay="250"/>
                                          </p:stCondLst>
                                        </p:cTn>
                                        <p:tgtEl>
                                          <p:spTgt spid="15"/>
                                        </p:tgtEl>
                                      </p:cBhvr>
                                      <p:by x="100000" y="100000"/>
                                      <p:from x="120000" y="105000"/>
                                      <p:to x="100000" y="115000"/>
                                    </p:animScale>
                                    <p:animScale>
                                      <p:cBhvr>
                                        <p:cTn id="72" dur="313" fill="hold">
                                          <p:stCondLst>
                                            <p:cond delay="437"/>
                                          </p:stCondLst>
                                        </p:cTn>
                                        <p:tgtEl>
                                          <p:spTgt spid="15"/>
                                        </p:tgtEl>
                                      </p:cBhvr>
                                      <p:by x="100000" y="100000"/>
                                      <p:from x="100000" y="115000"/>
                                      <p:to x="110000" y="100000"/>
                                    </p:animScale>
                                    <p:animScale>
                                      <p:cBhvr>
                                        <p:cTn id="73" dur="250" fill="hold">
                                          <p:stCondLst>
                                            <p:cond delay="750"/>
                                          </p:stCondLst>
                                        </p:cTn>
                                        <p:tgtEl>
                                          <p:spTgt spid="15"/>
                                        </p:tgtEl>
                                      </p:cBhvr>
                                      <p:by x="100000" y="100000"/>
                                      <p:from x="110000" y="100000"/>
                                      <p:to x="100000" y="110000"/>
                                    </p:animScale>
                                    <p:animScale>
                                      <p:cBhvr>
                                        <p:cTn id="74" dur="250" fill="hold">
                                          <p:stCondLst>
                                            <p:cond delay="1000"/>
                                          </p:stCondLst>
                                        </p:cTn>
                                        <p:tgtEl>
                                          <p:spTgt spid="15"/>
                                        </p:tgtEl>
                                      </p:cBhvr>
                                      <p:by x="100000" y="100000"/>
                                      <p:from x="100000" y="110000"/>
                                      <p:to x="100000" y="100000"/>
                                    </p:animScale>
                                  </p:childTnLst>
                                </p:cTn>
                              </p:par>
                              <p:par>
                                <p:cTn id="75" presetID="10" presetClass="entr" presetSubtype="0" decel="100000" fill="hold" grpId="0" nodeType="withEffect">
                                  <p:stCondLst>
                                    <p:cond delay="396"/>
                                  </p:stCondLst>
                                  <p:iterate type="wd">
                                    <p:tmPct val="10000"/>
                                  </p:iterate>
                                  <p:childTnLst>
                                    <p:set>
                                      <p:cBhvr>
                                        <p:cTn id="76" dur="1" fill="hold">
                                          <p:stCondLst>
                                            <p:cond delay="0"/>
                                          </p:stCondLst>
                                        </p:cTn>
                                        <p:tgtEl>
                                          <p:spTgt spid="22"/>
                                        </p:tgtEl>
                                        <p:attrNameLst>
                                          <p:attrName>style.visibility</p:attrName>
                                        </p:attrNameLst>
                                      </p:cBhvr>
                                      <p:to>
                                        <p:strVal val="visible"/>
                                      </p:to>
                                    </p:set>
                                    <p:animScale>
                                      <p:cBhvr>
                                        <p:cTn id="77" dur="250" fill="hold">
                                          <p:stCondLst>
                                            <p:cond delay="0"/>
                                          </p:stCondLst>
                                        </p:cTn>
                                        <p:tgtEl>
                                          <p:spTgt spid="22"/>
                                        </p:tgtEl>
                                      </p:cBhvr>
                                      <p:by x="100000" y="100000"/>
                                      <p:from x="0" y="0"/>
                                      <p:to x="120000" y="105000"/>
                                    </p:animScale>
                                    <p:animScale>
                                      <p:cBhvr>
                                        <p:cTn id="78" dur="187" fill="hold">
                                          <p:stCondLst>
                                            <p:cond delay="250"/>
                                          </p:stCondLst>
                                        </p:cTn>
                                        <p:tgtEl>
                                          <p:spTgt spid="22"/>
                                        </p:tgtEl>
                                      </p:cBhvr>
                                      <p:by x="100000" y="100000"/>
                                      <p:from x="120000" y="105000"/>
                                      <p:to x="100000" y="115000"/>
                                    </p:animScale>
                                    <p:animScale>
                                      <p:cBhvr>
                                        <p:cTn id="79" dur="313" fill="hold">
                                          <p:stCondLst>
                                            <p:cond delay="437"/>
                                          </p:stCondLst>
                                        </p:cTn>
                                        <p:tgtEl>
                                          <p:spTgt spid="22"/>
                                        </p:tgtEl>
                                      </p:cBhvr>
                                      <p:by x="100000" y="100000"/>
                                      <p:from x="100000" y="115000"/>
                                      <p:to x="110000" y="100000"/>
                                    </p:animScale>
                                    <p:animScale>
                                      <p:cBhvr>
                                        <p:cTn id="80" dur="250" fill="hold">
                                          <p:stCondLst>
                                            <p:cond delay="750"/>
                                          </p:stCondLst>
                                        </p:cTn>
                                        <p:tgtEl>
                                          <p:spTgt spid="22"/>
                                        </p:tgtEl>
                                      </p:cBhvr>
                                      <p:by x="100000" y="100000"/>
                                      <p:from x="110000" y="100000"/>
                                      <p:to x="100000" y="110000"/>
                                    </p:animScale>
                                    <p:animScale>
                                      <p:cBhvr>
                                        <p:cTn id="81" dur="250" fill="hold">
                                          <p:stCondLst>
                                            <p:cond delay="1000"/>
                                          </p:stCondLst>
                                        </p:cTn>
                                        <p:tgtEl>
                                          <p:spTgt spid="22"/>
                                        </p:tgtEl>
                                      </p:cBhvr>
                                      <p:by x="100000" y="100000"/>
                                      <p:from x="100000" y="110000"/>
                                      <p:to x="100000" y="100000"/>
                                    </p:animScale>
                                  </p:childTnLst>
                                </p:cTn>
                              </p:par>
                              <p:par>
                                <p:cTn id="82" presetID="10" presetClass="entr" presetSubtype="0" decel="100000" fill="hold" grpId="0" nodeType="withEffect">
                                  <p:stCondLst>
                                    <p:cond delay="934"/>
                                  </p:stCondLst>
                                  <p:iterate type="wd">
                                    <p:tmPct val="10000"/>
                                  </p:iterate>
                                  <p:childTnLst>
                                    <p:set>
                                      <p:cBhvr>
                                        <p:cTn id="83" dur="1" fill="hold">
                                          <p:stCondLst>
                                            <p:cond delay="0"/>
                                          </p:stCondLst>
                                        </p:cTn>
                                        <p:tgtEl>
                                          <p:spTgt spid="23"/>
                                        </p:tgtEl>
                                        <p:attrNameLst>
                                          <p:attrName>style.visibility</p:attrName>
                                        </p:attrNameLst>
                                      </p:cBhvr>
                                      <p:to>
                                        <p:strVal val="visible"/>
                                      </p:to>
                                    </p:set>
                                    <p:animScale>
                                      <p:cBhvr>
                                        <p:cTn id="84" dur="250" fill="hold">
                                          <p:stCondLst>
                                            <p:cond delay="0"/>
                                          </p:stCondLst>
                                        </p:cTn>
                                        <p:tgtEl>
                                          <p:spTgt spid="23"/>
                                        </p:tgtEl>
                                      </p:cBhvr>
                                      <p:by x="100000" y="100000"/>
                                      <p:from x="0" y="0"/>
                                      <p:to x="120000" y="105000"/>
                                    </p:animScale>
                                    <p:animScale>
                                      <p:cBhvr>
                                        <p:cTn id="85" dur="187" fill="hold">
                                          <p:stCondLst>
                                            <p:cond delay="250"/>
                                          </p:stCondLst>
                                        </p:cTn>
                                        <p:tgtEl>
                                          <p:spTgt spid="23"/>
                                        </p:tgtEl>
                                      </p:cBhvr>
                                      <p:by x="100000" y="100000"/>
                                      <p:from x="120000" y="105000"/>
                                      <p:to x="100000" y="115000"/>
                                    </p:animScale>
                                    <p:animScale>
                                      <p:cBhvr>
                                        <p:cTn id="86" dur="313" fill="hold">
                                          <p:stCondLst>
                                            <p:cond delay="437"/>
                                          </p:stCondLst>
                                        </p:cTn>
                                        <p:tgtEl>
                                          <p:spTgt spid="23"/>
                                        </p:tgtEl>
                                      </p:cBhvr>
                                      <p:by x="100000" y="100000"/>
                                      <p:from x="100000" y="115000"/>
                                      <p:to x="110000" y="100000"/>
                                    </p:animScale>
                                    <p:animScale>
                                      <p:cBhvr>
                                        <p:cTn id="87" dur="250" fill="hold">
                                          <p:stCondLst>
                                            <p:cond delay="750"/>
                                          </p:stCondLst>
                                        </p:cTn>
                                        <p:tgtEl>
                                          <p:spTgt spid="23"/>
                                        </p:tgtEl>
                                      </p:cBhvr>
                                      <p:by x="100000" y="100000"/>
                                      <p:from x="110000" y="100000"/>
                                      <p:to x="100000" y="110000"/>
                                    </p:animScale>
                                    <p:animScale>
                                      <p:cBhvr>
                                        <p:cTn id="88" dur="250" fill="hold">
                                          <p:stCondLst>
                                            <p:cond delay="1000"/>
                                          </p:stCondLst>
                                        </p:cTn>
                                        <p:tgtEl>
                                          <p:spTgt spid="23"/>
                                        </p:tgtEl>
                                      </p:cBhvr>
                                      <p:by x="100000" y="100000"/>
                                      <p:from x="100000" y="110000"/>
                                      <p:to x="100000" y="100000"/>
                                    </p:animScale>
                                  </p:childTnLst>
                                </p:cTn>
                              </p:par>
                              <p:par>
                                <p:cTn id="89" presetID="10" presetClass="entr" presetSubtype="0" decel="100000" fill="hold" grpId="0" nodeType="withEffect">
                                  <p:stCondLst>
                                    <p:cond delay="129"/>
                                  </p:stCondLst>
                                  <p:iterate type="wd">
                                    <p:tmPct val="10000"/>
                                  </p:iterate>
                                  <p:childTnLst>
                                    <p:set>
                                      <p:cBhvr>
                                        <p:cTn id="90" dur="1" fill="hold">
                                          <p:stCondLst>
                                            <p:cond delay="0"/>
                                          </p:stCondLst>
                                        </p:cTn>
                                        <p:tgtEl>
                                          <p:spTgt spid="24"/>
                                        </p:tgtEl>
                                        <p:attrNameLst>
                                          <p:attrName>style.visibility</p:attrName>
                                        </p:attrNameLst>
                                      </p:cBhvr>
                                      <p:to>
                                        <p:strVal val="visible"/>
                                      </p:to>
                                    </p:set>
                                    <p:animScale>
                                      <p:cBhvr>
                                        <p:cTn id="91" dur="250" fill="hold">
                                          <p:stCondLst>
                                            <p:cond delay="0"/>
                                          </p:stCondLst>
                                        </p:cTn>
                                        <p:tgtEl>
                                          <p:spTgt spid="24"/>
                                        </p:tgtEl>
                                      </p:cBhvr>
                                      <p:by x="100000" y="100000"/>
                                      <p:from x="0" y="0"/>
                                      <p:to x="120000" y="105000"/>
                                    </p:animScale>
                                    <p:animScale>
                                      <p:cBhvr>
                                        <p:cTn id="92" dur="187" fill="hold">
                                          <p:stCondLst>
                                            <p:cond delay="250"/>
                                          </p:stCondLst>
                                        </p:cTn>
                                        <p:tgtEl>
                                          <p:spTgt spid="24"/>
                                        </p:tgtEl>
                                      </p:cBhvr>
                                      <p:by x="100000" y="100000"/>
                                      <p:from x="120000" y="105000"/>
                                      <p:to x="100000" y="115000"/>
                                    </p:animScale>
                                    <p:animScale>
                                      <p:cBhvr>
                                        <p:cTn id="93" dur="313" fill="hold">
                                          <p:stCondLst>
                                            <p:cond delay="437"/>
                                          </p:stCondLst>
                                        </p:cTn>
                                        <p:tgtEl>
                                          <p:spTgt spid="24"/>
                                        </p:tgtEl>
                                      </p:cBhvr>
                                      <p:by x="100000" y="100000"/>
                                      <p:from x="100000" y="115000"/>
                                      <p:to x="110000" y="100000"/>
                                    </p:animScale>
                                    <p:animScale>
                                      <p:cBhvr>
                                        <p:cTn id="94" dur="250" fill="hold">
                                          <p:stCondLst>
                                            <p:cond delay="750"/>
                                          </p:stCondLst>
                                        </p:cTn>
                                        <p:tgtEl>
                                          <p:spTgt spid="24"/>
                                        </p:tgtEl>
                                      </p:cBhvr>
                                      <p:by x="100000" y="100000"/>
                                      <p:from x="110000" y="100000"/>
                                      <p:to x="100000" y="110000"/>
                                    </p:animScale>
                                    <p:animScale>
                                      <p:cBhvr>
                                        <p:cTn id="95" dur="250" fill="hold">
                                          <p:stCondLst>
                                            <p:cond delay="1000"/>
                                          </p:stCondLst>
                                        </p:cTn>
                                        <p:tgtEl>
                                          <p:spTgt spid="24"/>
                                        </p:tgtEl>
                                      </p:cBhvr>
                                      <p:by x="100000" y="100000"/>
                                      <p:from x="100000" y="110000"/>
                                      <p:to x="100000" y="100000"/>
                                    </p:animScale>
                                  </p:childTnLst>
                                </p:cTn>
                              </p:par>
                              <p:par>
                                <p:cTn id="96" presetID="10" presetClass="entr" presetSubtype="0" decel="100000" fill="hold" grpId="0" nodeType="withEffect">
                                  <p:stCondLst>
                                    <p:cond delay="161"/>
                                  </p:stCondLst>
                                  <p:iterate type="wd">
                                    <p:tmPct val="10000"/>
                                  </p:iterate>
                                  <p:childTnLst>
                                    <p:set>
                                      <p:cBhvr>
                                        <p:cTn id="97" dur="1" fill="hold">
                                          <p:stCondLst>
                                            <p:cond delay="0"/>
                                          </p:stCondLst>
                                        </p:cTn>
                                        <p:tgtEl>
                                          <p:spTgt spid="25"/>
                                        </p:tgtEl>
                                        <p:attrNameLst>
                                          <p:attrName>style.visibility</p:attrName>
                                        </p:attrNameLst>
                                      </p:cBhvr>
                                      <p:to>
                                        <p:strVal val="visible"/>
                                      </p:to>
                                    </p:set>
                                    <p:animScale>
                                      <p:cBhvr>
                                        <p:cTn id="98" dur="250" fill="hold">
                                          <p:stCondLst>
                                            <p:cond delay="0"/>
                                          </p:stCondLst>
                                        </p:cTn>
                                        <p:tgtEl>
                                          <p:spTgt spid="25"/>
                                        </p:tgtEl>
                                      </p:cBhvr>
                                      <p:by x="100000" y="100000"/>
                                      <p:from x="0" y="0"/>
                                      <p:to x="120000" y="105000"/>
                                    </p:animScale>
                                    <p:animScale>
                                      <p:cBhvr>
                                        <p:cTn id="99" dur="187" fill="hold">
                                          <p:stCondLst>
                                            <p:cond delay="250"/>
                                          </p:stCondLst>
                                        </p:cTn>
                                        <p:tgtEl>
                                          <p:spTgt spid="25"/>
                                        </p:tgtEl>
                                      </p:cBhvr>
                                      <p:by x="100000" y="100000"/>
                                      <p:from x="120000" y="105000"/>
                                      <p:to x="100000" y="115000"/>
                                    </p:animScale>
                                    <p:animScale>
                                      <p:cBhvr>
                                        <p:cTn id="100" dur="313" fill="hold">
                                          <p:stCondLst>
                                            <p:cond delay="437"/>
                                          </p:stCondLst>
                                        </p:cTn>
                                        <p:tgtEl>
                                          <p:spTgt spid="25"/>
                                        </p:tgtEl>
                                      </p:cBhvr>
                                      <p:by x="100000" y="100000"/>
                                      <p:from x="100000" y="115000"/>
                                      <p:to x="110000" y="100000"/>
                                    </p:animScale>
                                    <p:animScale>
                                      <p:cBhvr>
                                        <p:cTn id="101" dur="250" fill="hold">
                                          <p:stCondLst>
                                            <p:cond delay="750"/>
                                          </p:stCondLst>
                                        </p:cTn>
                                        <p:tgtEl>
                                          <p:spTgt spid="25"/>
                                        </p:tgtEl>
                                      </p:cBhvr>
                                      <p:by x="100000" y="100000"/>
                                      <p:from x="110000" y="100000"/>
                                      <p:to x="100000" y="110000"/>
                                    </p:animScale>
                                    <p:animScale>
                                      <p:cBhvr>
                                        <p:cTn id="102" dur="250" fill="hold">
                                          <p:stCondLst>
                                            <p:cond delay="1000"/>
                                          </p:stCondLst>
                                        </p:cTn>
                                        <p:tgtEl>
                                          <p:spTgt spid="25"/>
                                        </p:tgtEl>
                                      </p:cBhvr>
                                      <p:by x="100000" y="100000"/>
                                      <p:from x="100000" y="110000"/>
                                      <p:to x="100000" y="100000"/>
                                    </p:animScale>
                                  </p:childTnLst>
                                </p:cTn>
                              </p:par>
                              <p:par>
                                <p:cTn id="103" presetID="10" presetClass="entr" presetSubtype="0" decel="100000" fill="hold" grpId="0" nodeType="withEffect">
                                  <p:stCondLst>
                                    <p:cond delay="76"/>
                                  </p:stCondLst>
                                  <p:iterate type="wd">
                                    <p:tmPct val="10000"/>
                                  </p:iterate>
                                  <p:childTnLst>
                                    <p:set>
                                      <p:cBhvr>
                                        <p:cTn id="104" dur="1" fill="hold">
                                          <p:stCondLst>
                                            <p:cond delay="0"/>
                                          </p:stCondLst>
                                        </p:cTn>
                                        <p:tgtEl>
                                          <p:spTgt spid="27"/>
                                        </p:tgtEl>
                                        <p:attrNameLst>
                                          <p:attrName>style.visibility</p:attrName>
                                        </p:attrNameLst>
                                      </p:cBhvr>
                                      <p:to>
                                        <p:strVal val="visible"/>
                                      </p:to>
                                    </p:set>
                                    <p:animScale>
                                      <p:cBhvr>
                                        <p:cTn id="105" dur="250" fill="hold">
                                          <p:stCondLst>
                                            <p:cond delay="0"/>
                                          </p:stCondLst>
                                        </p:cTn>
                                        <p:tgtEl>
                                          <p:spTgt spid="27"/>
                                        </p:tgtEl>
                                      </p:cBhvr>
                                      <p:by x="100000" y="100000"/>
                                      <p:from x="0" y="0"/>
                                      <p:to x="120000" y="105000"/>
                                    </p:animScale>
                                    <p:animScale>
                                      <p:cBhvr>
                                        <p:cTn id="106" dur="187" fill="hold">
                                          <p:stCondLst>
                                            <p:cond delay="250"/>
                                          </p:stCondLst>
                                        </p:cTn>
                                        <p:tgtEl>
                                          <p:spTgt spid="27"/>
                                        </p:tgtEl>
                                      </p:cBhvr>
                                      <p:by x="100000" y="100000"/>
                                      <p:from x="120000" y="105000"/>
                                      <p:to x="100000" y="115000"/>
                                    </p:animScale>
                                    <p:animScale>
                                      <p:cBhvr>
                                        <p:cTn id="107" dur="313" fill="hold">
                                          <p:stCondLst>
                                            <p:cond delay="437"/>
                                          </p:stCondLst>
                                        </p:cTn>
                                        <p:tgtEl>
                                          <p:spTgt spid="27"/>
                                        </p:tgtEl>
                                      </p:cBhvr>
                                      <p:by x="100000" y="100000"/>
                                      <p:from x="100000" y="115000"/>
                                      <p:to x="110000" y="100000"/>
                                    </p:animScale>
                                    <p:animScale>
                                      <p:cBhvr>
                                        <p:cTn id="108" dur="250" fill="hold">
                                          <p:stCondLst>
                                            <p:cond delay="750"/>
                                          </p:stCondLst>
                                        </p:cTn>
                                        <p:tgtEl>
                                          <p:spTgt spid="27"/>
                                        </p:tgtEl>
                                      </p:cBhvr>
                                      <p:by x="100000" y="100000"/>
                                      <p:from x="110000" y="100000"/>
                                      <p:to x="100000" y="110000"/>
                                    </p:animScale>
                                    <p:animScale>
                                      <p:cBhvr>
                                        <p:cTn id="109" dur="250" fill="hold">
                                          <p:stCondLst>
                                            <p:cond delay="1000"/>
                                          </p:stCondLst>
                                        </p:cTn>
                                        <p:tgtEl>
                                          <p:spTgt spid="27"/>
                                        </p:tgtEl>
                                      </p:cBhvr>
                                      <p:by x="100000" y="100000"/>
                                      <p:from x="100000" y="110000"/>
                                      <p:to x="100000" y="100000"/>
                                    </p:animScale>
                                  </p:childTnLst>
                                </p:cTn>
                              </p:par>
                              <p:par>
                                <p:cTn id="110" presetID="10" presetClass="entr" presetSubtype="0" decel="100000" fill="hold" grpId="0" nodeType="withEffect">
                                  <p:stCondLst>
                                    <p:cond delay="346"/>
                                  </p:stCondLst>
                                  <p:iterate type="wd">
                                    <p:tmPct val="10000"/>
                                  </p:iterate>
                                  <p:childTnLst>
                                    <p:set>
                                      <p:cBhvr>
                                        <p:cTn id="111" dur="1" fill="hold">
                                          <p:stCondLst>
                                            <p:cond delay="0"/>
                                          </p:stCondLst>
                                        </p:cTn>
                                        <p:tgtEl>
                                          <p:spTgt spid="29"/>
                                        </p:tgtEl>
                                        <p:attrNameLst>
                                          <p:attrName>style.visibility</p:attrName>
                                        </p:attrNameLst>
                                      </p:cBhvr>
                                      <p:to>
                                        <p:strVal val="visible"/>
                                      </p:to>
                                    </p:set>
                                    <p:animScale>
                                      <p:cBhvr>
                                        <p:cTn id="112" dur="250" fill="hold">
                                          <p:stCondLst>
                                            <p:cond delay="0"/>
                                          </p:stCondLst>
                                        </p:cTn>
                                        <p:tgtEl>
                                          <p:spTgt spid="29"/>
                                        </p:tgtEl>
                                      </p:cBhvr>
                                      <p:by x="100000" y="100000"/>
                                      <p:from x="0" y="0"/>
                                      <p:to x="120000" y="105000"/>
                                    </p:animScale>
                                    <p:animScale>
                                      <p:cBhvr>
                                        <p:cTn id="113" dur="187" fill="hold">
                                          <p:stCondLst>
                                            <p:cond delay="250"/>
                                          </p:stCondLst>
                                        </p:cTn>
                                        <p:tgtEl>
                                          <p:spTgt spid="29"/>
                                        </p:tgtEl>
                                      </p:cBhvr>
                                      <p:by x="100000" y="100000"/>
                                      <p:from x="120000" y="105000"/>
                                      <p:to x="100000" y="115000"/>
                                    </p:animScale>
                                    <p:animScale>
                                      <p:cBhvr>
                                        <p:cTn id="114" dur="313" fill="hold">
                                          <p:stCondLst>
                                            <p:cond delay="437"/>
                                          </p:stCondLst>
                                        </p:cTn>
                                        <p:tgtEl>
                                          <p:spTgt spid="29"/>
                                        </p:tgtEl>
                                      </p:cBhvr>
                                      <p:by x="100000" y="100000"/>
                                      <p:from x="100000" y="115000"/>
                                      <p:to x="110000" y="100000"/>
                                    </p:animScale>
                                    <p:animScale>
                                      <p:cBhvr>
                                        <p:cTn id="115" dur="250" fill="hold">
                                          <p:stCondLst>
                                            <p:cond delay="750"/>
                                          </p:stCondLst>
                                        </p:cTn>
                                        <p:tgtEl>
                                          <p:spTgt spid="29"/>
                                        </p:tgtEl>
                                      </p:cBhvr>
                                      <p:by x="100000" y="100000"/>
                                      <p:from x="110000" y="100000"/>
                                      <p:to x="100000" y="110000"/>
                                    </p:animScale>
                                    <p:animScale>
                                      <p:cBhvr>
                                        <p:cTn id="116" dur="250" fill="hold">
                                          <p:stCondLst>
                                            <p:cond delay="1000"/>
                                          </p:stCondLst>
                                        </p:cTn>
                                        <p:tgtEl>
                                          <p:spTgt spid="29"/>
                                        </p:tgtEl>
                                      </p:cBhvr>
                                      <p:by x="100000" y="100000"/>
                                      <p:from x="100000" y="110000"/>
                                      <p:to x="100000" y="100000"/>
                                    </p:animScale>
                                  </p:childTnLst>
                                </p:cTn>
                              </p:par>
                            </p:childTnLst>
                          </p:cTn>
                        </p:par>
                      </p:childTnLst>
                    </p:cTn>
                  </p:par>
                  <p:par>
                    <p:cTn id="117" fill="hold">
                      <p:stCondLst>
                        <p:cond delay="indefinite"/>
                      </p:stCondLst>
                      <p:childTnLst>
                        <p:par>
                          <p:cTn id="118" fill="hold">
                            <p:stCondLst>
                              <p:cond delay="0"/>
                            </p:stCondLst>
                            <p:childTnLst>
                              <p:par>
                                <p:cTn id="119" presetID="53" presetClass="entr" presetSubtype="16" fill="hold" nodeType="clickEffect">
                                  <p:stCondLst>
                                    <p:cond delay="0"/>
                                  </p:stCondLst>
                                  <p:childTnLst>
                                    <p:set>
                                      <p:cBhvr>
                                        <p:cTn id="120" dur="1" fill="hold">
                                          <p:stCondLst>
                                            <p:cond delay="0"/>
                                          </p:stCondLst>
                                        </p:cTn>
                                        <p:tgtEl>
                                          <p:spTgt spid="40"/>
                                        </p:tgtEl>
                                        <p:attrNameLst>
                                          <p:attrName>style.visibility</p:attrName>
                                        </p:attrNameLst>
                                      </p:cBhvr>
                                      <p:to>
                                        <p:strVal val="visible"/>
                                      </p:to>
                                    </p:set>
                                    <p:anim calcmode="lin" valueType="num">
                                      <p:cBhvr>
                                        <p:cTn id="121" dur="500" fill="hold"/>
                                        <p:tgtEl>
                                          <p:spTgt spid="40"/>
                                        </p:tgtEl>
                                        <p:attrNameLst>
                                          <p:attrName>ppt_w</p:attrName>
                                        </p:attrNameLst>
                                      </p:cBhvr>
                                      <p:tavLst>
                                        <p:tav tm="0">
                                          <p:val>
                                            <p:fltVal val="0"/>
                                          </p:val>
                                        </p:tav>
                                        <p:tav tm="100000">
                                          <p:val>
                                            <p:strVal val="#ppt_w"/>
                                          </p:val>
                                        </p:tav>
                                      </p:tavLst>
                                    </p:anim>
                                    <p:anim calcmode="lin" valueType="num">
                                      <p:cBhvr>
                                        <p:cTn id="122" dur="500" fill="hold"/>
                                        <p:tgtEl>
                                          <p:spTgt spid="40"/>
                                        </p:tgtEl>
                                        <p:attrNameLst>
                                          <p:attrName>ppt_h</p:attrName>
                                        </p:attrNameLst>
                                      </p:cBhvr>
                                      <p:tavLst>
                                        <p:tav tm="0">
                                          <p:val>
                                            <p:fltVal val="0"/>
                                          </p:val>
                                        </p:tav>
                                        <p:tav tm="100000">
                                          <p:val>
                                            <p:strVal val="#ppt_h"/>
                                          </p:val>
                                        </p:tav>
                                      </p:tavLst>
                                    </p:anim>
                                    <p:animEffect transition="in" filter="fade">
                                      <p:cBhvr>
                                        <p:cTn id="12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8" grpId="0"/>
      <p:bldP spid="48" grpId="0"/>
      <p:bldP spid="31" grpId="0"/>
      <p:bldP spid="36" grpId="0"/>
      <p:bldP spid="11" grpId="0"/>
      <p:bldP spid="12" grpId="0"/>
      <p:bldP spid="13" grpId="0"/>
      <p:bldP spid="14" grpId="0"/>
      <p:bldP spid="15" grpId="0"/>
      <p:bldP spid="22" grpId="0"/>
      <p:bldP spid="23" grpId="0"/>
      <p:bldP spid="24" grpId="0"/>
      <p:bldP spid="25" grpId="0"/>
      <p:bldP spid="27"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CD727-8233-2C7E-F5D7-35BA1DF1E39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7E6FEC6-DEA4-C425-D848-E0BC714CC76B}"/>
              </a:ext>
            </a:extLst>
          </p:cNvPr>
          <p:cNvPicPr>
            <a:picLocks noChangeAspect="1"/>
          </p:cNvPicPr>
          <p:nvPr/>
        </p:nvPicPr>
        <p:blipFill>
          <a:blip r:embed="rId2"/>
          <a:stretch>
            <a:fillRect/>
          </a:stretch>
        </p:blipFill>
        <p:spPr>
          <a:xfrm>
            <a:off x="25173" y="0"/>
            <a:ext cx="5561836" cy="3605719"/>
          </a:xfrm>
          <a:prstGeom prst="roundRect">
            <a:avLst>
              <a:gd name="adj" fmla="val 2099"/>
            </a:avLst>
          </a:prstGeom>
          <a:ln>
            <a:solidFill>
              <a:schemeClr val="bg1">
                <a:lumMod val="75000"/>
              </a:schemeClr>
            </a:solidFill>
          </a:ln>
        </p:spPr>
      </p:pic>
      <p:pic>
        <p:nvPicPr>
          <p:cNvPr id="5" name="图片 4">
            <a:extLst>
              <a:ext uri="{FF2B5EF4-FFF2-40B4-BE49-F238E27FC236}">
                <a16:creationId xmlns:a16="http://schemas.microsoft.com/office/drawing/2014/main" id="{BD96597B-B912-A670-F3C3-4FE9EFCA449C}"/>
              </a:ext>
            </a:extLst>
          </p:cNvPr>
          <p:cNvPicPr>
            <a:picLocks noChangeAspect="1"/>
          </p:cNvPicPr>
          <p:nvPr/>
        </p:nvPicPr>
        <p:blipFill>
          <a:blip r:embed="rId3"/>
          <a:stretch>
            <a:fillRect/>
          </a:stretch>
        </p:blipFill>
        <p:spPr>
          <a:xfrm>
            <a:off x="1790910" y="0"/>
            <a:ext cx="6411430" cy="4228289"/>
          </a:xfrm>
          <a:prstGeom prst="roundRect">
            <a:avLst>
              <a:gd name="adj" fmla="val 1790"/>
            </a:avLst>
          </a:prstGeom>
          <a:ln>
            <a:solidFill>
              <a:schemeClr val="bg1">
                <a:lumMod val="75000"/>
              </a:schemeClr>
            </a:solidFill>
          </a:ln>
        </p:spPr>
      </p:pic>
      <p:pic>
        <p:nvPicPr>
          <p:cNvPr id="7" name="图片 6">
            <a:extLst>
              <a:ext uri="{FF2B5EF4-FFF2-40B4-BE49-F238E27FC236}">
                <a16:creationId xmlns:a16="http://schemas.microsoft.com/office/drawing/2014/main" id="{D8F0A6D4-4D16-85E5-C88C-AEE3913578CE}"/>
              </a:ext>
            </a:extLst>
          </p:cNvPr>
          <p:cNvPicPr>
            <a:picLocks noChangeAspect="1"/>
          </p:cNvPicPr>
          <p:nvPr/>
        </p:nvPicPr>
        <p:blipFill>
          <a:blip r:embed="rId4"/>
          <a:srcRect t="11465"/>
          <a:stretch/>
        </p:blipFill>
        <p:spPr>
          <a:xfrm>
            <a:off x="4041386" y="0"/>
            <a:ext cx="6582724" cy="4228289"/>
          </a:xfrm>
          <a:prstGeom prst="roundRect">
            <a:avLst>
              <a:gd name="adj" fmla="val 2814"/>
            </a:avLst>
          </a:prstGeom>
          <a:ln>
            <a:solidFill>
              <a:schemeClr val="bg1">
                <a:lumMod val="75000"/>
              </a:schemeClr>
            </a:solidFill>
          </a:ln>
        </p:spPr>
      </p:pic>
      <p:pic>
        <p:nvPicPr>
          <p:cNvPr id="10" name="图片 9">
            <a:extLst>
              <a:ext uri="{FF2B5EF4-FFF2-40B4-BE49-F238E27FC236}">
                <a16:creationId xmlns:a16="http://schemas.microsoft.com/office/drawing/2014/main" id="{E3BFED01-23D0-ED0D-272B-E7113FF62F6B}"/>
              </a:ext>
            </a:extLst>
          </p:cNvPr>
          <p:cNvPicPr>
            <a:picLocks noChangeAspect="1"/>
          </p:cNvPicPr>
          <p:nvPr/>
        </p:nvPicPr>
        <p:blipFill>
          <a:blip r:embed="rId5"/>
          <a:stretch>
            <a:fillRect/>
          </a:stretch>
        </p:blipFill>
        <p:spPr>
          <a:xfrm>
            <a:off x="6038692" y="0"/>
            <a:ext cx="6153308" cy="4237308"/>
          </a:xfrm>
          <a:prstGeom prst="roundRect">
            <a:avLst>
              <a:gd name="adj" fmla="val 3658"/>
            </a:avLst>
          </a:prstGeom>
          <a:ln>
            <a:solidFill>
              <a:schemeClr val="bg1">
                <a:lumMod val="75000"/>
              </a:schemeClr>
            </a:solidFill>
          </a:ln>
        </p:spPr>
      </p:pic>
      <p:pic>
        <p:nvPicPr>
          <p:cNvPr id="11" name="图片 10">
            <a:extLst>
              <a:ext uri="{FF2B5EF4-FFF2-40B4-BE49-F238E27FC236}">
                <a16:creationId xmlns:a16="http://schemas.microsoft.com/office/drawing/2014/main" id="{274A2B3F-DDFB-EC07-8006-2EAC736F1C82}"/>
              </a:ext>
            </a:extLst>
          </p:cNvPr>
          <p:cNvPicPr>
            <a:picLocks noChangeAspect="1"/>
          </p:cNvPicPr>
          <p:nvPr/>
        </p:nvPicPr>
        <p:blipFill>
          <a:blip r:embed="rId6"/>
          <a:stretch>
            <a:fillRect/>
          </a:stretch>
        </p:blipFill>
        <p:spPr>
          <a:xfrm>
            <a:off x="0" y="2837687"/>
            <a:ext cx="6016086" cy="4072647"/>
          </a:xfrm>
          <a:prstGeom prst="roundRect">
            <a:avLst>
              <a:gd name="adj" fmla="val 3658"/>
            </a:avLst>
          </a:prstGeom>
          <a:ln>
            <a:solidFill>
              <a:schemeClr val="bg1">
                <a:lumMod val="75000"/>
              </a:schemeClr>
            </a:solidFill>
          </a:ln>
        </p:spPr>
      </p:pic>
      <p:pic>
        <p:nvPicPr>
          <p:cNvPr id="12" name="图片 11">
            <a:extLst>
              <a:ext uri="{FF2B5EF4-FFF2-40B4-BE49-F238E27FC236}">
                <a16:creationId xmlns:a16="http://schemas.microsoft.com/office/drawing/2014/main" id="{85414C1E-515C-C34D-CB52-DBA6840E1D2D}"/>
              </a:ext>
            </a:extLst>
          </p:cNvPr>
          <p:cNvPicPr>
            <a:picLocks noChangeAspect="1"/>
          </p:cNvPicPr>
          <p:nvPr/>
        </p:nvPicPr>
        <p:blipFill>
          <a:blip r:embed="rId7"/>
          <a:stretch>
            <a:fillRect/>
          </a:stretch>
        </p:blipFill>
        <p:spPr>
          <a:xfrm>
            <a:off x="1790910" y="2889850"/>
            <a:ext cx="6314236" cy="4014483"/>
          </a:xfrm>
          <a:prstGeom prst="roundRect">
            <a:avLst>
              <a:gd name="adj" fmla="val 2363"/>
            </a:avLst>
          </a:prstGeom>
          <a:ln>
            <a:solidFill>
              <a:schemeClr val="bg1">
                <a:lumMod val="75000"/>
              </a:schemeClr>
            </a:solidFill>
          </a:ln>
        </p:spPr>
      </p:pic>
      <p:pic>
        <p:nvPicPr>
          <p:cNvPr id="13" name="图片 12">
            <a:extLst>
              <a:ext uri="{FF2B5EF4-FFF2-40B4-BE49-F238E27FC236}">
                <a16:creationId xmlns:a16="http://schemas.microsoft.com/office/drawing/2014/main" id="{9FFA1A1F-0B65-2FBF-0D0F-503C6C6F3560}"/>
              </a:ext>
            </a:extLst>
          </p:cNvPr>
          <p:cNvPicPr>
            <a:picLocks noChangeAspect="1"/>
          </p:cNvPicPr>
          <p:nvPr/>
        </p:nvPicPr>
        <p:blipFill>
          <a:blip r:embed="rId8"/>
          <a:stretch>
            <a:fillRect/>
          </a:stretch>
        </p:blipFill>
        <p:spPr>
          <a:xfrm>
            <a:off x="4014926" y="2837687"/>
            <a:ext cx="6521284" cy="4507251"/>
          </a:xfrm>
          <a:prstGeom prst="roundRect">
            <a:avLst>
              <a:gd name="adj" fmla="val 2099"/>
            </a:avLst>
          </a:prstGeom>
          <a:ln>
            <a:solidFill>
              <a:schemeClr val="bg1">
                <a:lumMod val="75000"/>
              </a:schemeClr>
            </a:solidFill>
          </a:ln>
        </p:spPr>
      </p:pic>
      <p:pic>
        <p:nvPicPr>
          <p:cNvPr id="6" name="图片 5">
            <a:extLst>
              <a:ext uri="{FF2B5EF4-FFF2-40B4-BE49-F238E27FC236}">
                <a16:creationId xmlns:a16="http://schemas.microsoft.com/office/drawing/2014/main" id="{3ABFC93D-1BFD-5370-12B2-A2A6D909457B}"/>
              </a:ext>
            </a:extLst>
          </p:cNvPr>
          <p:cNvPicPr>
            <a:picLocks noChangeAspect="1"/>
          </p:cNvPicPr>
          <p:nvPr/>
        </p:nvPicPr>
        <p:blipFill>
          <a:blip r:embed="rId3"/>
          <a:stretch>
            <a:fillRect/>
          </a:stretch>
        </p:blipFill>
        <p:spPr>
          <a:xfrm>
            <a:off x="6038692" y="2837687"/>
            <a:ext cx="6411430" cy="4228289"/>
          </a:xfrm>
          <a:prstGeom prst="roundRect">
            <a:avLst>
              <a:gd name="adj" fmla="val 1790"/>
            </a:avLst>
          </a:prstGeom>
          <a:ln>
            <a:solidFill>
              <a:schemeClr val="bg1">
                <a:lumMod val="75000"/>
              </a:schemeClr>
            </a:solidFill>
          </a:ln>
        </p:spPr>
      </p:pic>
    </p:spTree>
    <p:extLst>
      <p:ext uri="{BB962C8B-B14F-4D97-AF65-F5344CB8AC3E}">
        <p14:creationId xmlns:p14="http://schemas.microsoft.com/office/powerpoint/2010/main" val="320491606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1+#ppt_w/2"/>
                                          </p:val>
                                        </p:tav>
                                        <p:tav tm="100000">
                                          <p:val>
                                            <p:strVal val="#ppt_x"/>
                                          </p:val>
                                        </p:tav>
                                      </p:tavLst>
                                    </p:anim>
                                    <p:anim calcmode="lin" valueType="num">
                                      <p:cBhvr additive="base">
                                        <p:cTn id="16" dur="50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20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1+#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4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1+#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40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6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60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1+#ppt_w/2"/>
                                          </p:val>
                                        </p:tav>
                                        <p:tav tm="100000">
                                          <p:val>
                                            <p:strVal val="#ppt_x"/>
                                          </p:val>
                                        </p:tav>
                                      </p:tavLst>
                                    </p:anim>
                                    <p:anim calcmode="lin" valueType="num">
                                      <p:cBhvr additive="base">
                                        <p:cTn id="3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A7AE9-1027-DF77-0334-8940D58F69C5}"/>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CD840049-1886-4B5E-E4D0-97BFA1881926}"/>
              </a:ext>
            </a:extLst>
          </p:cNvPr>
          <p:cNvSpPr/>
          <p:nvPr/>
        </p:nvSpPr>
        <p:spPr>
          <a:xfrm>
            <a:off x="1" y="2425710"/>
            <a:ext cx="12192000" cy="4432291"/>
          </a:xfrm>
          <a:custGeom>
            <a:avLst/>
            <a:gdLst>
              <a:gd name="connsiteX0" fmla="*/ 6195629 w 12192000"/>
              <a:gd name="connsiteY0" fmla="*/ 0 h 4432291"/>
              <a:gd name="connsiteX1" fmla="*/ 12148937 w 12192000"/>
              <a:gd name="connsiteY1" fmla="*/ 3741229 h 4432291"/>
              <a:gd name="connsiteX2" fmla="*/ 12192000 w 12192000"/>
              <a:gd name="connsiteY2" fmla="*/ 3836481 h 4432291"/>
              <a:gd name="connsiteX3" fmla="*/ 12192000 w 12192000"/>
              <a:gd name="connsiteY3" fmla="*/ 4432291 h 4432291"/>
              <a:gd name="connsiteX4" fmla="*/ 0 w 12192000"/>
              <a:gd name="connsiteY4" fmla="*/ 4432291 h 4432291"/>
              <a:gd name="connsiteX5" fmla="*/ 0 w 12192000"/>
              <a:gd name="connsiteY5" fmla="*/ 4312918 h 4432291"/>
              <a:gd name="connsiteX6" fmla="*/ 110058 w 12192000"/>
              <a:gd name="connsiteY6" fmla="*/ 4033788 h 4432291"/>
              <a:gd name="connsiteX7" fmla="*/ 6195629 w 12192000"/>
              <a:gd name="connsiteY7" fmla="*/ 0 h 443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32291">
                <a:moveTo>
                  <a:pt x="6195629" y="0"/>
                </a:moveTo>
                <a:cubicBezTo>
                  <a:pt x="8817353" y="0"/>
                  <a:pt x="11082292" y="1527579"/>
                  <a:pt x="12148937" y="3741229"/>
                </a:cubicBezTo>
                <a:lnTo>
                  <a:pt x="12192000" y="3836481"/>
                </a:lnTo>
                <a:lnTo>
                  <a:pt x="12192000" y="4432291"/>
                </a:lnTo>
                <a:lnTo>
                  <a:pt x="0" y="4432291"/>
                </a:lnTo>
                <a:lnTo>
                  <a:pt x="0" y="4312918"/>
                </a:lnTo>
                <a:lnTo>
                  <a:pt x="110058" y="4033788"/>
                </a:lnTo>
                <a:cubicBezTo>
                  <a:pt x="1112690" y="1663300"/>
                  <a:pt x="3459917" y="0"/>
                  <a:pt x="6195629"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3" name="任意多边形: 形状 2">
            <a:extLst>
              <a:ext uri="{FF2B5EF4-FFF2-40B4-BE49-F238E27FC236}">
                <a16:creationId xmlns:a16="http://schemas.microsoft.com/office/drawing/2014/main" id="{2CD4A329-AD46-35AC-51FD-873863CB0889}"/>
              </a:ext>
            </a:extLst>
          </p:cNvPr>
          <p:cNvSpPr/>
          <p:nvPr/>
        </p:nvSpPr>
        <p:spPr>
          <a:xfrm>
            <a:off x="1324320" y="3910226"/>
            <a:ext cx="9543362" cy="2947775"/>
          </a:xfrm>
          <a:custGeom>
            <a:avLst/>
            <a:gdLst>
              <a:gd name="connsiteX0" fmla="*/ 4339657 w 8679314"/>
              <a:gd name="connsiteY0" fmla="*/ 0 h 2680886"/>
              <a:gd name="connsiteX1" fmla="*/ 8607091 w 8679314"/>
              <a:gd name="connsiteY1" fmla="*/ 2539870 h 2680886"/>
              <a:gd name="connsiteX2" fmla="*/ 8679314 w 8679314"/>
              <a:gd name="connsiteY2" fmla="*/ 2680886 h 2680886"/>
              <a:gd name="connsiteX3" fmla="*/ 0 w 8679314"/>
              <a:gd name="connsiteY3" fmla="*/ 2680886 h 2680886"/>
              <a:gd name="connsiteX4" fmla="*/ 72224 w 8679314"/>
              <a:gd name="connsiteY4" fmla="*/ 2539870 h 2680886"/>
              <a:gd name="connsiteX5" fmla="*/ 4339657 w 8679314"/>
              <a:gd name="connsiteY5" fmla="*/ 0 h 2680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9314" h="2680886">
                <a:moveTo>
                  <a:pt x="4339657" y="0"/>
                </a:moveTo>
                <a:cubicBezTo>
                  <a:pt x="6182392" y="0"/>
                  <a:pt x="7785255" y="1027010"/>
                  <a:pt x="8607091" y="2539870"/>
                </a:cubicBezTo>
                <a:lnTo>
                  <a:pt x="8679314" y="2680886"/>
                </a:lnTo>
                <a:lnTo>
                  <a:pt x="0" y="2680886"/>
                </a:lnTo>
                <a:lnTo>
                  <a:pt x="72224" y="2539870"/>
                </a:lnTo>
                <a:cubicBezTo>
                  <a:pt x="894059" y="1027010"/>
                  <a:pt x="2496923" y="0"/>
                  <a:pt x="4339657" y="0"/>
                </a:cubicBezTo>
                <a:close/>
              </a:path>
            </a:pathLst>
          </a:custGeom>
          <a:gradFill flip="none" rotWithShape="1">
            <a:gsLst>
              <a:gs pos="100000">
                <a:schemeClr val="bg1"/>
              </a:gs>
              <a:gs pos="0">
                <a:schemeClr val="bg1">
                  <a:lumMod val="85000"/>
                  <a:lumOff val="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55" name="椭圆 54">
            <a:extLst>
              <a:ext uri="{FF2B5EF4-FFF2-40B4-BE49-F238E27FC236}">
                <a16:creationId xmlns:a16="http://schemas.microsoft.com/office/drawing/2014/main" id="{6A52440F-2657-0128-1AD3-FD195EC82AF4}"/>
              </a:ext>
            </a:extLst>
          </p:cNvPr>
          <p:cNvSpPr/>
          <p:nvPr/>
        </p:nvSpPr>
        <p:spPr>
          <a:xfrm>
            <a:off x="1146875" y="5144196"/>
            <a:ext cx="588936" cy="588936"/>
          </a:xfrm>
          <a:prstGeom prst="ellipse">
            <a:avLst/>
          </a:prstGeom>
          <a:solidFill>
            <a:srgbClr val="25BFB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新零售</a:t>
            </a:r>
          </a:p>
        </p:txBody>
      </p:sp>
      <p:sp>
        <p:nvSpPr>
          <p:cNvPr id="56" name="椭圆 55">
            <a:extLst>
              <a:ext uri="{FF2B5EF4-FFF2-40B4-BE49-F238E27FC236}">
                <a16:creationId xmlns:a16="http://schemas.microsoft.com/office/drawing/2014/main" id="{4ABD9951-DB48-5805-E0FD-E7B400BB6267}"/>
              </a:ext>
            </a:extLst>
          </p:cNvPr>
          <p:cNvSpPr/>
          <p:nvPr/>
        </p:nvSpPr>
        <p:spPr>
          <a:xfrm>
            <a:off x="9379229" y="5127112"/>
            <a:ext cx="588936" cy="588936"/>
          </a:xfrm>
          <a:prstGeom prst="ellipse">
            <a:avLst/>
          </a:prstGeom>
          <a:solidFill>
            <a:schemeClr val="accent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物流</a:t>
            </a:r>
            <a:endParaRPr kumimoji="0" lang="en-US" altLang="zh-CN" sz="1050" b="0" i="0" u="none" strike="noStrike" kern="1200" cap="none" spc="0" normalizeH="0" baseline="0" noProof="0">
              <a:ln>
                <a:noFill/>
              </a:ln>
              <a:solidFill>
                <a:srgbClr val="FFFFFF"/>
              </a:solidFill>
              <a:effectLst/>
              <a:uLnTx/>
              <a:uFillTx/>
              <a:latin typeface="Source Code Pro"/>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运输</a:t>
            </a:r>
          </a:p>
        </p:txBody>
      </p:sp>
      <p:sp>
        <p:nvSpPr>
          <p:cNvPr id="57" name="椭圆 56">
            <a:extLst>
              <a:ext uri="{FF2B5EF4-FFF2-40B4-BE49-F238E27FC236}">
                <a16:creationId xmlns:a16="http://schemas.microsoft.com/office/drawing/2014/main" id="{194125CA-12D5-4085-32C2-E6B88DD01EAF}"/>
              </a:ext>
            </a:extLst>
          </p:cNvPr>
          <p:cNvSpPr/>
          <p:nvPr/>
        </p:nvSpPr>
        <p:spPr>
          <a:xfrm>
            <a:off x="2626144" y="3947267"/>
            <a:ext cx="588936" cy="588936"/>
          </a:xfrm>
          <a:prstGeom prst="ellipse">
            <a:avLst/>
          </a:prstGeom>
          <a:solidFill>
            <a:srgbClr val="5E98F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企业</a:t>
            </a:r>
            <a:endParaRPr kumimoji="0" lang="en-US" altLang="zh-CN" sz="1050" b="0" i="0" u="none" strike="noStrike" kern="1200" cap="none" spc="0" normalizeH="0" baseline="0" noProof="0">
              <a:ln>
                <a:noFill/>
              </a:ln>
              <a:solidFill>
                <a:srgbClr val="FFFFFF"/>
              </a:solidFill>
              <a:effectLst/>
              <a:uLnTx/>
              <a:uFillTx/>
              <a:latin typeface="Source Code Pro"/>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服务</a:t>
            </a:r>
          </a:p>
        </p:txBody>
      </p:sp>
      <p:sp>
        <p:nvSpPr>
          <p:cNvPr id="58" name="椭圆 57">
            <a:extLst>
              <a:ext uri="{FF2B5EF4-FFF2-40B4-BE49-F238E27FC236}">
                <a16:creationId xmlns:a16="http://schemas.microsoft.com/office/drawing/2014/main" id="{FC1869BD-2BC1-1C48-A8C6-F9D8181D5E10}"/>
              </a:ext>
            </a:extLst>
          </p:cNvPr>
          <p:cNvSpPr/>
          <p:nvPr/>
        </p:nvSpPr>
        <p:spPr>
          <a:xfrm>
            <a:off x="11070955" y="4989222"/>
            <a:ext cx="588936" cy="588936"/>
          </a:xfrm>
          <a:prstGeom prst="ellipse">
            <a:avLst/>
          </a:prstGeom>
          <a:solidFill>
            <a:srgbClr val="5E98F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教育</a:t>
            </a:r>
          </a:p>
        </p:txBody>
      </p:sp>
      <p:sp>
        <p:nvSpPr>
          <p:cNvPr id="59" name="椭圆 58">
            <a:extLst>
              <a:ext uri="{FF2B5EF4-FFF2-40B4-BE49-F238E27FC236}">
                <a16:creationId xmlns:a16="http://schemas.microsoft.com/office/drawing/2014/main" id="{7D849BC3-FC7F-F865-EE24-B0F5592F0427}"/>
              </a:ext>
            </a:extLst>
          </p:cNvPr>
          <p:cNvSpPr/>
          <p:nvPr/>
        </p:nvSpPr>
        <p:spPr>
          <a:xfrm>
            <a:off x="3265167" y="2919732"/>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游戏</a:t>
            </a:r>
          </a:p>
        </p:txBody>
      </p:sp>
      <p:sp>
        <p:nvSpPr>
          <p:cNvPr id="60" name="椭圆 59">
            <a:extLst>
              <a:ext uri="{FF2B5EF4-FFF2-40B4-BE49-F238E27FC236}">
                <a16:creationId xmlns:a16="http://schemas.microsoft.com/office/drawing/2014/main" id="{904B0734-DABA-75C5-4AEA-9106C6588C6B}"/>
              </a:ext>
            </a:extLst>
          </p:cNvPr>
          <p:cNvSpPr/>
          <p:nvPr/>
        </p:nvSpPr>
        <p:spPr>
          <a:xfrm>
            <a:off x="3647299" y="4739533"/>
            <a:ext cx="588936" cy="588936"/>
          </a:xfrm>
          <a:prstGeom prst="ellipse">
            <a:avLst/>
          </a:prstGeom>
          <a:solidFill>
            <a:srgbClr val="FF731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电信</a:t>
            </a:r>
          </a:p>
        </p:txBody>
      </p:sp>
      <p:sp>
        <p:nvSpPr>
          <p:cNvPr id="61" name="椭圆 60">
            <a:extLst>
              <a:ext uri="{FF2B5EF4-FFF2-40B4-BE49-F238E27FC236}">
                <a16:creationId xmlns:a16="http://schemas.microsoft.com/office/drawing/2014/main" id="{ED377393-7106-F2A8-0391-F2AB6B1FB2A8}"/>
              </a:ext>
            </a:extLst>
          </p:cNvPr>
          <p:cNvSpPr/>
          <p:nvPr/>
        </p:nvSpPr>
        <p:spPr>
          <a:xfrm>
            <a:off x="7890776" y="4538176"/>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出行</a:t>
            </a:r>
          </a:p>
        </p:txBody>
      </p:sp>
      <p:sp>
        <p:nvSpPr>
          <p:cNvPr id="62" name="椭圆 61">
            <a:extLst>
              <a:ext uri="{FF2B5EF4-FFF2-40B4-BE49-F238E27FC236}">
                <a16:creationId xmlns:a16="http://schemas.microsoft.com/office/drawing/2014/main" id="{F9B29964-C7F9-E68F-8F20-3EE72E214616}"/>
              </a:ext>
            </a:extLst>
          </p:cNvPr>
          <p:cNvSpPr/>
          <p:nvPr/>
        </p:nvSpPr>
        <p:spPr>
          <a:xfrm>
            <a:off x="8618070" y="2677665"/>
            <a:ext cx="588936" cy="588936"/>
          </a:xfrm>
          <a:prstGeom prst="ellipse">
            <a:avLst/>
          </a:prstGeom>
          <a:solidFill>
            <a:srgbClr val="FF731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社交</a:t>
            </a:r>
          </a:p>
        </p:txBody>
      </p:sp>
      <p:sp>
        <p:nvSpPr>
          <p:cNvPr id="63" name="椭圆 62">
            <a:extLst>
              <a:ext uri="{FF2B5EF4-FFF2-40B4-BE49-F238E27FC236}">
                <a16:creationId xmlns:a16="http://schemas.microsoft.com/office/drawing/2014/main" id="{BA919F58-0966-A125-218B-01D77E66E6E2}"/>
              </a:ext>
            </a:extLst>
          </p:cNvPr>
          <p:cNvSpPr/>
          <p:nvPr/>
        </p:nvSpPr>
        <p:spPr>
          <a:xfrm>
            <a:off x="1441343" y="3508668"/>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旅游</a:t>
            </a:r>
          </a:p>
        </p:txBody>
      </p:sp>
      <p:sp>
        <p:nvSpPr>
          <p:cNvPr id="2048" name="椭圆 2047">
            <a:extLst>
              <a:ext uri="{FF2B5EF4-FFF2-40B4-BE49-F238E27FC236}">
                <a16:creationId xmlns:a16="http://schemas.microsoft.com/office/drawing/2014/main" id="{32EAA912-4EF6-F44D-5D34-B9B640E2EC96}"/>
              </a:ext>
            </a:extLst>
          </p:cNvPr>
          <p:cNvSpPr/>
          <p:nvPr/>
        </p:nvSpPr>
        <p:spPr>
          <a:xfrm>
            <a:off x="7051924" y="3054033"/>
            <a:ext cx="588936" cy="588936"/>
          </a:xfrm>
          <a:prstGeom prst="ellipse">
            <a:avLst/>
          </a:prstGeom>
          <a:solidFill>
            <a:srgbClr val="548EF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工具</a:t>
            </a:r>
          </a:p>
        </p:txBody>
      </p:sp>
      <p:sp>
        <p:nvSpPr>
          <p:cNvPr id="2049" name="椭圆 2048">
            <a:extLst>
              <a:ext uri="{FF2B5EF4-FFF2-40B4-BE49-F238E27FC236}">
                <a16:creationId xmlns:a16="http://schemas.microsoft.com/office/drawing/2014/main" id="{66C80FFE-19CB-6007-8212-3BB443C86E02}"/>
              </a:ext>
            </a:extLst>
          </p:cNvPr>
          <p:cNvSpPr/>
          <p:nvPr/>
        </p:nvSpPr>
        <p:spPr>
          <a:xfrm>
            <a:off x="2338607" y="5005533"/>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区块链</a:t>
            </a:r>
          </a:p>
        </p:txBody>
      </p:sp>
      <p:sp>
        <p:nvSpPr>
          <p:cNvPr id="2051" name="椭圆 2050">
            <a:extLst>
              <a:ext uri="{FF2B5EF4-FFF2-40B4-BE49-F238E27FC236}">
                <a16:creationId xmlns:a16="http://schemas.microsoft.com/office/drawing/2014/main" id="{52F83584-BC3F-6A11-ACE3-DA6903F64EC4}"/>
              </a:ext>
            </a:extLst>
          </p:cNvPr>
          <p:cNvSpPr/>
          <p:nvPr/>
        </p:nvSpPr>
        <p:spPr>
          <a:xfrm>
            <a:off x="4131559" y="3777021"/>
            <a:ext cx="588936" cy="588936"/>
          </a:xfrm>
          <a:prstGeom prst="ellipse">
            <a:avLst/>
          </a:prstGeom>
          <a:solidFill>
            <a:srgbClr val="20C0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物联网</a:t>
            </a:r>
          </a:p>
        </p:txBody>
      </p:sp>
      <p:sp>
        <p:nvSpPr>
          <p:cNvPr id="2052" name="椭圆 2051">
            <a:extLst>
              <a:ext uri="{FF2B5EF4-FFF2-40B4-BE49-F238E27FC236}">
                <a16:creationId xmlns:a16="http://schemas.microsoft.com/office/drawing/2014/main" id="{4EFD4822-A66E-9F9B-3893-A920AF6E8F47}"/>
              </a:ext>
            </a:extLst>
          </p:cNvPr>
          <p:cNvSpPr/>
          <p:nvPr/>
        </p:nvSpPr>
        <p:spPr>
          <a:xfrm>
            <a:off x="10161721" y="3819499"/>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广告</a:t>
            </a:r>
            <a:endParaRPr kumimoji="0" lang="en-US" altLang="zh-CN" sz="1050" b="0" i="0" u="none" strike="noStrike" kern="1200" cap="none" spc="0" normalizeH="0" baseline="0" noProof="0">
              <a:ln>
                <a:noFill/>
              </a:ln>
              <a:solidFill>
                <a:srgbClr val="FFFFFF"/>
              </a:solidFill>
              <a:effectLst/>
              <a:uLnTx/>
              <a:uFillTx/>
              <a:latin typeface="Source Code Pro"/>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营销</a:t>
            </a:r>
          </a:p>
        </p:txBody>
      </p:sp>
      <p:sp>
        <p:nvSpPr>
          <p:cNvPr id="2053" name="椭圆 2052">
            <a:extLst>
              <a:ext uri="{FF2B5EF4-FFF2-40B4-BE49-F238E27FC236}">
                <a16:creationId xmlns:a16="http://schemas.microsoft.com/office/drawing/2014/main" id="{77B7AA7B-4954-7DA4-51F5-5A149CAB91C2}"/>
              </a:ext>
            </a:extLst>
          </p:cNvPr>
          <p:cNvSpPr/>
          <p:nvPr/>
        </p:nvSpPr>
        <p:spPr>
          <a:xfrm>
            <a:off x="5581321" y="2085879"/>
            <a:ext cx="588936" cy="588936"/>
          </a:xfrm>
          <a:prstGeom prst="ellipse">
            <a:avLst/>
          </a:prstGeom>
          <a:solidFill>
            <a:srgbClr val="25BFB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汽车后市场</a:t>
            </a:r>
          </a:p>
        </p:txBody>
      </p:sp>
      <p:sp>
        <p:nvSpPr>
          <p:cNvPr id="2054" name="椭圆 2053">
            <a:extLst>
              <a:ext uri="{FF2B5EF4-FFF2-40B4-BE49-F238E27FC236}">
                <a16:creationId xmlns:a16="http://schemas.microsoft.com/office/drawing/2014/main" id="{05964AD1-C69C-B415-F6B4-9CB6B4CEBAB0}"/>
              </a:ext>
            </a:extLst>
          </p:cNvPr>
          <p:cNvSpPr/>
          <p:nvPr/>
        </p:nvSpPr>
        <p:spPr>
          <a:xfrm>
            <a:off x="6104005" y="3642969"/>
            <a:ext cx="588936" cy="588936"/>
          </a:xfrm>
          <a:prstGeom prst="ellipse">
            <a:avLst/>
          </a:prstGeom>
          <a:solidFill>
            <a:srgbClr val="04A8E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房地产</a:t>
            </a:r>
          </a:p>
        </p:txBody>
      </p:sp>
      <p:sp>
        <p:nvSpPr>
          <p:cNvPr id="2055" name="椭圆 2054">
            <a:extLst>
              <a:ext uri="{FF2B5EF4-FFF2-40B4-BE49-F238E27FC236}">
                <a16:creationId xmlns:a16="http://schemas.microsoft.com/office/drawing/2014/main" id="{6CD4169C-9A4D-4F3D-C9AA-5A9D621005FF}"/>
              </a:ext>
            </a:extLst>
          </p:cNvPr>
          <p:cNvSpPr/>
          <p:nvPr/>
        </p:nvSpPr>
        <p:spPr>
          <a:xfrm>
            <a:off x="5019956" y="3014646"/>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金融</a:t>
            </a:r>
          </a:p>
        </p:txBody>
      </p:sp>
      <p:sp>
        <p:nvSpPr>
          <p:cNvPr id="2056" name="椭圆 2055">
            <a:extLst>
              <a:ext uri="{FF2B5EF4-FFF2-40B4-BE49-F238E27FC236}">
                <a16:creationId xmlns:a16="http://schemas.microsoft.com/office/drawing/2014/main" id="{0CE14ADA-CB12-C9FA-DA7C-5E748E67C7D8}"/>
              </a:ext>
            </a:extLst>
          </p:cNvPr>
          <p:cNvSpPr/>
          <p:nvPr/>
        </p:nvSpPr>
        <p:spPr>
          <a:xfrm>
            <a:off x="8640342" y="3661441"/>
            <a:ext cx="588936" cy="588936"/>
          </a:xfrm>
          <a:prstGeom prst="ellipse">
            <a:avLst/>
          </a:prstGeom>
          <a:solidFill>
            <a:srgbClr val="25BFB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数据</a:t>
            </a:r>
            <a:endParaRPr kumimoji="0" lang="en-US" altLang="zh-CN" sz="1050" b="0" i="0" u="none" strike="noStrike" kern="1200" cap="none" spc="0" normalizeH="0" baseline="0" noProof="0">
              <a:ln>
                <a:noFill/>
              </a:ln>
              <a:solidFill>
                <a:srgbClr val="FFFFFF"/>
              </a:solidFill>
              <a:effectLst/>
              <a:uLnTx/>
              <a:uFillTx/>
              <a:latin typeface="Source Code Pro"/>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FFFFFF"/>
                </a:solidFill>
                <a:effectLst/>
                <a:uLnTx/>
                <a:uFillTx/>
                <a:latin typeface="Source Code Pro"/>
                <a:cs typeface="+mn-cs"/>
              </a:rPr>
              <a:t>服务</a:t>
            </a:r>
          </a:p>
        </p:txBody>
      </p:sp>
      <p:sp>
        <p:nvSpPr>
          <p:cNvPr id="2057" name="文本框 2056">
            <a:extLst>
              <a:ext uri="{FF2B5EF4-FFF2-40B4-BE49-F238E27FC236}">
                <a16:creationId xmlns:a16="http://schemas.microsoft.com/office/drawing/2014/main" id="{DA97E0B6-F50B-1EA3-CC9F-DF7AF8E29293}"/>
              </a:ext>
            </a:extLst>
          </p:cNvPr>
          <p:cNvSpPr txBox="1"/>
          <p:nvPr/>
        </p:nvSpPr>
        <p:spPr>
          <a:xfrm>
            <a:off x="5075955" y="4633469"/>
            <a:ext cx="222685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2F2F2F"/>
                </a:solidFill>
                <a:effectLst/>
                <a:uLnTx/>
                <a:uFillTx/>
                <a:latin typeface="阿里巴巴普惠体"/>
                <a:cs typeface="+mn-cs"/>
              </a:rPr>
              <a:t>行业覆盖率</a:t>
            </a:r>
            <a:r>
              <a:rPr kumimoji="0" lang="en-US" altLang="zh-CN" sz="1800" b="1" i="0" u="none" strike="noStrike" kern="1200" cap="none" spc="0" normalizeH="0" baseline="0" noProof="0">
                <a:ln>
                  <a:noFill/>
                </a:ln>
                <a:solidFill>
                  <a:srgbClr val="2F2F2F"/>
                </a:solidFill>
                <a:effectLst/>
                <a:uLnTx/>
                <a:uFillTx/>
                <a:latin typeface="阿里巴巴普惠体"/>
                <a:cs typeface="+mn-cs"/>
              </a:rPr>
              <a:t>91%</a:t>
            </a:r>
            <a:endParaRPr kumimoji="0" lang="zh-CN" altLang="en-US" sz="1800" b="1" i="0" u="none" strike="noStrike" kern="1200" cap="none" spc="0" normalizeH="0" baseline="0" noProof="0">
              <a:ln>
                <a:noFill/>
              </a:ln>
              <a:solidFill>
                <a:srgbClr val="2F2F2F"/>
              </a:solidFill>
              <a:effectLst/>
              <a:uLnTx/>
              <a:uFillTx/>
              <a:latin typeface="阿里巴巴普惠体"/>
              <a:cs typeface="+mn-cs"/>
            </a:endParaRPr>
          </a:p>
        </p:txBody>
      </p:sp>
      <p:grpSp>
        <p:nvGrpSpPr>
          <p:cNvPr id="2059" name="组合 2058">
            <a:extLst>
              <a:ext uri="{FF2B5EF4-FFF2-40B4-BE49-F238E27FC236}">
                <a16:creationId xmlns:a16="http://schemas.microsoft.com/office/drawing/2014/main" id="{6B6D610A-00CB-2184-981C-435A446D98BB}"/>
              </a:ext>
            </a:extLst>
          </p:cNvPr>
          <p:cNvGrpSpPr/>
          <p:nvPr/>
        </p:nvGrpSpPr>
        <p:grpSpPr>
          <a:xfrm>
            <a:off x="4602076" y="5270058"/>
            <a:ext cx="3043846" cy="1573050"/>
            <a:chOff x="2636838" y="1553035"/>
            <a:chExt cx="6918325" cy="3575369"/>
          </a:xfrm>
        </p:grpSpPr>
        <p:sp>
          <p:nvSpPr>
            <p:cNvPr id="2060" name="任意多边形 19">
              <a:extLst>
                <a:ext uri="{FF2B5EF4-FFF2-40B4-BE49-F238E27FC236}">
                  <a16:creationId xmlns:a16="http://schemas.microsoft.com/office/drawing/2014/main" id="{1CEDC7CF-02D4-C167-CD38-57E898BE1C05}"/>
                </a:ext>
              </a:extLst>
            </p:cNvPr>
            <p:cNvSpPr/>
            <p:nvPr/>
          </p:nvSpPr>
          <p:spPr bwMode="auto">
            <a:xfrm>
              <a:off x="2636838" y="3335765"/>
              <a:ext cx="3478981" cy="1215211"/>
            </a:xfrm>
            <a:custGeom>
              <a:avLst/>
              <a:gdLst>
                <a:gd name="T0" fmla="*/ 1440 w 2266"/>
                <a:gd name="T1" fmla="*/ 636 h 791"/>
                <a:gd name="T2" fmla="*/ 346 w 2266"/>
                <a:gd name="T3" fmla="*/ 368 h 791"/>
                <a:gd name="T4" fmla="*/ 0 w 2266"/>
                <a:gd name="T5" fmla="*/ 458 h 791"/>
                <a:gd name="T6" fmla="*/ 0 w 2266"/>
                <a:gd name="T7" fmla="*/ 791 h 791"/>
                <a:gd name="T8" fmla="*/ 2266 w 2266"/>
                <a:gd name="T9" fmla="*/ 791 h 791"/>
                <a:gd name="T10" fmla="*/ 1440 w 2266"/>
                <a:gd name="T11" fmla="*/ 636 h 791"/>
              </a:gdLst>
              <a:ahLst/>
              <a:cxnLst>
                <a:cxn ang="0">
                  <a:pos x="T0" y="T1"/>
                </a:cxn>
                <a:cxn ang="0">
                  <a:pos x="T2" y="T3"/>
                </a:cxn>
                <a:cxn ang="0">
                  <a:pos x="T4" y="T5"/>
                </a:cxn>
                <a:cxn ang="0">
                  <a:pos x="T6" y="T7"/>
                </a:cxn>
                <a:cxn ang="0">
                  <a:pos x="T8" y="T9"/>
                </a:cxn>
                <a:cxn ang="0">
                  <a:pos x="T10" y="T11"/>
                </a:cxn>
              </a:cxnLst>
              <a:rect l="0" t="0" r="r" b="b"/>
              <a:pathLst>
                <a:path w="2266" h="791">
                  <a:moveTo>
                    <a:pt x="1440" y="636"/>
                  </a:moveTo>
                  <a:cubicBezTo>
                    <a:pt x="1036" y="424"/>
                    <a:pt x="1051" y="0"/>
                    <a:pt x="346" y="368"/>
                  </a:cubicBezTo>
                  <a:cubicBezTo>
                    <a:pt x="189" y="450"/>
                    <a:pt x="80" y="471"/>
                    <a:pt x="0" y="458"/>
                  </a:cubicBezTo>
                  <a:cubicBezTo>
                    <a:pt x="0" y="791"/>
                    <a:pt x="0" y="791"/>
                    <a:pt x="0" y="791"/>
                  </a:cubicBezTo>
                  <a:cubicBezTo>
                    <a:pt x="2266" y="791"/>
                    <a:pt x="2266" y="791"/>
                    <a:pt x="2266" y="791"/>
                  </a:cubicBezTo>
                  <a:cubicBezTo>
                    <a:pt x="1930" y="693"/>
                    <a:pt x="1680" y="762"/>
                    <a:pt x="1440" y="636"/>
                  </a:cubicBez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61" name="任意多边形 20">
              <a:extLst>
                <a:ext uri="{FF2B5EF4-FFF2-40B4-BE49-F238E27FC236}">
                  <a16:creationId xmlns:a16="http://schemas.microsoft.com/office/drawing/2014/main" id="{D956DC09-81E0-4C6D-774D-E0436D889A73}"/>
                </a:ext>
              </a:extLst>
            </p:cNvPr>
            <p:cNvSpPr/>
            <p:nvPr/>
          </p:nvSpPr>
          <p:spPr bwMode="auto">
            <a:xfrm>
              <a:off x="7854408" y="3505120"/>
              <a:ext cx="1700755" cy="1045856"/>
            </a:xfrm>
            <a:custGeom>
              <a:avLst/>
              <a:gdLst>
                <a:gd name="T0" fmla="*/ 713 w 1108"/>
                <a:gd name="T1" fmla="*/ 62 h 681"/>
                <a:gd name="T2" fmla="*/ 0 w 1108"/>
                <a:gd name="T3" fmla="*/ 681 h 681"/>
                <a:gd name="T4" fmla="*/ 1108 w 1108"/>
                <a:gd name="T5" fmla="*/ 681 h 681"/>
                <a:gd name="T6" fmla="*/ 1108 w 1108"/>
                <a:gd name="T7" fmla="*/ 274 h 681"/>
                <a:gd name="T8" fmla="*/ 713 w 1108"/>
                <a:gd name="T9" fmla="*/ 62 h 681"/>
              </a:gdLst>
              <a:ahLst/>
              <a:cxnLst>
                <a:cxn ang="0">
                  <a:pos x="T0" y="T1"/>
                </a:cxn>
                <a:cxn ang="0">
                  <a:pos x="T2" y="T3"/>
                </a:cxn>
                <a:cxn ang="0">
                  <a:pos x="T4" y="T5"/>
                </a:cxn>
                <a:cxn ang="0">
                  <a:pos x="T6" y="T7"/>
                </a:cxn>
                <a:cxn ang="0">
                  <a:pos x="T8" y="T9"/>
                </a:cxn>
              </a:cxnLst>
              <a:rect l="0" t="0" r="r" b="b"/>
              <a:pathLst>
                <a:path w="1108" h="681">
                  <a:moveTo>
                    <a:pt x="713" y="62"/>
                  </a:moveTo>
                  <a:cubicBezTo>
                    <a:pt x="530" y="112"/>
                    <a:pt x="4" y="677"/>
                    <a:pt x="0" y="681"/>
                  </a:cubicBezTo>
                  <a:cubicBezTo>
                    <a:pt x="1108" y="681"/>
                    <a:pt x="1108" y="681"/>
                    <a:pt x="1108" y="681"/>
                  </a:cubicBezTo>
                  <a:cubicBezTo>
                    <a:pt x="1108" y="274"/>
                    <a:pt x="1108" y="274"/>
                    <a:pt x="1108" y="274"/>
                  </a:cubicBezTo>
                  <a:cubicBezTo>
                    <a:pt x="995" y="169"/>
                    <a:pt x="940" y="0"/>
                    <a:pt x="713" y="62"/>
                  </a:cubicBez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62" name="任意多边形 21">
              <a:extLst>
                <a:ext uri="{FF2B5EF4-FFF2-40B4-BE49-F238E27FC236}">
                  <a16:creationId xmlns:a16="http://schemas.microsoft.com/office/drawing/2014/main" id="{61B59F9D-4139-AF15-C76F-EE71DD6084BF}"/>
                </a:ext>
              </a:extLst>
            </p:cNvPr>
            <p:cNvSpPr/>
            <p:nvPr/>
          </p:nvSpPr>
          <p:spPr bwMode="auto">
            <a:xfrm>
              <a:off x="3610629" y="1575556"/>
              <a:ext cx="807138" cy="1508880"/>
            </a:xfrm>
            <a:custGeom>
              <a:avLst/>
              <a:gdLst>
                <a:gd name="T0" fmla="*/ 387 w 526"/>
                <a:gd name="T1" fmla="*/ 627 h 982"/>
                <a:gd name="T2" fmla="*/ 492 w 526"/>
                <a:gd name="T3" fmla="*/ 511 h 982"/>
                <a:gd name="T4" fmla="*/ 477 w 526"/>
                <a:gd name="T5" fmla="*/ 339 h 982"/>
                <a:gd name="T6" fmla="*/ 125 w 526"/>
                <a:gd name="T7" fmla="*/ 146 h 982"/>
                <a:gd name="T8" fmla="*/ 42 w 526"/>
                <a:gd name="T9" fmla="*/ 415 h 982"/>
                <a:gd name="T10" fmla="*/ 13 w 526"/>
                <a:gd name="T11" fmla="*/ 736 h 982"/>
                <a:gd name="T12" fmla="*/ 243 w 526"/>
                <a:gd name="T13" fmla="*/ 949 h 982"/>
                <a:gd name="T14" fmla="*/ 403 w 526"/>
                <a:gd name="T15" fmla="*/ 832 h 982"/>
                <a:gd name="T16" fmla="*/ 387 w 526"/>
                <a:gd name="T17" fmla="*/ 627 h 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6" h="982">
                  <a:moveTo>
                    <a:pt x="387" y="627"/>
                  </a:moveTo>
                  <a:cubicBezTo>
                    <a:pt x="404" y="575"/>
                    <a:pt x="463" y="556"/>
                    <a:pt x="492" y="511"/>
                  </a:cubicBezTo>
                  <a:cubicBezTo>
                    <a:pt x="526" y="460"/>
                    <a:pt x="513" y="386"/>
                    <a:pt x="477" y="339"/>
                  </a:cubicBezTo>
                  <a:cubicBezTo>
                    <a:pt x="475" y="336"/>
                    <a:pt x="304" y="0"/>
                    <a:pt x="125" y="146"/>
                  </a:cubicBezTo>
                  <a:cubicBezTo>
                    <a:pt x="73" y="189"/>
                    <a:pt x="49" y="345"/>
                    <a:pt x="42" y="415"/>
                  </a:cubicBezTo>
                  <a:cubicBezTo>
                    <a:pt x="32" y="522"/>
                    <a:pt x="23" y="629"/>
                    <a:pt x="13" y="736"/>
                  </a:cubicBezTo>
                  <a:cubicBezTo>
                    <a:pt x="0" y="876"/>
                    <a:pt x="114" y="982"/>
                    <a:pt x="243" y="949"/>
                  </a:cubicBezTo>
                  <a:cubicBezTo>
                    <a:pt x="297" y="936"/>
                    <a:pt x="382" y="892"/>
                    <a:pt x="403" y="832"/>
                  </a:cubicBezTo>
                  <a:cubicBezTo>
                    <a:pt x="427" y="761"/>
                    <a:pt x="363" y="697"/>
                    <a:pt x="387" y="627"/>
                  </a:cubicBez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63" name="任意多边形 22">
              <a:extLst>
                <a:ext uri="{FF2B5EF4-FFF2-40B4-BE49-F238E27FC236}">
                  <a16:creationId xmlns:a16="http://schemas.microsoft.com/office/drawing/2014/main" id="{BB25FB7F-A808-4BD3-2257-D0CF250F7628}"/>
                </a:ext>
              </a:extLst>
            </p:cNvPr>
            <p:cNvSpPr/>
            <p:nvPr/>
          </p:nvSpPr>
          <p:spPr bwMode="auto">
            <a:xfrm>
              <a:off x="3916007" y="3033088"/>
              <a:ext cx="39636" cy="685527"/>
            </a:xfrm>
            <a:custGeom>
              <a:avLst/>
              <a:gdLst>
                <a:gd name="T0" fmla="*/ 27 w 44"/>
                <a:gd name="T1" fmla="*/ 761 h 761"/>
                <a:gd name="T2" fmla="*/ 0 w 44"/>
                <a:gd name="T3" fmla="*/ 761 h 761"/>
                <a:gd name="T4" fmla="*/ 17 w 44"/>
                <a:gd name="T5" fmla="*/ 0 h 761"/>
                <a:gd name="T6" fmla="*/ 44 w 44"/>
                <a:gd name="T7" fmla="*/ 0 h 761"/>
                <a:gd name="T8" fmla="*/ 27 w 44"/>
                <a:gd name="T9" fmla="*/ 761 h 761"/>
              </a:gdLst>
              <a:ahLst/>
              <a:cxnLst>
                <a:cxn ang="0">
                  <a:pos x="T0" y="T1"/>
                </a:cxn>
                <a:cxn ang="0">
                  <a:pos x="T2" y="T3"/>
                </a:cxn>
                <a:cxn ang="0">
                  <a:pos x="T4" y="T5"/>
                </a:cxn>
                <a:cxn ang="0">
                  <a:pos x="T6" y="T7"/>
                </a:cxn>
                <a:cxn ang="0">
                  <a:pos x="T8" y="T9"/>
                </a:cxn>
              </a:cxnLst>
              <a:rect l="0" t="0" r="r" b="b"/>
              <a:pathLst>
                <a:path w="44" h="761">
                  <a:moveTo>
                    <a:pt x="27" y="761"/>
                  </a:moveTo>
                  <a:lnTo>
                    <a:pt x="0" y="761"/>
                  </a:lnTo>
                  <a:lnTo>
                    <a:pt x="17" y="0"/>
                  </a:lnTo>
                  <a:lnTo>
                    <a:pt x="44" y="0"/>
                  </a:lnTo>
                  <a:lnTo>
                    <a:pt x="27" y="761"/>
                  </a:ln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64" name="任意多边形 23">
              <a:extLst>
                <a:ext uri="{FF2B5EF4-FFF2-40B4-BE49-F238E27FC236}">
                  <a16:creationId xmlns:a16="http://schemas.microsoft.com/office/drawing/2014/main" id="{83E23516-B085-2EDE-BD26-42931BE64F7A}"/>
                </a:ext>
              </a:extLst>
            </p:cNvPr>
            <p:cNvSpPr/>
            <p:nvPr/>
          </p:nvSpPr>
          <p:spPr bwMode="auto">
            <a:xfrm>
              <a:off x="3931322" y="2289909"/>
              <a:ext cx="41438" cy="743180"/>
            </a:xfrm>
            <a:custGeom>
              <a:avLst/>
              <a:gdLst>
                <a:gd name="T0" fmla="*/ 27 w 46"/>
                <a:gd name="T1" fmla="*/ 825 h 825"/>
                <a:gd name="T2" fmla="*/ 0 w 46"/>
                <a:gd name="T3" fmla="*/ 825 h 825"/>
                <a:gd name="T4" fmla="*/ 19 w 46"/>
                <a:gd name="T5" fmla="*/ 0 h 825"/>
                <a:gd name="T6" fmla="*/ 46 w 46"/>
                <a:gd name="T7" fmla="*/ 0 h 825"/>
                <a:gd name="T8" fmla="*/ 27 w 46"/>
                <a:gd name="T9" fmla="*/ 825 h 825"/>
              </a:gdLst>
              <a:ahLst/>
              <a:cxnLst>
                <a:cxn ang="0">
                  <a:pos x="T0" y="T1"/>
                </a:cxn>
                <a:cxn ang="0">
                  <a:pos x="T2" y="T3"/>
                </a:cxn>
                <a:cxn ang="0">
                  <a:pos x="T4" y="T5"/>
                </a:cxn>
                <a:cxn ang="0">
                  <a:pos x="T6" y="T7"/>
                </a:cxn>
                <a:cxn ang="0">
                  <a:pos x="T8" y="T9"/>
                </a:cxn>
              </a:cxnLst>
              <a:rect l="0" t="0" r="r" b="b"/>
              <a:pathLst>
                <a:path w="46" h="825">
                  <a:moveTo>
                    <a:pt x="27" y="825"/>
                  </a:moveTo>
                  <a:lnTo>
                    <a:pt x="0" y="825"/>
                  </a:lnTo>
                  <a:lnTo>
                    <a:pt x="19" y="0"/>
                  </a:lnTo>
                  <a:lnTo>
                    <a:pt x="46" y="0"/>
                  </a:lnTo>
                  <a:lnTo>
                    <a:pt x="27" y="825"/>
                  </a:lnTo>
                  <a:close/>
                </a:path>
              </a:pathLst>
            </a:custGeom>
            <a:solidFill>
              <a:srgbClr val="F7F6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65" name="任意多边形 24">
              <a:extLst>
                <a:ext uri="{FF2B5EF4-FFF2-40B4-BE49-F238E27FC236}">
                  <a16:creationId xmlns:a16="http://schemas.microsoft.com/office/drawing/2014/main" id="{21763AF7-A333-6EFB-23A1-1874A03EEF29}"/>
                </a:ext>
              </a:extLst>
            </p:cNvPr>
            <p:cNvSpPr/>
            <p:nvPr/>
          </p:nvSpPr>
          <p:spPr bwMode="auto">
            <a:xfrm>
              <a:off x="3765570" y="2243967"/>
              <a:ext cx="400867" cy="217999"/>
            </a:xfrm>
            <a:custGeom>
              <a:avLst/>
              <a:gdLst>
                <a:gd name="T0" fmla="*/ 215 w 445"/>
                <a:gd name="T1" fmla="*/ 242 h 242"/>
                <a:gd name="T2" fmla="*/ 0 w 445"/>
                <a:gd name="T3" fmla="*/ 112 h 242"/>
                <a:gd name="T4" fmla="*/ 15 w 445"/>
                <a:gd name="T5" fmla="*/ 90 h 242"/>
                <a:gd name="T6" fmla="*/ 211 w 445"/>
                <a:gd name="T7" fmla="*/ 208 h 242"/>
                <a:gd name="T8" fmla="*/ 424 w 445"/>
                <a:gd name="T9" fmla="*/ 0 h 242"/>
                <a:gd name="T10" fmla="*/ 445 w 445"/>
                <a:gd name="T11" fmla="*/ 20 h 242"/>
                <a:gd name="T12" fmla="*/ 215 w 445"/>
                <a:gd name="T13" fmla="*/ 242 h 242"/>
              </a:gdLst>
              <a:ahLst/>
              <a:cxnLst>
                <a:cxn ang="0">
                  <a:pos x="T0" y="T1"/>
                </a:cxn>
                <a:cxn ang="0">
                  <a:pos x="T2" y="T3"/>
                </a:cxn>
                <a:cxn ang="0">
                  <a:pos x="T4" y="T5"/>
                </a:cxn>
                <a:cxn ang="0">
                  <a:pos x="T6" y="T7"/>
                </a:cxn>
                <a:cxn ang="0">
                  <a:pos x="T8" y="T9"/>
                </a:cxn>
                <a:cxn ang="0">
                  <a:pos x="T10" y="T11"/>
                </a:cxn>
                <a:cxn ang="0">
                  <a:pos x="T12" y="T13"/>
                </a:cxn>
              </a:cxnLst>
              <a:rect l="0" t="0" r="r" b="b"/>
              <a:pathLst>
                <a:path w="445" h="242">
                  <a:moveTo>
                    <a:pt x="215" y="242"/>
                  </a:moveTo>
                  <a:lnTo>
                    <a:pt x="0" y="112"/>
                  </a:lnTo>
                  <a:lnTo>
                    <a:pt x="15" y="90"/>
                  </a:lnTo>
                  <a:lnTo>
                    <a:pt x="211" y="208"/>
                  </a:lnTo>
                  <a:lnTo>
                    <a:pt x="424" y="0"/>
                  </a:lnTo>
                  <a:lnTo>
                    <a:pt x="445" y="20"/>
                  </a:lnTo>
                  <a:lnTo>
                    <a:pt x="215" y="242"/>
                  </a:lnTo>
                  <a:close/>
                </a:path>
              </a:pathLst>
            </a:custGeom>
            <a:solidFill>
              <a:srgbClr val="F7F6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66" name="任意多边形 25">
              <a:extLst>
                <a:ext uri="{FF2B5EF4-FFF2-40B4-BE49-F238E27FC236}">
                  <a16:creationId xmlns:a16="http://schemas.microsoft.com/office/drawing/2014/main" id="{13AD6228-0D67-4ACA-25B2-83B2AB272B33}"/>
                </a:ext>
              </a:extLst>
            </p:cNvPr>
            <p:cNvSpPr/>
            <p:nvPr/>
          </p:nvSpPr>
          <p:spPr bwMode="auto">
            <a:xfrm>
              <a:off x="3750256" y="2642131"/>
              <a:ext cx="429693" cy="99091"/>
            </a:xfrm>
            <a:custGeom>
              <a:avLst/>
              <a:gdLst>
                <a:gd name="T0" fmla="*/ 222 w 477"/>
                <a:gd name="T1" fmla="*/ 110 h 110"/>
                <a:gd name="T2" fmla="*/ 0 w 477"/>
                <a:gd name="T3" fmla="*/ 25 h 110"/>
                <a:gd name="T4" fmla="*/ 9 w 477"/>
                <a:gd name="T5" fmla="*/ 0 h 110"/>
                <a:gd name="T6" fmla="*/ 223 w 477"/>
                <a:gd name="T7" fmla="*/ 81 h 110"/>
                <a:gd name="T8" fmla="*/ 470 w 477"/>
                <a:gd name="T9" fmla="*/ 15 h 110"/>
                <a:gd name="T10" fmla="*/ 477 w 477"/>
                <a:gd name="T11" fmla="*/ 42 h 110"/>
                <a:gd name="T12" fmla="*/ 222 w 477"/>
                <a:gd name="T13" fmla="*/ 110 h 110"/>
              </a:gdLst>
              <a:ahLst/>
              <a:cxnLst>
                <a:cxn ang="0">
                  <a:pos x="T0" y="T1"/>
                </a:cxn>
                <a:cxn ang="0">
                  <a:pos x="T2" y="T3"/>
                </a:cxn>
                <a:cxn ang="0">
                  <a:pos x="T4" y="T5"/>
                </a:cxn>
                <a:cxn ang="0">
                  <a:pos x="T6" y="T7"/>
                </a:cxn>
                <a:cxn ang="0">
                  <a:pos x="T8" y="T9"/>
                </a:cxn>
                <a:cxn ang="0">
                  <a:pos x="T10" y="T11"/>
                </a:cxn>
                <a:cxn ang="0">
                  <a:pos x="T12" y="T13"/>
                </a:cxn>
              </a:cxnLst>
              <a:rect l="0" t="0" r="r" b="b"/>
              <a:pathLst>
                <a:path w="477" h="110">
                  <a:moveTo>
                    <a:pt x="222" y="110"/>
                  </a:moveTo>
                  <a:lnTo>
                    <a:pt x="0" y="25"/>
                  </a:lnTo>
                  <a:lnTo>
                    <a:pt x="9" y="0"/>
                  </a:lnTo>
                  <a:lnTo>
                    <a:pt x="223" y="81"/>
                  </a:lnTo>
                  <a:lnTo>
                    <a:pt x="470" y="15"/>
                  </a:lnTo>
                  <a:lnTo>
                    <a:pt x="477" y="42"/>
                  </a:lnTo>
                  <a:lnTo>
                    <a:pt x="222" y="110"/>
                  </a:lnTo>
                  <a:close/>
                </a:path>
              </a:pathLst>
            </a:custGeom>
            <a:solidFill>
              <a:srgbClr val="F7F6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67" name="任意多边形 26">
              <a:extLst>
                <a:ext uri="{FF2B5EF4-FFF2-40B4-BE49-F238E27FC236}">
                  <a16:creationId xmlns:a16="http://schemas.microsoft.com/office/drawing/2014/main" id="{08020C42-A3DC-8514-5CD0-8E49C4399559}"/>
                </a:ext>
              </a:extLst>
            </p:cNvPr>
            <p:cNvSpPr/>
            <p:nvPr/>
          </p:nvSpPr>
          <p:spPr bwMode="auto">
            <a:xfrm>
              <a:off x="4031313" y="2564660"/>
              <a:ext cx="73868" cy="145033"/>
            </a:xfrm>
            <a:custGeom>
              <a:avLst/>
              <a:gdLst>
                <a:gd name="T0" fmla="*/ 24 w 82"/>
                <a:gd name="T1" fmla="*/ 161 h 161"/>
                <a:gd name="T2" fmla="*/ 0 w 82"/>
                <a:gd name="T3" fmla="*/ 150 h 161"/>
                <a:gd name="T4" fmla="*/ 56 w 82"/>
                <a:gd name="T5" fmla="*/ 0 h 161"/>
                <a:gd name="T6" fmla="*/ 82 w 82"/>
                <a:gd name="T7" fmla="*/ 11 h 161"/>
                <a:gd name="T8" fmla="*/ 24 w 82"/>
                <a:gd name="T9" fmla="*/ 161 h 161"/>
              </a:gdLst>
              <a:ahLst/>
              <a:cxnLst>
                <a:cxn ang="0">
                  <a:pos x="T0" y="T1"/>
                </a:cxn>
                <a:cxn ang="0">
                  <a:pos x="T2" y="T3"/>
                </a:cxn>
                <a:cxn ang="0">
                  <a:pos x="T4" y="T5"/>
                </a:cxn>
                <a:cxn ang="0">
                  <a:pos x="T6" y="T7"/>
                </a:cxn>
                <a:cxn ang="0">
                  <a:pos x="T8" y="T9"/>
                </a:cxn>
              </a:cxnLst>
              <a:rect l="0" t="0" r="r" b="b"/>
              <a:pathLst>
                <a:path w="82" h="161">
                  <a:moveTo>
                    <a:pt x="24" y="161"/>
                  </a:moveTo>
                  <a:lnTo>
                    <a:pt x="0" y="150"/>
                  </a:lnTo>
                  <a:lnTo>
                    <a:pt x="56" y="0"/>
                  </a:lnTo>
                  <a:lnTo>
                    <a:pt x="82" y="11"/>
                  </a:lnTo>
                  <a:lnTo>
                    <a:pt x="24" y="161"/>
                  </a:lnTo>
                  <a:close/>
                </a:path>
              </a:pathLst>
            </a:custGeom>
            <a:solidFill>
              <a:srgbClr val="F7F6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68" name="任意多边形 27">
              <a:extLst>
                <a:ext uri="{FF2B5EF4-FFF2-40B4-BE49-F238E27FC236}">
                  <a16:creationId xmlns:a16="http://schemas.microsoft.com/office/drawing/2014/main" id="{696797B1-A1D1-F81F-63CB-CA4D52FEF39E}"/>
                </a:ext>
              </a:extLst>
            </p:cNvPr>
            <p:cNvSpPr/>
            <p:nvPr/>
          </p:nvSpPr>
          <p:spPr bwMode="auto">
            <a:xfrm>
              <a:off x="3831330" y="2252975"/>
              <a:ext cx="26124" cy="126115"/>
            </a:xfrm>
            <a:custGeom>
              <a:avLst/>
              <a:gdLst>
                <a:gd name="T0" fmla="*/ 2 w 29"/>
                <a:gd name="T1" fmla="*/ 140 h 140"/>
                <a:gd name="T2" fmla="*/ 0 w 29"/>
                <a:gd name="T3" fmla="*/ 0 h 140"/>
                <a:gd name="T4" fmla="*/ 28 w 29"/>
                <a:gd name="T5" fmla="*/ 0 h 140"/>
                <a:gd name="T6" fmla="*/ 29 w 29"/>
                <a:gd name="T7" fmla="*/ 140 h 140"/>
                <a:gd name="T8" fmla="*/ 2 w 29"/>
                <a:gd name="T9" fmla="*/ 140 h 140"/>
              </a:gdLst>
              <a:ahLst/>
              <a:cxnLst>
                <a:cxn ang="0">
                  <a:pos x="T0" y="T1"/>
                </a:cxn>
                <a:cxn ang="0">
                  <a:pos x="T2" y="T3"/>
                </a:cxn>
                <a:cxn ang="0">
                  <a:pos x="T4" y="T5"/>
                </a:cxn>
                <a:cxn ang="0">
                  <a:pos x="T6" y="T7"/>
                </a:cxn>
                <a:cxn ang="0">
                  <a:pos x="T8" y="T9"/>
                </a:cxn>
              </a:cxnLst>
              <a:rect l="0" t="0" r="r" b="b"/>
              <a:pathLst>
                <a:path w="29" h="140">
                  <a:moveTo>
                    <a:pt x="2" y="140"/>
                  </a:moveTo>
                  <a:lnTo>
                    <a:pt x="0" y="0"/>
                  </a:lnTo>
                  <a:lnTo>
                    <a:pt x="28" y="0"/>
                  </a:lnTo>
                  <a:lnTo>
                    <a:pt x="29" y="140"/>
                  </a:lnTo>
                  <a:lnTo>
                    <a:pt x="2" y="140"/>
                  </a:lnTo>
                  <a:close/>
                </a:path>
              </a:pathLst>
            </a:custGeom>
            <a:solidFill>
              <a:srgbClr val="F7F6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69" name="任意多边形 28">
              <a:extLst>
                <a:ext uri="{FF2B5EF4-FFF2-40B4-BE49-F238E27FC236}">
                  <a16:creationId xmlns:a16="http://schemas.microsoft.com/office/drawing/2014/main" id="{10D032F6-804D-7D96-5ED3-010BA0ACC18F}"/>
                </a:ext>
              </a:extLst>
            </p:cNvPr>
            <p:cNvSpPr/>
            <p:nvPr/>
          </p:nvSpPr>
          <p:spPr bwMode="auto">
            <a:xfrm>
              <a:off x="3251200" y="2549346"/>
              <a:ext cx="333305" cy="806237"/>
            </a:xfrm>
            <a:custGeom>
              <a:avLst/>
              <a:gdLst>
                <a:gd name="T0" fmla="*/ 214 w 217"/>
                <a:gd name="T1" fmla="*/ 179 h 525"/>
                <a:gd name="T2" fmla="*/ 189 w 217"/>
                <a:gd name="T3" fmla="*/ 46 h 525"/>
                <a:gd name="T4" fmla="*/ 82 w 217"/>
                <a:gd name="T5" fmla="*/ 11 h 525"/>
                <a:gd name="T6" fmla="*/ 7 w 217"/>
                <a:gd name="T7" fmla="*/ 95 h 525"/>
                <a:gd name="T8" fmla="*/ 18 w 217"/>
                <a:gd name="T9" fmla="*/ 202 h 525"/>
                <a:gd name="T10" fmla="*/ 33 w 217"/>
                <a:gd name="T11" fmla="*/ 447 h 525"/>
                <a:gd name="T12" fmla="*/ 139 w 217"/>
                <a:gd name="T13" fmla="*/ 510 h 525"/>
                <a:gd name="T14" fmla="*/ 203 w 217"/>
                <a:gd name="T15" fmla="*/ 391 h 525"/>
                <a:gd name="T16" fmla="*/ 214 w 217"/>
                <a:gd name="T17" fmla="*/ 179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525">
                  <a:moveTo>
                    <a:pt x="214" y="179"/>
                  </a:moveTo>
                  <a:cubicBezTo>
                    <a:pt x="216" y="133"/>
                    <a:pt x="217" y="83"/>
                    <a:pt x="189" y="46"/>
                  </a:cubicBezTo>
                  <a:cubicBezTo>
                    <a:pt x="165" y="15"/>
                    <a:pt x="121" y="0"/>
                    <a:pt x="82" y="11"/>
                  </a:cubicBezTo>
                  <a:cubicBezTo>
                    <a:pt x="44" y="22"/>
                    <a:pt x="14" y="56"/>
                    <a:pt x="7" y="95"/>
                  </a:cubicBezTo>
                  <a:cubicBezTo>
                    <a:pt x="1" y="131"/>
                    <a:pt x="13" y="166"/>
                    <a:pt x="18" y="202"/>
                  </a:cubicBezTo>
                  <a:cubicBezTo>
                    <a:pt x="28" y="284"/>
                    <a:pt x="0" y="371"/>
                    <a:pt x="33" y="447"/>
                  </a:cubicBezTo>
                  <a:cubicBezTo>
                    <a:pt x="51" y="489"/>
                    <a:pt x="96" y="525"/>
                    <a:pt x="139" y="510"/>
                  </a:cubicBezTo>
                  <a:cubicBezTo>
                    <a:pt x="185" y="494"/>
                    <a:pt x="200" y="434"/>
                    <a:pt x="203" y="391"/>
                  </a:cubicBezTo>
                  <a:cubicBezTo>
                    <a:pt x="207" y="320"/>
                    <a:pt x="210" y="250"/>
                    <a:pt x="214" y="179"/>
                  </a:cubicBez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0" name="任意多边形 29">
              <a:extLst>
                <a:ext uri="{FF2B5EF4-FFF2-40B4-BE49-F238E27FC236}">
                  <a16:creationId xmlns:a16="http://schemas.microsoft.com/office/drawing/2014/main" id="{084D0EAE-5170-62C0-9AA0-3AACF2EDFEEE}"/>
                </a:ext>
              </a:extLst>
            </p:cNvPr>
            <p:cNvSpPr/>
            <p:nvPr/>
          </p:nvSpPr>
          <p:spPr bwMode="auto">
            <a:xfrm>
              <a:off x="3412447" y="3337567"/>
              <a:ext cx="39636" cy="503561"/>
            </a:xfrm>
            <a:custGeom>
              <a:avLst/>
              <a:gdLst>
                <a:gd name="T0" fmla="*/ 17 w 44"/>
                <a:gd name="T1" fmla="*/ 559 h 559"/>
                <a:gd name="T2" fmla="*/ 0 w 44"/>
                <a:gd name="T3" fmla="*/ 0 h 559"/>
                <a:gd name="T4" fmla="*/ 27 w 44"/>
                <a:gd name="T5" fmla="*/ 0 h 559"/>
                <a:gd name="T6" fmla="*/ 44 w 44"/>
                <a:gd name="T7" fmla="*/ 557 h 559"/>
                <a:gd name="T8" fmla="*/ 17 w 44"/>
                <a:gd name="T9" fmla="*/ 559 h 559"/>
              </a:gdLst>
              <a:ahLst/>
              <a:cxnLst>
                <a:cxn ang="0">
                  <a:pos x="T0" y="T1"/>
                </a:cxn>
                <a:cxn ang="0">
                  <a:pos x="T2" y="T3"/>
                </a:cxn>
                <a:cxn ang="0">
                  <a:pos x="T4" y="T5"/>
                </a:cxn>
                <a:cxn ang="0">
                  <a:pos x="T6" y="T7"/>
                </a:cxn>
                <a:cxn ang="0">
                  <a:pos x="T8" y="T9"/>
                </a:cxn>
              </a:cxnLst>
              <a:rect l="0" t="0" r="r" b="b"/>
              <a:pathLst>
                <a:path w="44" h="559">
                  <a:moveTo>
                    <a:pt x="17" y="559"/>
                  </a:moveTo>
                  <a:lnTo>
                    <a:pt x="0" y="0"/>
                  </a:lnTo>
                  <a:lnTo>
                    <a:pt x="27" y="0"/>
                  </a:lnTo>
                  <a:lnTo>
                    <a:pt x="44" y="557"/>
                  </a:lnTo>
                  <a:lnTo>
                    <a:pt x="17" y="559"/>
                  </a:ln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1" name="任意多边形 30">
              <a:extLst>
                <a:ext uri="{FF2B5EF4-FFF2-40B4-BE49-F238E27FC236}">
                  <a16:creationId xmlns:a16="http://schemas.microsoft.com/office/drawing/2014/main" id="{FF0C6E88-16B7-2EFE-BA3F-1B5EC74A6B47}"/>
                </a:ext>
              </a:extLst>
            </p:cNvPr>
            <p:cNvSpPr/>
            <p:nvPr/>
          </p:nvSpPr>
          <p:spPr bwMode="auto">
            <a:xfrm>
              <a:off x="3397133" y="2861031"/>
              <a:ext cx="39636" cy="476536"/>
            </a:xfrm>
            <a:custGeom>
              <a:avLst/>
              <a:gdLst>
                <a:gd name="T0" fmla="*/ 17 w 44"/>
                <a:gd name="T1" fmla="*/ 529 h 529"/>
                <a:gd name="T2" fmla="*/ 0 w 44"/>
                <a:gd name="T3" fmla="*/ 0 h 529"/>
                <a:gd name="T4" fmla="*/ 27 w 44"/>
                <a:gd name="T5" fmla="*/ 0 h 529"/>
                <a:gd name="T6" fmla="*/ 44 w 44"/>
                <a:gd name="T7" fmla="*/ 529 h 529"/>
                <a:gd name="T8" fmla="*/ 17 w 44"/>
                <a:gd name="T9" fmla="*/ 529 h 529"/>
              </a:gdLst>
              <a:ahLst/>
              <a:cxnLst>
                <a:cxn ang="0">
                  <a:pos x="T0" y="T1"/>
                </a:cxn>
                <a:cxn ang="0">
                  <a:pos x="T2" y="T3"/>
                </a:cxn>
                <a:cxn ang="0">
                  <a:pos x="T4" y="T5"/>
                </a:cxn>
                <a:cxn ang="0">
                  <a:pos x="T6" y="T7"/>
                </a:cxn>
                <a:cxn ang="0">
                  <a:pos x="T8" y="T9"/>
                </a:cxn>
              </a:cxnLst>
              <a:rect l="0" t="0" r="r" b="b"/>
              <a:pathLst>
                <a:path w="44" h="529">
                  <a:moveTo>
                    <a:pt x="17" y="529"/>
                  </a:moveTo>
                  <a:lnTo>
                    <a:pt x="0" y="0"/>
                  </a:lnTo>
                  <a:lnTo>
                    <a:pt x="27" y="0"/>
                  </a:lnTo>
                  <a:lnTo>
                    <a:pt x="44" y="529"/>
                  </a:lnTo>
                  <a:lnTo>
                    <a:pt x="17" y="529"/>
                  </a:lnTo>
                  <a:close/>
                </a:path>
              </a:pathLst>
            </a:custGeom>
            <a:solidFill>
              <a:srgbClr val="F7F6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2" name="任意多边形 31">
              <a:extLst>
                <a:ext uri="{FF2B5EF4-FFF2-40B4-BE49-F238E27FC236}">
                  <a16:creationId xmlns:a16="http://schemas.microsoft.com/office/drawing/2014/main" id="{BF1F150C-0118-47E1-4DB9-AA8A6890857A}"/>
                </a:ext>
              </a:extLst>
            </p:cNvPr>
            <p:cNvSpPr/>
            <p:nvPr/>
          </p:nvSpPr>
          <p:spPr bwMode="auto">
            <a:xfrm>
              <a:off x="3316960" y="2890758"/>
              <a:ext cx="208091" cy="139628"/>
            </a:xfrm>
            <a:custGeom>
              <a:avLst/>
              <a:gdLst>
                <a:gd name="T0" fmla="*/ 109 w 231"/>
                <a:gd name="T1" fmla="*/ 155 h 155"/>
                <a:gd name="T2" fmla="*/ 0 w 231"/>
                <a:gd name="T3" fmla="*/ 63 h 155"/>
                <a:gd name="T4" fmla="*/ 17 w 231"/>
                <a:gd name="T5" fmla="*/ 42 h 155"/>
                <a:gd name="T6" fmla="*/ 108 w 231"/>
                <a:gd name="T7" fmla="*/ 116 h 155"/>
                <a:gd name="T8" fmla="*/ 212 w 231"/>
                <a:gd name="T9" fmla="*/ 0 h 155"/>
                <a:gd name="T10" fmla="*/ 231 w 231"/>
                <a:gd name="T11" fmla="*/ 18 h 155"/>
                <a:gd name="T12" fmla="*/ 109 w 231"/>
                <a:gd name="T13" fmla="*/ 155 h 155"/>
              </a:gdLst>
              <a:ahLst/>
              <a:cxnLst>
                <a:cxn ang="0">
                  <a:pos x="T0" y="T1"/>
                </a:cxn>
                <a:cxn ang="0">
                  <a:pos x="T2" y="T3"/>
                </a:cxn>
                <a:cxn ang="0">
                  <a:pos x="T4" y="T5"/>
                </a:cxn>
                <a:cxn ang="0">
                  <a:pos x="T6" y="T7"/>
                </a:cxn>
                <a:cxn ang="0">
                  <a:pos x="T8" y="T9"/>
                </a:cxn>
                <a:cxn ang="0">
                  <a:pos x="T10" y="T11"/>
                </a:cxn>
                <a:cxn ang="0">
                  <a:pos x="T12" y="T13"/>
                </a:cxn>
              </a:cxnLst>
              <a:rect l="0" t="0" r="r" b="b"/>
              <a:pathLst>
                <a:path w="231" h="155">
                  <a:moveTo>
                    <a:pt x="109" y="155"/>
                  </a:moveTo>
                  <a:lnTo>
                    <a:pt x="0" y="63"/>
                  </a:lnTo>
                  <a:lnTo>
                    <a:pt x="17" y="42"/>
                  </a:lnTo>
                  <a:lnTo>
                    <a:pt x="108" y="116"/>
                  </a:lnTo>
                  <a:lnTo>
                    <a:pt x="212" y="0"/>
                  </a:lnTo>
                  <a:lnTo>
                    <a:pt x="231" y="18"/>
                  </a:lnTo>
                  <a:lnTo>
                    <a:pt x="109" y="155"/>
                  </a:lnTo>
                  <a:close/>
                </a:path>
              </a:pathLst>
            </a:custGeom>
            <a:solidFill>
              <a:srgbClr val="F7F6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3" name="任意多边形 32">
              <a:extLst>
                <a:ext uri="{FF2B5EF4-FFF2-40B4-BE49-F238E27FC236}">
                  <a16:creationId xmlns:a16="http://schemas.microsoft.com/office/drawing/2014/main" id="{8EDEE2A0-7405-5CCB-8CFB-01C3A7FBF617}"/>
                </a:ext>
              </a:extLst>
            </p:cNvPr>
            <p:cNvSpPr/>
            <p:nvPr/>
          </p:nvSpPr>
          <p:spPr bwMode="auto">
            <a:xfrm>
              <a:off x="3332274" y="3130377"/>
              <a:ext cx="92785" cy="54951"/>
            </a:xfrm>
            <a:custGeom>
              <a:avLst/>
              <a:gdLst>
                <a:gd name="T0" fmla="*/ 92 w 103"/>
                <a:gd name="T1" fmla="*/ 61 h 61"/>
                <a:gd name="T2" fmla="*/ 0 w 103"/>
                <a:gd name="T3" fmla="*/ 25 h 61"/>
                <a:gd name="T4" fmla="*/ 9 w 103"/>
                <a:gd name="T5" fmla="*/ 0 h 61"/>
                <a:gd name="T6" fmla="*/ 103 w 103"/>
                <a:gd name="T7" fmla="*/ 36 h 61"/>
                <a:gd name="T8" fmla="*/ 92 w 103"/>
                <a:gd name="T9" fmla="*/ 61 h 61"/>
              </a:gdLst>
              <a:ahLst/>
              <a:cxnLst>
                <a:cxn ang="0">
                  <a:pos x="T0" y="T1"/>
                </a:cxn>
                <a:cxn ang="0">
                  <a:pos x="T2" y="T3"/>
                </a:cxn>
                <a:cxn ang="0">
                  <a:pos x="T4" y="T5"/>
                </a:cxn>
                <a:cxn ang="0">
                  <a:pos x="T6" y="T7"/>
                </a:cxn>
                <a:cxn ang="0">
                  <a:pos x="T8" y="T9"/>
                </a:cxn>
              </a:cxnLst>
              <a:rect l="0" t="0" r="r" b="b"/>
              <a:pathLst>
                <a:path w="103" h="61">
                  <a:moveTo>
                    <a:pt x="92" y="61"/>
                  </a:moveTo>
                  <a:lnTo>
                    <a:pt x="0" y="25"/>
                  </a:lnTo>
                  <a:lnTo>
                    <a:pt x="9" y="0"/>
                  </a:lnTo>
                  <a:lnTo>
                    <a:pt x="103" y="36"/>
                  </a:lnTo>
                  <a:lnTo>
                    <a:pt x="92" y="61"/>
                  </a:lnTo>
                  <a:close/>
                </a:path>
              </a:pathLst>
            </a:custGeom>
            <a:solidFill>
              <a:srgbClr val="F7F6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4" name="任意多边形 33">
              <a:extLst>
                <a:ext uri="{FF2B5EF4-FFF2-40B4-BE49-F238E27FC236}">
                  <a16:creationId xmlns:a16="http://schemas.microsoft.com/office/drawing/2014/main" id="{CA4A7E7E-C1B4-396E-0AC1-1A13BDC3257D}"/>
                </a:ext>
              </a:extLst>
            </p:cNvPr>
            <p:cNvSpPr/>
            <p:nvPr/>
          </p:nvSpPr>
          <p:spPr bwMode="auto">
            <a:xfrm>
              <a:off x="8593083" y="1553035"/>
              <a:ext cx="833262" cy="1680036"/>
            </a:xfrm>
            <a:custGeom>
              <a:avLst/>
              <a:gdLst>
                <a:gd name="T0" fmla="*/ 139 w 543"/>
                <a:gd name="T1" fmla="*/ 681 h 1094"/>
                <a:gd name="T2" fmla="*/ 33 w 543"/>
                <a:gd name="T3" fmla="*/ 546 h 1094"/>
                <a:gd name="T4" fmla="*/ 64 w 543"/>
                <a:gd name="T5" fmla="*/ 358 h 1094"/>
                <a:gd name="T6" fmla="*/ 467 w 543"/>
                <a:gd name="T7" fmla="*/ 176 h 1094"/>
                <a:gd name="T8" fmla="*/ 535 w 543"/>
                <a:gd name="T9" fmla="*/ 478 h 1094"/>
                <a:gd name="T10" fmla="*/ 541 w 543"/>
                <a:gd name="T11" fmla="*/ 832 h 1094"/>
                <a:gd name="T12" fmla="*/ 269 w 543"/>
                <a:gd name="T13" fmla="*/ 1047 h 1094"/>
                <a:gd name="T14" fmla="*/ 104 w 543"/>
                <a:gd name="T15" fmla="*/ 905 h 1094"/>
                <a:gd name="T16" fmla="*/ 139 w 543"/>
                <a:gd name="T17" fmla="*/ 681 h 1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3" h="1094">
                  <a:moveTo>
                    <a:pt x="139" y="681"/>
                  </a:moveTo>
                  <a:cubicBezTo>
                    <a:pt x="124" y="623"/>
                    <a:pt x="62" y="597"/>
                    <a:pt x="33" y="546"/>
                  </a:cubicBezTo>
                  <a:cubicBezTo>
                    <a:pt x="0" y="487"/>
                    <a:pt x="21" y="407"/>
                    <a:pt x="64" y="358"/>
                  </a:cubicBezTo>
                  <a:cubicBezTo>
                    <a:pt x="67" y="355"/>
                    <a:pt x="283" y="0"/>
                    <a:pt x="467" y="176"/>
                  </a:cubicBezTo>
                  <a:cubicBezTo>
                    <a:pt x="520" y="227"/>
                    <a:pt x="534" y="401"/>
                    <a:pt x="535" y="478"/>
                  </a:cubicBezTo>
                  <a:cubicBezTo>
                    <a:pt x="537" y="596"/>
                    <a:pt x="539" y="714"/>
                    <a:pt x="541" y="832"/>
                  </a:cubicBezTo>
                  <a:cubicBezTo>
                    <a:pt x="543" y="987"/>
                    <a:pt x="408" y="1094"/>
                    <a:pt x="269" y="1047"/>
                  </a:cubicBezTo>
                  <a:cubicBezTo>
                    <a:pt x="212" y="1028"/>
                    <a:pt x="122" y="973"/>
                    <a:pt x="104" y="905"/>
                  </a:cubicBezTo>
                  <a:cubicBezTo>
                    <a:pt x="83" y="825"/>
                    <a:pt x="159" y="760"/>
                    <a:pt x="139" y="681"/>
                  </a:cubicBezTo>
                  <a:close/>
                </a:path>
              </a:pathLst>
            </a:custGeom>
            <a:solidFill>
              <a:srgbClr val="F1D1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5" name="任意多边形 34">
              <a:extLst>
                <a:ext uri="{FF2B5EF4-FFF2-40B4-BE49-F238E27FC236}">
                  <a16:creationId xmlns:a16="http://schemas.microsoft.com/office/drawing/2014/main" id="{740C0D0F-B9D5-4BEF-DD20-1B825D1547C4}"/>
                </a:ext>
              </a:extLst>
            </p:cNvPr>
            <p:cNvSpPr/>
            <p:nvPr/>
          </p:nvSpPr>
          <p:spPr bwMode="auto">
            <a:xfrm>
              <a:off x="8975033" y="2344859"/>
              <a:ext cx="132421" cy="1972803"/>
            </a:xfrm>
            <a:custGeom>
              <a:avLst/>
              <a:gdLst>
                <a:gd name="T0" fmla="*/ 27 w 147"/>
                <a:gd name="T1" fmla="*/ 2190 h 2190"/>
                <a:gd name="T2" fmla="*/ 0 w 147"/>
                <a:gd name="T3" fmla="*/ 2188 h 2190"/>
                <a:gd name="T4" fmla="*/ 119 w 147"/>
                <a:gd name="T5" fmla="*/ 0 h 2190"/>
                <a:gd name="T6" fmla="*/ 147 w 147"/>
                <a:gd name="T7" fmla="*/ 2 h 2190"/>
                <a:gd name="T8" fmla="*/ 27 w 147"/>
                <a:gd name="T9" fmla="*/ 2190 h 2190"/>
              </a:gdLst>
              <a:ahLst/>
              <a:cxnLst>
                <a:cxn ang="0">
                  <a:pos x="T0" y="T1"/>
                </a:cxn>
                <a:cxn ang="0">
                  <a:pos x="T2" y="T3"/>
                </a:cxn>
                <a:cxn ang="0">
                  <a:pos x="T4" y="T5"/>
                </a:cxn>
                <a:cxn ang="0">
                  <a:pos x="T6" y="T7"/>
                </a:cxn>
                <a:cxn ang="0">
                  <a:pos x="T8" y="T9"/>
                </a:cxn>
              </a:cxnLst>
              <a:rect l="0" t="0" r="r" b="b"/>
              <a:pathLst>
                <a:path w="147" h="2190">
                  <a:moveTo>
                    <a:pt x="27" y="2190"/>
                  </a:moveTo>
                  <a:lnTo>
                    <a:pt x="0" y="2188"/>
                  </a:lnTo>
                  <a:lnTo>
                    <a:pt x="119" y="0"/>
                  </a:lnTo>
                  <a:lnTo>
                    <a:pt x="147" y="2"/>
                  </a:lnTo>
                  <a:lnTo>
                    <a:pt x="27" y="2190"/>
                  </a:ln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6" name="任意多边形 35">
              <a:extLst>
                <a:ext uri="{FF2B5EF4-FFF2-40B4-BE49-F238E27FC236}">
                  <a16:creationId xmlns:a16="http://schemas.microsoft.com/office/drawing/2014/main" id="{16B71161-1BB2-E4B0-55BD-8496509D2161}"/>
                </a:ext>
              </a:extLst>
            </p:cNvPr>
            <p:cNvSpPr/>
            <p:nvPr/>
          </p:nvSpPr>
          <p:spPr bwMode="auto">
            <a:xfrm>
              <a:off x="8873240" y="2282702"/>
              <a:ext cx="430594" cy="251330"/>
            </a:xfrm>
            <a:custGeom>
              <a:avLst/>
              <a:gdLst>
                <a:gd name="T0" fmla="*/ 232 w 478"/>
                <a:gd name="T1" fmla="*/ 279 h 279"/>
                <a:gd name="T2" fmla="*/ 0 w 478"/>
                <a:gd name="T3" fmla="*/ 17 h 279"/>
                <a:gd name="T4" fmla="*/ 21 w 478"/>
                <a:gd name="T5" fmla="*/ 0 h 279"/>
                <a:gd name="T6" fmla="*/ 239 w 478"/>
                <a:gd name="T7" fmla="*/ 247 h 279"/>
                <a:gd name="T8" fmla="*/ 464 w 478"/>
                <a:gd name="T9" fmla="*/ 131 h 279"/>
                <a:gd name="T10" fmla="*/ 478 w 478"/>
                <a:gd name="T11" fmla="*/ 156 h 279"/>
                <a:gd name="T12" fmla="*/ 232 w 478"/>
                <a:gd name="T13" fmla="*/ 279 h 279"/>
              </a:gdLst>
              <a:ahLst/>
              <a:cxnLst>
                <a:cxn ang="0">
                  <a:pos x="T0" y="T1"/>
                </a:cxn>
                <a:cxn ang="0">
                  <a:pos x="T2" y="T3"/>
                </a:cxn>
                <a:cxn ang="0">
                  <a:pos x="T4" y="T5"/>
                </a:cxn>
                <a:cxn ang="0">
                  <a:pos x="T6" y="T7"/>
                </a:cxn>
                <a:cxn ang="0">
                  <a:pos x="T8" y="T9"/>
                </a:cxn>
                <a:cxn ang="0">
                  <a:pos x="T10" y="T11"/>
                </a:cxn>
                <a:cxn ang="0">
                  <a:pos x="T12" y="T13"/>
                </a:cxn>
              </a:cxnLst>
              <a:rect l="0" t="0" r="r" b="b"/>
              <a:pathLst>
                <a:path w="478" h="279">
                  <a:moveTo>
                    <a:pt x="232" y="279"/>
                  </a:moveTo>
                  <a:lnTo>
                    <a:pt x="0" y="17"/>
                  </a:lnTo>
                  <a:lnTo>
                    <a:pt x="21" y="0"/>
                  </a:lnTo>
                  <a:lnTo>
                    <a:pt x="239" y="247"/>
                  </a:lnTo>
                  <a:lnTo>
                    <a:pt x="464" y="131"/>
                  </a:lnTo>
                  <a:lnTo>
                    <a:pt x="478" y="156"/>
                  </a:lnTo>
                  <a:lnTo>
                    <a:pt x="232" y="279"/>
                  </a:ln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7" name="任意多边形 36">
              <a:extLst>
                <a:ext uri="{FF2B5EF4-FFF2-40B4-BE49-F238E27FC236}">
                  <a16:creationId xmlns:a16="http://schemas.microsoft.com/office/drawing/2014/main" id="{0CA2AE89-5D6B-D7BF-D88F-29302484B0D0}"/>
                </a:ext>
              </a:extLst>
            </p:cNvPr>
            <p:cNvSpPr/>
            <p:nvPr/>
          </p:nvSpPr>
          <p:spPr bwMode="auto">
            <a:xfrm>
              <a:off x="8821893" y="2732213"/>
              <a:ext cx="472032" cy="110802"/>
            </a:xfrm>
            <a:custGeom>
              <a:avLst/>
              <a:gdLst>
                <a:gd name="T0" fmla="*/ 274 w 524"/>
                <a:gd name="T1" fmla="*/ 123 h 123"/>
                <a:gd name="T2" fmla="*/ 0 w 524"/>
                <a:gd name="T3" fmla="*/ 26 h 123"/>
                <a:gd name="T4" fmla="*/ 8 w 524"/>
                <a:gd name="T5" fmla="*/ 0 h 123"/>
                <a:gd name="T6" fmla="*/ 274 w 524"/>
                <a:gd name="T7" fmla="*/ 94 h 123"/>
                <a:gd name="T8" fmla="*/ 518 w 524"/>
                <a:gd name="T9" fmla="*/ 22 h 123"/>
                <a:gd name="T10" fmla="*/ 524 w 524"/>
                <a:gd name="T11" fmla="*/ 48 h 123"/>
                <a:gd name="T12" fmla="*/ 274 w 524"/>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524" h="123">
                  <a:moveTo>
                    <a:pt x="274" y="123"/>
                  </a:moveTo>
                  <a:lnTo>
                    <a:pt x="0" y="26"/>
                  </a:lnTo>
                  <a:lnTo>
                    <a:pt x="8" y="0"/>
                  </a:lnTo>
                  <a:lnTo>
                    <a:pt x="274" y="94"/>
                  </a:lnTo>
                  <a:lnTo>
                    <a:pt x="518" y="22"/>
                  </a:lnTo>
                  <a:lnTo>
                    <a:pt x="524" y="48"/>
                  </a:lnTo>
                  <a:lnTo>
                    <a:pt x="274" y="123"/>
                  </a:ln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8" name="任意多边形 37">
              <a:extLst>
                <a:ext uri="{FF2B5EF4-FFF2-40B4-BE49-F238E27FC236}">
                  <a16:creationId xmlns:a16="http://schemas.microsoft.com/office/drawing/2014/main" id="{3E6A3CD2-1514-29FB-9D7D-8847E6D9E1CA}"/>
                </a:ext>
              </a:extLst>
            </p:cNvPr>
            <p:cNvSpPr/>
            <p:nvPr/>
          </p:nvSpPr>
          <p:spPr bwMode="auto">
            <a:xfrm>
              <a:off x="8913777" y="2640329"/>
              <a:ext cx="68463" cy="157644"/>
            </a:xfrm>
            <a:custGeom>
              <a:avLst/>
              <a:gdLst>
                <a:gd name="T0" fmla="*/ 51 w 76"/>
                <a:gd name="T1" fmla="*/ 175 h 175"/>
                <a:gd name="T2" fmla="*/ 0 w 76"/>
                <a:gd name="T3" fmla="*/ 7 h 175"/>
                <a:gd name="T4" fmla="*/ 25 w 76"/>
                <a:gd name="T5" fmla="*/ 0 h 175"/>
                <a:gd name="T6" fmla="*/ 76 w 76"/>
                <a:gd name="T7" fmla="*/ 167 h 175"/>
                <a:gd name="T8" fmla="*/ 51 w 76"/>
                <a:gd name="T9" fmla="*/ 175 h 175"/>
              </a:gdLst>
              <a:ahLst/>
              <a:cxnLst>
                <a:cxn ang="0">
                  <a:pos x="T0" y="T1"/>
                </a:cxn>
                <a:cxn ang="0">
                  <a:pos x="T2" y="T3"/>
                </a:cxn>
                <a:cxn ang="0">
                  <a:pos x="T4" y="T5"/>
                </a:cxn>
                <a:cxn ang="0">
                  <a:pos x="T6" y="T7"/>
                </a:cxn>
                <a:cxn ang="0">
                  <a:pos x="T8" y="T9"/>
                </a:cxn>
              </a:cxnLst>
              <a:rect l="0" t="0" r="r" b="b"/>
              <a:pathLst>
                <a:path w="76" h="175">
                  <a:moveTo>
                    <a:pt x="51" y="175"/>
                  </a:moveTo>
                  <a:lnTo>
                    <a:pt x="0" y="7"/>
                  </a:lnTo>
                  <a:lnTo>
                    <a:pt x="25" y="0"/>
                  </a:lnTo>
                  <a:lnTo>
                    <a:pt x="76" y="167"/>
                  </a:lnTo>
                  <a:lnTo>
                    <a:pt x="51" y="175"/>
                  </a:ln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79" name="任意多边形 38">
              <a:extLst>
                <a:ext uri="{FF2B5EF4-FFF2-40B4-BE49-F238E27FC236}">
                  <a16:creationId xmlns:a16="http://schemas.microsoft.com/office/drawing/2014/main" id="{656E171B-71DA-139B-1D00-3B5C5564725F}"/>
                </a:ext>
              </a:extLst>
            </p:cNvPr>
            <p:cNvSpPr/>
            <p:nvPr/>
          </p:nvSpPr>
          <p:spPr bwMode="auto">
            <a:xfrm>
              <a:off x="9202040" y="2314231"/>
              <a:ext cx="36934" cy="141430"/>
            </a:xfrm>
            <a:custGeom>
              <a:avLst/>
              <a:gdLst>
                <a:gd name="T0" fmla="*/ 27 w 41"/>
                <a:gd name="T1" fmla="*/ 157 h 157"/>
                <a:gd name="T2" fmla="*/ 0 w 41"/>
                <a:gd name="T3" fmla="*/ 154 h 157"/>
                <a:gd name="T4" fmla="*/ 14 w 41"/>
                <a:gd name="T5" fmla="*/ 0 h 157"/>
                <a:gd name="T6" fmla="*/ 41 w 41"/>
                <a:gd name="T7" fmla="*/ 4 h 157"/>
                <a:gd name="T8" fmla="*/ 27 w 41"/>
                <a:gd name="T9" fmla="*/ 157 h 157"/>
              </a:gdLst>
              <a:ahLst/>
              <a:cxnLst>
                <a:cxn ang="0">
                  <a:pos x="T0" y="T1"/>
                </a:cxn>
                <a:cxn ang="0">
                  <a:pos x="T2" y="T3"/>
                </a:cxn>
                <a:cxn ang="0">
                  <a:pos x="T4" y="T5"/>
                </a:cxn>
                <a:cxn ang="0">
                  <a:pos x="T6" y="T7"/>
                </a:cxn>
                <a:cxn ang="0">
                  <a:pos x="T8" y="T9"/>
                </a:cxn>
              </a:cxnLst>
              <a:rect l="0" t="0" r="r" b="b"/>
              <a:pathLst>
                <a:path w="41" h="157">
                  <a:moveTo>
                    <a:pt x="27" y="157"/>
                  </a:moveTo>
                  <a:lnTo>
                    <a:pt x="0" y="154"/>
                  </a:lnTo>
                  <a:lnTo>
                    <a:pt x="14" y="0"/>
                  </a:lnTo>
                  <a:lnTo>
                    <a:pt x="41" y="4"/>
                  </a:lnTo>
                  <a:lnTo>
                    <a:pt x="27" y="157"/>
                  </a:ln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24" name="任意多边形 39">
              <a:extLst>
                <a:ext uri="{FF2B5EF4-FFF2-40B4-BE49-F238E27FC236}">
                  <a16:creationId xmlns:a16="http://schemas.microsoft.com/office/drawing/2014/main" id="{0A90FCA6-32DF-EC40-3D00-6FFD6A8D94A2}"/>
                </a:ext>
              </a:extLst>
            </p:cNvPr>
            <p:cNvSpPr/>
            <p:nvPr/>
          </p:nvSpPr>
          <p:spPr bwMode="auto">
            <a:xfrm>
              <a:off x="8273291" y="2361074"/>
              <a:ext cx="387354" cy="1020633"/>
            </a:xfrm>
            <a:custGeom>
              <a:avLst/>
              <a:gdLst>
                <a:gd name="T0" fmla="*/ 38 w 252"/>
                <a:gd name="T1" fmla="*/ 463 h 665"/>
                <a:gd name="T2" fmla="*/ 61 w 252"/>
                <a:gd name="T3" fmla="*/ 421 h 665"/>
                <a:gd name="T4" fmla="*/ 65 w 252"/>
                <a:gd name="T5" fmla="*/ 375 h 665"/>
                <a:gd name="T6" fmla="*/ 16 w 252"/>
                <a:gd name="T7" fmla="*/ 329 h 665"/>
                <a:gd name="T8" fmla="*/ 20 w 252"/>
                <a:gd name="T9" fmla="*/ 253 h 665"/>
                <a:gd name="T10" fmla="*/ 57 w 252"/>
                <a:gd name="T11" fmla="*/ 183 h 665"/>
                <a:gd name="T12" fmla="*/ 57 w 252"/>
                <a:gd name="T13" fmla="*/ 74 h 665"/>
                <a:gd name="T14" fmla="*/ 109 w 252"/>
                <a:gd name="T15" fmla="*/ 9 h 665"/>
                <a:gd name="T16" fmla="*/ 186 w 252"/>
                <a:gd name="T17" fmla="*/ 33 h 665"/>
                <a:gd name="T18" fmla="*/ 202 w 252"/>
                <a:gd name="T19" fmla="*/ 154 h 665"/>
                <a:gd name="T20" fmla="*/ 251 w 252"/>
                <a:gd name="T21" fmla="*/ 266 h 665"/>
                <a:gd name="T22" fmla="*/ 227 w 252"/>
                <a:gd name="T23" fmla="*/ 347 h 665"/>
                <a:gd name="T24" fmla="*/ 223 w 252"/>
                <a:gd name="T25" fmla="*/ 442 h 665"/>
                <a:gd name="T26" fmla="*/ 227 w 252"/>
                <a:gd name="T27" fmla="*/ 538 h 665"/>
                <a:gd name="T28" fmla="*/ 93 w 252"/>
                <a:gd name="T29" fmla="*/ 622 h 665"/>
                <a:gd name="T30" fmla="*/ 38 w 252"/>
                <a:gd name="T31" fmla="*/ 463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2" h="665">
                  <a:moveTo>
                    <a:pt x="38" y="463"/>
                  </a:moveTo>
                  <a:cubicBezTo>
                    <a:pt x="44" y="448"/>
                    <a:pt x="54" y="435"/>
                    <a:pt x="61" y="421"/>
                  </a:cubicBezTo>
                  <a:cubicBezTo>
                    <a:pt x="68" y="407"/>
                    <a:pt x="72" y="390"/>
                    <a:pt x="65" y="375"/>
                  </a:cubicBezTo>
                  <a:cubicBezTo>
                    <a:pt x="55" y="355"/>
                    <a:pt x="29" y="348"/>
                    <a:pt x="16" y="329"/>
                  </a:cubicBezTo>
                  <a:cubicBezTo>
                    <a:pt x="0" y="308"/>
                    <a:pt x="7" y="277"/>
                    <a:pt x="20" y="253"/>
                  </a:cubicBezTo>
                  <a:cubicBezTo>
                    <a:pt x="32" y="230"/>
                    <a:pt x="50" y="209"/>
                    <a:pt x="57" y="183"/>
                  </a:cubicBezTo>
                  <a:cubicBezTo>
                    <a:pt x="65" y="147"/>
                    <a:pt x="51" y="110"/>
                    <a:pt x="57" y="74"/>
                  </a:cubicBezTo>
                  <a:cubicBezTo>
                    <a:pt x="62" y="45"/>
                    <a:pt x="82" y="19"/>
                    <a:pt x="109" y="9"/>
                  </a:cubicBezTo>
                  <a:cubicBezTo>
                    <a:pt x="136" y="0"/>
                    <a:pt x="170" y="9"/>
                    <a:pt x="186" y="33"/>
                  </a:cubicBezTo>
                  <a:cubicBezTo>
                    <a:pt x="209" y="68"/>
                    <a:pt x="191" y="114"/>
                    <a:pt x="202" y="154"/>
                  </a:cubicBezTo>
                  <a:cubicBezTo>
                    <a:pt x="212" y="194"/>
                    <a:pt x="249" y="225"/>
                    <a:pt x="251" y="266"/>
                  </a:cubicBezTo>
                  <a:cubicBezTo>
                    <a:pt x="252" y="294"/>
                    <a:pt x="235" y="320"/>
                    <a:pt x="227" y="347"/>
                  </a:cubicBezTo>
                  <a:cubicBezTo>
                    <a:pt x="218" y="377"/>
                    <a:pt x="220" y="410"/>
                    <a:pt x="223" y="442"/>
                  </a:cubicBezTo>
                  <a:cubicBezTo>
                    <a:pt x="226" y="474"/>
                    <a:pt x="231" y="506"/>
                    <a:pt x="227" y="538"/>
                  </a:cubicBezTo>
                  <a:cubicBezTo>
                    <a:pt x="219" y="598"/>
                    <a:pt x="157" y="665"/>
                    <a:pt x="93" y="622"/>
                  </a:cubicBezTo>
                  <a:cubicBezTo>
                    <a:pt x="48" y="591"/>
                    <a:pt x="15" y="513"/>
                    <a:pt x="38" y="463"/>
                  </a:cubicBez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25" name="任意多边形 40">
              <a:extLst>
                <a:ext uri="{FF2B5EF4-FFF2-40B4-BE49-F238E27FC236}">
                  <a16:creationId xmlns:a16="http://schemas.microsoft.com/office/drawing/2014/main" id="{BA7BF0F9-D1AD-8B9D-072B-B86D41522A9F}"/>
                </a:ext>
              </a:extLst>
            </p:cNvPr>
            <p:cNvSpPr/>
            <p:nvPr/>
          </p:nvSpPr>
          <p:spPr bwMode="auto">
            <a:xfrm>
              <a:off x="8468770" y="2632222"/>
              <a:ext cx="30628" cy="1433210"/>
            </a:xfrm>
            <a:custGeom>
              <a:avLst/>
              <a:gdLst>
                <a:gd name="T0" fmla="*/ 6 w 34"/>
                <a:gd name="T1" fmla="*/ 1591 h 1591"/>
                <a:gd name="T2" fmla="*/ 0 w 34"/>
                <a:gd name="T3" fmla="*/ 0 h 1591"/>
                <a:gd name="T4" fmla="*/ 27 w 34"/>
                <a:gd name="T5" fmla="*/ 0 h 1591"/>
                <a:gd name="T6" fmla="*/ 34 w 34"/>
                <a:gd name="T7" fmla="*/ 1591 h 1591"/>
                <a:gd name="T8" fmla="*/ 6 w 34"/>
                <a:gd name="T9" fmla="*/ 1591 h 1591"/>
              </a:gdLst>
              <a:ahLst/>
              <a:cxnLst>
                <a:cxn ang="0">
                  <a:pos x="T0" y="T1"/>
                </a:cxn>
                <a:cxn ang="0">
                  <a:pos x="T2" y="T3"/>
                </a:cxn>
                <a:cxn ang="0">
                  <a:pos x="T4" y="T5"/>
                </a:cxn>
                <a:cxn ang="0">
                  <a:pos x="T6" y="T7"/>
                </a:cxn>
                <a:cxn ang="0">
                  <a:pos x="T8" y="T9"/>
                </a:cxn>
              </a:cxnLst>
              <a:rect l="0" t="0" r="r" b="b"/>
              <a:pathLst>
                <a:path w="34" h="1591">
                  <a:moveTo>
                    <a:pt x="6" y="1591"/>
                  </a:moveTo>
                  <a:lnTo>
                    <a:pt x="0" y="0"/>
                  </a:lnTo>
                  <a:lnTo>
                    <a:pt x="27" y="0"/>
                  </a:lnTo>
                  <a:lnTo>
                    <a:pt x="34" y="1591"/>
                  </a:lnTo>
                  <a:lnTo>
                    <a:pt x="6" y="1591"/>
                  </a:ln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27" name="任意多边形 41">
              <a:extLst>
                <a:ext uri="{FF2B5EF4-FFF2-40B4-BE49-F238E27FC236}">
                  <a16:creationId xmlns:a16="http://schemas.microsoft.com/office/drawing/2014/main" id="{6AD61099-3194-3068-4EA0-FA2CA8D98FBD}"/>
                </a:ext>
              </a:extLst>
            </p:cNvPr>
            <p:cNvSpPr/>
            <p:nvPr/>
          </p:nvSpPr>
          <p:spPr bwMode="auto">
            <a:xfrm>
              <a:off x="5130318" y="1873728"/>
              <a:ext cx="782816" cy="193677"/>
            </a:xfrm>
            <a:custGeom>
              <a:avLst/>
              <a:gdLst>
                <a:gd name="T0" fmla="*/ 483 w 510"/>
                <a:gd name="T1" fmla="*/ 111 h 126"/>
                <a:gd name="T2" fmla="*/ 328 w 510"/>
                <a:gd name="T3" fmla="*/ 47 h 126"/>
                <a:gd name="T4" fmla="*/ 195 w 510"/>
                <a:gd name="T5" fmla="*/ 43 h 126"/>
                <a:gd name="T6" fmla="*/ 130 w 510"/>
                <a:gd name="T7" fmla="*/ 96 h 126"/>
                <a:gd name="T8" fmla="*/ 15 w 510"/>
                <a:gd name="T9" fmla="*/ 61 h 126"/>
                <a:gd name="T10" fmla="*/ 18 w 510"/>
                <a:gd name="T11" fmla="*/ 126 h 126"/>
                <a:gd name="T12" fmla="*/ 510 w 510"/>
                <a:gd name="T13" fmla="*/ 126 h 126"/>
                <a:gd name="T14" fmla="*/ 483 w 510"/>
                <a:gd name="T15" fmla="*/ 111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0" h="126">
                  <a:moveTo>
                    <a:pt x="483" y="111"/>
                  </a:moveTo>
                  <a:cubicBezTo>
                    <a:pt x="431" y="89"/>
                    <a:pt x="380" y="68"/>
                    <a:pt x="328" y="47"/>
                  </a:cubicBezTo>
                  <a:cubicBezTo>
                    <a:pt x="285" y="29"/>
                    <a:pt x="231" y="13"/>
                    <a:pt x="195" y="43"/>
                  </a:cubicBezTo>
                  <a:cubicBezTo>
                    <a:pt x="173" y="62"/>
                    <a:pt x="159" y="98"/>
                    <a:pt x="130" y="96"/>
                  </a:cubicBezTo>
                  <a:cubicBezTo>
                    <a:pt x="89" y="92"/>
                    <a:pt x="62" y="0"/>
                    <a:pt x="15" y="61"/>
                  </a:cubicBezTo>
                  <a:cubicBezTo>
                    <a:pt x="0" y="82"/>
                    <a:pt x="5" y="106"/>
                    <a:pt x="18" y="126"/>
                  </a:cubicBezTo>
                  <a:cubicBezTo>
                    <a:pt x="510" y="126"/>
                    <a:pt x="510" y="126"/>
                    <a:pt x="510" y="126"/>
                  </a:cubicBezTo>
                  <a:cubicBezTo>
                    <a:pt x="502" y="119"/>
                    <a:pt x="492" y="114"/>
                    <a:pt x="483" y="111"/>
                  </a:cubicBez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28" name="任意多边形 42">
              <a:extLst>
                <a:ext uri="{FF2B5EF4-FFF2-40B4-BE49-F238E27FC236}">
                  <a16:creationId xmlns:a16="http://schemas.microsoft.com/office/drawing/2014/main" id="{0F7C7644-83B2-3C1C-F7A4-E59569FF8C22}"/>
                </a:ext>
              </a:extLst>
            </p:cNvPr>
            <p:cNvSpPr/>
            <p:nvPr/>
          </p:nvSpPr>
          <p:spPr bwMode="auto">
            <a:xfrm>
              <a:off x="5904125" y="1858414"/>
              <a:ext cx="777411" cy="101793"/>
            </a:xfrm>
            <a:custGeom>
              <a:avLst/>
              <a:gdLst>
                <a:gd name="T0" fmla="*/ 14 w 506"/>
                <a:gd name="T1" fmla="*/ 66 h 66"/>
                <a:gd name="T2" fmla="*/ 506 w 506"/>
                <a:gd name="T3" fmla="*/ 66 h 66"/>
                <a:gd name="T4" fmla="*/ 472 w 506"/>
                <a:gd name="T5" fmla="*/ 33 h 66"/>
                <a:gd name="T6" fmla="*/ 295 w 506"/>
                <a:gd name="T7" fmla="*/ 23 h 66"/>
                <a:gd name="T8" fmla="*/ 82 w 506"/>
                <a:gd name="T9" fmla="*/ 10 h 66"/>
                <a:gd name="T10" fmla="*/ 31 w 506"/>
                <a:gd name="T11" fmla="*/ 10 h 66"/>
                <a:gd name="T12" fmla="*/ 4 w 506"/>
                <a:gd name="T13" fmla="*/ 49 h 66"/>
                <a:gd name="T14" fmla="*/ 14 w 506"/>
                <a:gd name="T15" fmla="*/ 66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66">
                  <a:moveTo>
                    <a:pt x="14" y="66"/>
                  </a:moveTo>
                  <a:cubicBezTo>
                    <a:pt x="506" y="66"/>
                    <a:pt x="506" y="66"/>
                    <a:pt x="506" y="66"/>
                  </a:cubicBezTo>
                  <a:cubicBezTo>
                    <a:pt x="497" y="52"/>
                    <a:pt x="484" y="41"/>
                    <a:pt x="472" y="33"/>
                  </a:cubicBezTo>
                  <a:cubicBezTo>
                    <a:pt x="421" y="0"/>
                    <a:pt x="352" y="22"/>
                    <a:pt x="295" y="23"/>
                  </a:cubicBezTo>
                  <a:cubicBezTo>
                    <a:pt x="224" y="25"/>
                    <a:pt x="152" y="20"/>
                    <a:pt x="82" y="10"/>
                  </a:cubicBezTo>
                  <a:cubicBezTo>
                    <a:pt x="65" y="8"/>
                    <a:pt x="47" y="5"/>
                    <a:pt x="31" y="10"/>
                  </a:cubicBezTo>
                  <a:cubicBezTo>
                    <a:pt x="14" y="16"/>
                    <a:pt x="0" y="32"/>
                    <a:pt x="4" y="49"/>
                  </a:cubicBezTo>
                  <a:cubicBezTo>
                    <a:pt x="5" y="56"/>
                    <a:pt x="9" y="61"/>
                    <a:pt x="14" y="66"/>
                  </a:cubicBez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29" name="任意多边形 43">
              <a:extLst>
                <a:ext uri="{FF2B5EF4-FFF2-40B4-BE49-F238E27FC236}">
                  <a16:creationId xmlns:a16="http://schemas.microsoft.com/office/drawing/2014/main" id="{C00E9AC4-88CD-335A-511A-AEE693D072EF}"/>
                </a:ext>
              </a:extLst>
            </p:cNvPr>
            <p:cNvSpPr/>
            <p:nvPr/>
          </p:nvSpPr>
          <p:spPr bwMode="auto">
            <a:xfrm>
              <a:off x="3998883" y="5006792"/>
              <a:ext cx="65760" cy="81975"/>
            </a:xfrm>
            <a:custGeom>
              <a:avLst/>
              <a:gdLst>
                <a:gd name="T0" fmla="*/ 41 w 43"/>
                <a:gd name="T1" fmla="*/ 39 h 53"/>
                <a:gd name="T2" fmla="*/ 41 w 43"/>
                <a:gd name="T3" fmla="*/ 48 h 53"/>
                <a:gd name="T4" fmla="*/ 35 w 43"/>
                <a:gd name="T5" fmla="*/ 51 h 53"/>
                <a:gd name="T6" fmla="*/ 12 w 43"/>
                <a:gd name="T7" fmla="*/ 50 h 53"/>
                <a:gd name="T8" fmla="*/ 0 w 43"/>
                <a:gd name="T9" fmla="*/ 1 h 53"/>
                <a:gd name="T10" fmla="*/ 18 w 43"/>
                <a:gd name="T11" fmla="*/ 1 h 53"/>
                <a:gd name="T12" fmla="*/ 30 w 43"/>
                <a:gd name="T13" fmla="*/ 6 h 53"/>
                <a:gd name="T14" fmla="*/ 36 w 43"/>
                <a:gd name="T15" fmla="*/ 20 h 53"/>
                <a:gd name="T16" fmla="*/ 41 w 43"/>
                <a:gd name="T17" fmla="*/ 3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53">
                  <a:moveTo>
                    <a:pt x="41" y="39"/>
                  </a:moveTo>
                  <a:cubicBezTo>
                    <a:pt x="42" y="42"/>
                    <a:pt x="43" y="46"/>
                    <a:pt x="41" y="48"/>
                  </a:cubicBezTo>
                  <a:cubicBezTo>
                    <a:pt x="40" y="50"/>
                    <a:pt x="38" y="51"/>
                    <a:pt x="35" y="51"/>
                  </a:cubicBezTo>
                  <a:cubicBezTo>
                    <a:pt x="28" y="53"/>
                    <a:pt x="19" y="52"/>
                    <a:pt x="12" y="50"/>
                  </a:cubicBezTo>
                  <a:cubicBezTo>
                    <a:pt x="8" y="34"/>
                    <a:pt x="4" y="18"/>
                    <a:pt x="0" y="1"/>
                  </a:cubicBezTo>
                  <a:cubicBezTo>
                    <a:pt x="0" y="0"/>
                    <a:pt x="16" y="1"/>
                    <a:pt x="18" y="1"/>
                  </a:cubicBezTo>
                  <a:cubicBezTo>
                    <a:pt x="22" y="2"/>
                    <a:pt x="27" y="3"/>
                    <a:pt x="30" y="6"/>
                  </a:cubicBezTo>
                  <a:cubicBezTo>
                    <a:pt x="34" y="9"/>
                    <a:pt x="34" y="16"/>
                    <a:pt x="36" y="20"/>
                  </a:cubicBezTo>
                  <a:cubicBezTo>
                    <a:pt x="37" y="26"/>
                    <a:pt x="39" y="33"/>
                    <a:pt x="41" y="39"/>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0" name="任意多边形 44">
              <a:extLst>
                <a:ext uri="{FF2B5EF4-FFF2-40B4-BE49-F238E27FC236}">
                  <a16:creationId xmlns:a16="http://schemas.microsoft.com/office/drawing/2014/main" id="{3A9619B7-4DCE-7E1D-327A-8F08F8888F86}"/>
                </a:ext>
              </a:extLst>
            </p:cNvPr>
            <p:cNvSpPr/>
            <p:nvPr/>
          </p:nvSpPr>
          <p:spPr bwMode="auto">
            <a:xfrm>
              <a:off x="3353894" y="4959049"/>
              <a:ext cx="55851" cy="80174"/>
            </a:xfrm>
            <a:custGeom>
              <a:avLst/>
              <a:gdLst>
                <a:gd name="T0" fmla="*/ 22 w 36"/>
                <a:gd name="T1" fmla="*/ 45 h 52"/>
                <a:gd name="T2" fmla="*/ 17 w 36"/>
                <a:gd name="T3" fmla="*/ 51 h 52"/>
                <a:gd name="T4" fmla="*/ 8 w 36"/>
                <a:gd name="T5" fmla="*/ 47 h 52"/>
                <a:gd name="T6" fmla="*/ 0 w 36"/>
                <a:gd name="T7" fmla="*/ 34 h 52"/>
                <a:gd name="T8" fmla="*/ 3 w 36"/>
                <a:gd name="T9" fmla="*/ 23 h 52"/>
                <a:gd name="T10" fmla="*/ 12 w 36"/>
                <a:gd name="T11" fmla="*/ 5 h 52"/>
                <a:gd name="T12" fmla="*/ 17 w 36"/>
                <a:gd name="T13" fmla="*/ 0 h 52"/>
                <a:gd name="T14" fmla="*/ 23 w 36"/>
                <a:gd name="T15" fmla="*/ 3 h 52"/>
                <a:gd name="T16" fmla="*/ 33 w 36"/>
                <a:gd name="T17" fmla="*/ 12 h 52"/>
                <a:gd name="T18" fmla="*/ 34 w 36"/>
                <a:gd name="T19" fmla="*/ 20 h 52"/>
                <a:gd name="T20" fmla="*/ 22 w 36"/>
                <a:gd name="T21" fmla="*/ 4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52">
                  <a:moveTo>
                    <a:pt x="22" y="45"/>
                  </a:moveTo>
                  <a:cubicBezTo>
                    <a:pt x="21" y="48"/>
                    <a:pt x="20" y="50"/>
                    <a:pt x="17" y="51"/>
                  </a:cubicBezTo>
                  <a:cubicBezTo>
                    <a:pt x="14" y="52"/>
                    <a:pt x="11" y="50"/>
                    <a:pt x="8" y="47"/>
                  </a:cubicBezTo>
                  <a:cubicBezTo>
                    <a:pt x="4" y="44"/>
                    <a:pt x="0" y="40"/>
                    <a:pt x="0" y="34"/>
                  </a:cubicBezTo>
                  <a:cubicBezTo>
                    <a:pt x="0" y="30"/>
                    <a:pt x="1" y="27"/>
                    <a:pt x="3" y="23"/>
                  </a:cubicBezTo>
                  <a:cubicBezTo>
                    <a:pt x="6" y="17"/>
                    <a:pt x="9" y="11"/>
                    <a:pt x="12" y="5"/>
                  </a:cubicBezTo>
                  <a:cubicBezTo>
                    <a:pt x="13" y="3"/>
                    <a:pt x="15" y="0"/>
                    <a:pt x="17" y="0"/>
                  </a:cubicBezTo>
                  <a:cubicBezTo>
                    <a:pt x="19" y="0"/>
                    <a:pt x="21" y="1"/>
                    <a:pt x="23" y="3"/>
                  </a:cubicBezTo>
                  <a:cubicBezTo>
                    <a:pt x="26" y="6"/>
                    <a:pt x="30" y="9"/>
                    <a:pt x="33" y="12"/>
                  </a:cubicBezTo>
                  <a:cubicBezTo>
                    <a:pt x="36" y="15"/>
                    <a:pt x="36" y="17"/>
                    <a:pt x="34" y="20"/>
                  </a:cubicBezTo>
                  <a:cubicBezTo>
                    <a:pt x="30" y="28"/>
                    <a:pt x="26" y="37"/>
                    <a:pt x="22" y="45"/>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1" name="任意多边形 45">
              <a:extLst>
                <a:ext uri="{FF2B5EF4-FFF2-40B4-BE49-F238E27FC236}">
                  <a16:creationId xmlns:a16="http://schemas.microsoft.com/office/drawing/2014/main" id="{1CB7F590-C1B9-DFA5-98BC-86F099A24B77}"/>
                </a:ext>
              </a:extLst>
            </p:cNvPr>
            <p:cNvSpPr/>
            <p:nvPr/>
          </p:nvSpPr>
          <p:spPr bwMode="auto">
            <a:xfrm>
              <a:off x="3728636" y="4314059"/>
              <a:ext cx="353123" cy="734171"/>
            </a:xfrm>
            <a:custGeom>
              <a:avLst/>
              <a:gdLst>
                <a:gd name="T0" fmla="*/ 205 w 230"/>
                <a:gd name="T1" fmla="*/ 187 h 478"/>
                <a:gd name="T2" fmla="*/ 88 w 230"/>
                <a:gd name="T3" fmla="*/ 13 h 478"/>
                <a:gd name="T4" fmla="*/ 4 w 230"/>
                <a:gd name="T5" fmla="*/ 61 h 478"/>
                <a:gd name="T6" fmla="*/ 17 w 230"/>
                <a:gd name="T7" fmla="*/ 116 h 478"/>
                <a:gd name="T8" fmla="*/ 145 w 230"/>
                <a:gd name="T9" fmla="*/ 222 h 478"/>
                <a:gd name="T10" fmla="*/ 178 w 230"/>
                <a:gd name="T11" fmla="*/ 467 h 478"/>
                <a:gd name="T12" fmla="*/ 213 w 230"/>
                <a:gd name="T13" fmla="*/ 469 h 478"/>
                <a:gd name="T14" fmla="*/ 205 w 230"/>
                <a:gd name="T15" fmla="*/ 187 h 4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0" h="478">
                  <a:moveTo>
                    <a:pt x="205" y="187"/>
                  </a:moveTo>
                  <a:cubicBezTo>
                    <a:pt x="172" y="109"/>
                    <a:pt x="112" y="23"/>
                    <a:pt x="88" y="13"/>
                  </a:cubicBezTo>
                  <a:cubicBezTo>
                    <a:pt x="59" y="0"/>
                    <a:pt x="12" y="28"/>
                    <a:pt x="4" y="61"/>
                  </a:cubicBezTo>
                  <a:cubicBezTo>
                    <a:pt x="0" y="80"/>
                    <a:pt x="6" y="100"/>
                    <a:pt x="17" y="116"/>
                  </a:cubicBezTo>
                  <a:cubicBezTo>
                    <a:pt x="30" y="135"/>
                    <a:pt x="140" y="200"/>
                    <a:pt x="145" y="222"/>
                  </a:cubicBezTo>
                  <a:cubicBezTo>
                    <a:pt x="154" y="264"/>
                    <a:pt x="126" y="335"/>
                    <a:pt x="178" y="467"/>
                  </a:cubicBezTo>
                  <a:cubicBezTo>
                    <a:pt x="182" y="477"/>
                    <a:pt x="215" y="478"/>
                    <a:pt x="213" y="469"/>
                  </a:cubicBezTo>
                  <a:cubicBezTo>
                    <a:pt x="193" y="327"/>
                    <a:pt x="230" y="245"/>
                    <a:pt x="205" y="187"/>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2" name="任意多边形 46">
              <a:extLst>
                <a:ext uri="{FF2B5EF4-FFF2-40B4-BE49-F238E27FC236}">
                  <a16:creationId xmlns:a16="http://schemas.microsoft.com/office/drawing/2014/main" id="{945549AB-C7C5-89BD-C715-88F6210988EB}"/>
                </a:ext>
              </a:extLst>
            </p:cNvPr>
            <p:cNvSpPr/>
            <p:nvPr/>
          </p:nvSpPr>
          <p:spPr bwMode="auto">
            <a:xfrm>
              <a:off x="3590810" y="4287034"/>
              <a:ext cx="281057" cy="207189"/>
            </a:xfrm>
            <a:custGeom>
              <a:avLst/>
              <a:gdLst>
                <a:gd name="T0" fmla="*/ 121 w 183"/>
                <a:gd name="T1" fmla="*/ 130 h 135"/>
                <a:gd name="T2" fmla="*/ 46 w 183"/>
                <a:gd name="T3" fmla="*/ 116 h 135"/>
                <a:gd name="T4" fmla="*/ 15 w 183"/>
                <a:gd name="T5" fmla="*/ 99 h 135"/>
                <a:gd name="T6" fmla="*/ 1 w 183"/>
                <a:gd name="T7" fmla="*/ 66 h 135"/>
                <a:gd name="T8" fmla="*/ 34 w 183"/>
                <a:gd name="T9" fmla="*/ 29 h 135"/>
                <a:gd name="T10" fmla="*/ 149 w 183"/>
                <a:gd name="T11" fmla="*/ 3 h 135"/>
                <a:gd name="T12" fmla="*/ 183 w 183"/>
                <a:gd name="T13" fmla="*/ 36 h 135"/>
                <a:gd name="T14" fmla="*/ 121 w 183"/>
                <a:gd name="T15" fmla="*/ 130 h 1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135">
                  <a:moveTo>
                    <a:pt x="121" y="130"/>
                  </a:moveTo>
                  <a:cubicBezTo>
                    <a:pt x="96" y="135"/>
                    <a:pt x="70" y="126"/>
                    <a:pt x="46" y="116"/>
                  </a:cubicBezTo>
                  <a:cubicBezTo>
                    <a:pt x="35" y="112"/>
                    <a:pt x="24" y="108"/>
                    <a:pt x="15" y="99"/>
                  </a:cubicBezTo>
                  <a:cubicBezTo>
                    <a:pt x="6" y="91"/>
                    <a:pt x="0" y="79"/>
                    <a:pt x="1" y="66"/>
                  </a:cubicBezTo>
                  <a:cubicBezTo>
                    <a:pt x="3" y="48"/>
                    <a:pt x="19" y="36"/>
                    <a:pt x="34" y="29"/>
                  </a:cubicBezTo>
                  <a:cubicBezTo>
                    <a:pt x="69" y="11"/>
                    <a:pt x="110" y="0"/>
                    <a:pt x="149" y="3"/>
                  </a:cubicBezTo>
                  <a:cubicBezTo>
                    <a:pt x="160" y="3"/>
                    <a:pt x="183" y="8"/>
                    <a:pt x="183" y="36"/>
                  </a:cubicBezTo>
                  <a:cubicBezTo>
                    <a:pt x="183" y="75"/>
                    <a:pt x="130" y="128"/>
                    <a:pt x="121" y="130"/>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3" name="任意多边形 47">
              <a:extLst>
                <a:ext uri="{FF2B5EF4-FFF2-40B4-BE49-F238E27FC236}">
                  <a16:creationId xmlns:a16="http://schemas.microsoft.com/office/drawing/2014/main" id="{6D1C3C5E-8E16-2EF5-C3BB-6145B85DBD59}"/>
                </a:ext>
              </a:extLst>
            </p:cNvPr>
            <p:cNvSpPr/>
            <p:nvPr/>
          </p:nvSpPr>
          <p:spPr bwMode="auto">
            <a:xfrm>
              <a:off x="3362001" y="4323968"/>
              <a:ext cx="414379" cy="689130"/>
            </a:xfrm>
            <a:custGeom>
              <a:avLst/>
              <a:gdLst>
                <a:gd name="T0" fmla="*/ 264 w 270"/>
                <a:gd name="T1" fmla="*/ 71 h 449"/>
                <a:gd name="T2" fmla="*/ 190 w 270"/>
                <a:gd name="T3" fmla="*/ 6 h 449"/>
                <a:gd name="T4" fmla="*/ 151 w 270"/>
                <a:gd name="T5" fmla="*/ 42 h 449"/>
                <a:gd name="T6" fmla="*/ 111 w 270"/>
                <a:gd name="T7" fmla="*/ 225 h 449"/>
                <a:gd name="T8" fmla="*/ 3 w 270"/>
                <a:gd name="T9" fmla="*/ 417 h 449"/>
                <a:gd name="T10" fmla="*/ 30 w 270"/>
                <a:gd name="T11" fmla="*/ 441 h 449"/>
                <a:gd name="T12" fmla="*/ 169 w 270"/>
                <a:gd name="T13" fmla="*/ 271 h 449"/>
                <a:gd name="T14" fmla="*/ 264 w 270"/>
                <a:gd name="T15" fmla="*/ 71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0" h="449">
                  <a:moveTo>
                    <a:pt x="264" y="71"/>
                  </a:moveTo>
                  <a:cubicBezTo>
                    <a:pt x="270" y="18"/>
                    <a:pt x="220" y="0"/>
                    <a:pt x="190" y="6"/>
                  </a:cubicBezTo>
                  <a:cubicBezTo>
                    <a:pt x="173" y="9"/>
                    <a:pt x="159" y="24"/>
                    <a:pt x="151" y="42"/>
                  </a:cubicBezTo>
                  <a:cubicBezTo>
                    <a:pt x="144" y="57"/>
                    <a:pt x="137" y="172"/>
                    <a:pt x="111" y="225"/>
                  </a:cubicBezTo>
                  <a:cubicBezTo>
                    <a:pt x="86" y="275"/>
                    <a:pt x="23" y="358"/>
                    <a:pt x="3" y="417"/>
                  </a:cubicBezTo>
                  <a:cubicBezTo>
                    <a:pt x="0" y="428"/>
                    <a:pt x="25" y="449"/>
                    <a:pt x="30" y="441"/>
                  </a:cubicBezTo>
                  <a:cubicBezTo>
                    <a:pt x="76" y="370"/>
                    <a:pt x="135" y="314"/>
                    <a:pt x="169" y="271"/>
                  </a:cubicBezTo>
                  <a:cubicBezTo>
                    <a:pt x="187" y="249"/>
                    <a:pt x="261" y="90"/>
                    <a:pt x="264" y="71"/>
                  </a:cubicBezTo>
                  <a:close/>
                </a:path>
              </a:pathLst>
            </a:custGeom>
            <a:solidFill>
              <a:srgbClr val="2D6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4" name="任意多边形 48">
              <a:extLst>
                <a:ext uri="{FF2B5EF4-FFF2-40B4-BE49-F238E27FC236}">
                  <a16:creationId xmlns:a16="http://schemas.microsoft.com/office/drawing/2014/main" id="{6883C0F6-C34E-C5CE-BA34-B4CC9CA0C028}"/>
                </a:ext>
              </a:extLst>
            </p:cNvPr>
            <p:cNvSpPr/>
            <p:nvPr/>
          </p:nvSpPr>
          <p:spPr bwMode="auto">
            <a:xfrm>
              <a:off x="4105180" y="3557367"/>
              <a:ext cx="56752" cy="76570"/>
            </a:xfrm>
            <a:custGeom>
              <a:avLst/>
              <a:gdLst>
                <a:gd name="T0" fmla="*/ 30 w 37"/>
                <a:gd name="T1" fmla="*/ 42 h 50"/>
                <a:gd name="T2" fmla="*/ 4 w 37"/>
                <a:gd name="T3" fmla="*/ 50 h 50"/>
                <a:gd name="T4" fmla="*/ 1 w 37"/>
                <a:gd name="T5" fmla="*/ 8 h 50"/>
                <a:gd name="T6" fmla="*/ 24 w 37"/>
                <a:gd name="T7" fmla="*/ 7 h 50"/>
                <a:gd name="T8" fmla="*/ 37 w 37"/>
                <a:gd name="T9" fmla="*/ 37 h 50"/>
                <a:gd name="T10" fmla="*/ 30 w 37"/>
                <a:gd name="T11" fmla="*/ 42 h 50"/>
              </a:gdLst>
              <a:ahLst/>
              <a:cxnLst>
                <a:cxn ang="0">
                  <a:pos x="T0" y="T1"/>
                </a:cxn>
                <a:cxn ang="0">
                  <a:pos x="T2" y="T3"/>
                </a:cxn>
                <a:cxn ang="0">
                  <a:pos x="T4" y="T5"/>
                </a:cxn>
                <a:cxn ang="0">
                  <a:pos x="T6" y="T7"/>
                </a:cxn>
                <a:cxn ang="0">
                  <a:pos x="T8" y="T9"/>
                </a:cxn>
                <a:cxn ang="0">
                  <a:pos x="T10" y="T11"/>
                </a:cxn>
              </a:cxnLst>
              <a:rect l="0" t="0" r="r" b="b"/>
              <a:pathLst>
                <a:path w="37" h="50">
                  <a:moveTo>
                    <a:pt x="30" y="42"/>
                  </a:moveTo>
                  <a:cubicBezTo>
                    <a:pt x="21" y="46"/>
                    <a:pt x="13" y="48"/>
                    <a:pt x="4" y="50"/>
                  </a:cubicBezTo>
                  <a:cubicBezTo>
                    <a:pt x="2" y="32"/>
                    <a:pt x="1" y="18"/>
                    <a:pt x="1" y="8"/>
                  </a:cubicBezTo>
                  <a:cubicBezTo>
                    <a:pt x="0" y="3"/>
                    <a:pt x="21" y="0"/>
                    <a:pt x="24" y="7"/>
                  </a:cubicBezTo>
                  <a:cubicBezTo>
                    <a:pt x="27" y="12"/>
                    <a:pt x="31" y="23"/>
                    <a:pt x="37" y="37"/>
                  </a:cubicBezTo>
                  <a:cubicBezTo>
                    <a:pt x="34" y="39"/>
                    <a:pt x="32" y="41"/>
                    <a:pt x="30" y="42"/>
                  </a:cubicBezTo>
                  <a:close/>
                </a:path>
              </a:pathLst>
            </a:custGeom>
            <a:solidFill>
              <a:srgbClr val="D5E5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5" name="任意多边形 49">
              <a:extLst>
                <a:ext uri="{FF2B5EF4-FFF2-40B4-BE49-F238E27FC236}">
                  <a16:creationId xmlns:a16="http://schemas.microsoft.com/office/drawing/2014/main" id="{D336A034-2EC1-1A37-4F53-3C3913D05611}"/>
                </a:ext>
              </a:extLst>
            </p:cNvPr>
            <p:cNvSpPr/>
            <p:nvPr/>
          </p:nvSpPr>
          <p:spPr bwMode="auto">
            <a:xfrm>
              <a:off x="3861958" y="3614119"/>
              <a:ext cx="373842" cy="340511"/>
            </a:xfrm>
            <a:custGeom>
              <a:avLst/>
              <a:gdLst>
                <a:gd name="T0" fmla="*/ 160 w 243"/>
                <a:gd name="T1" fmla="*/ 8 h 222"/>
                <a:gd name="T2" fmla="*/ 176 w 243"/>
                <a:gd name="T3" fmla="*/ 127 h 222"/>
                <a:gd name="T4" fmla="*/ 50 w 243"/>
                <a:gd name="T5" fmla="*/ 128 h 222"/>
                <a:gd name="T6" fmla="*/ 5 w 243"/>
                <a:gd name="T7" fmla="*/ 144 h 222"/>
                <a:gd name="T8" fmla="*/ 13 w 243"/>
                <a:gd name="T9" fmla="*/ 192 h 222"/>
                <a:gd name="T10" fmla="*/ 73 w 243"/>
                <a:gd name="T11" fmla="*/ 221 h 222"/>
                <a:gd name="T12" fmla="*/ 229 w 243"/>
                <a:gd name="T13" fmla="*/ 168 h 222"/>
                <a:gd name="T14" fmla="*/ 195 w 243"/>
                <a:gd name="T15" fmla="*/ 0 h 222"/>
                <a:gd name="T16" fmla="*/ 160 w 243"/>
                <a:gd name="T17" fmla="*/ 8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3" h="222">
                  <a:moveTo>
                    <a:pt x="160" y="8"/>
                  </a:moveTo>
                  <a:cubicBezTo>
                    <a:pt x="167" y="49"/>
                    <a:pt x="187" y="120"/>
                    <a:pt x="176" y="127"/>
                  </a:cubicBezTo>
                  <a:cubicBezTo>
                    <a:pt x="159" y="137"/>
                    <a:pt x="92" y="128"/>
                    <a:pt x="50" y="128"/>
                  </a:cubicBezTo>
                  <a:cubicBezTo>
                    <a:pt x="32" y="128"/>
                    <a:pt x="13" y="124"/>
                    <a:pt x="5" y="144"/>
                  </a:cubicBezTo>
                  <a:cubicBezTo>
                    <a:pt x="0" y="158"/>
                    <a:pt x="3" y="178"/>
                    <a:pt x="13" y="192"/>
                  </a:cubicBezTo>
                  <a:cubicBezTo>
                    <a:pt x="27" y="211"/>
                    <a:pt x="51" y="220"/>
                    <a:pt x="73" y="221"/>
                  </a:cubicBezTo>
                  <a:cubicBezTo>
                    <a:pt x="100" y="222"/>
                    <a:pt x="213" y="194"/>
                    <a:pt x="229" y="168"/>
                  </a:cubicBezTo>
                  <a:cubicBezTo>
                    <a:pt x="243" y="145"/>
                    <a:pt x="214" y="51"/>
                    <a:pt x="195" y="0"/>
                  </a:cubicBezTo>
                  <a:lnTo>
                    <a:pt x="160" y="8"/>
                  </a:lnTo>
                  <a:close/>
                </a:path>
              </a:pathLst>
            </a:custGeom>
            <a:solidFill>
              <a:srgbClr val="2D6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6" name="任意多边形 50">
              <a:extLst>
                <a:ext uri="{FF2B5EF4-FFF2-40B4-BE49-F238E27FC236}">
                  <a16:creationId xmlns:a16="http://schemas.microsoft.com/office/drawing/2014/main" id="{480B2798-EE97-DD16-69F1-EE6EDF1ADEBA}"/>
                </a:ext>
              </a:extLst>
            </p:cNvPr>
            <p:cNvSpPr/>
            <p:nvPr/>
          </p:nvSpPr>
          <p:spPr bwMode="auto">
            <a:xfrm>
              <a:off x="4063743" y="3437558"/>
              <a:ext cx="76570" cy="144132"/>
            </a:xfrm>
            <a:custGeom>
              <a:avLst/>
              <a:gdLst>
                <a:gd name="T0" fmla="*/ 50 w 50"/>
                <a:gd name="T1" fmla="*/ 72 h 94"/>
                <a:gd name="T2" fmla="*/ 46 w 50"/>
                <a:gd name="T3" fmla="*/ 54 h 94"/>
                <a:gd name="T4" fmla="*/ 44 w 50"/>
                <a:gd name="T5" fmla="*/ 32 h 94"/>
                <a:gd name="T6" fmla="*/ 44 w 50"/>
                <a:gd name="T7" fmla="*/ 19 h 94"/>
                <a:gd name="T8" fmla="*/ 38 w 50"/>
                <a:gd name="T9" fmla="*/ 34 h 94"/>
                <a:gd name="T10" fmla="*/ 36 w 50"/>
                <a:gd name="T11" fmla="*/ 9 h 94"/>
                <a:gd name="T12" fmla="*/ 35 w 50"/>
                <a:gd name="T13" fmla="*/ 7 h 94"/>
                <a:gd name="T14" fmla="*/ 32 w 50"/>
                <a:gd name="T15" fmla="*/ 8 h 94"/>
                <a:gd name="T16" fmla="*/ 31 w 50"/>
                <a:gd name="T17" fmla="*/ 11 h 94"/>
                <a:gd name="T18" fmla="*/ 30 w 50"/>
                <a:gd name="T19" fmla="*/ 33 h 94"/>
                <a:gd name="T20" fmla="*/ 26 w 50"/>
                <a:gd name="T21" fmla="*/ 7 h 94"/>
                <a:gd name="T22" fmla="*/ 25 w 50"/>
                <a:gd name="T23" fmla="*/ 3 h 94"/>
                <a:gd name="T24" fmla="*/ 22 w 50"/>
                <a:gd name="T25" fmla="*/ 2 h 94"/>
                <a:gd name="T26" fmla="*/ 21 w 50"/>
                <a:gd name="T27" fmla="*/ 5 h 94"/>
                <a:gd name="T28" fmla="*/ 21 w 50"/>
                <a:gd name="T29" fmla="*/ 30 h 94"/>
                <a:gd name="T30" fmla="*/ 14 w 50"/>
                <a:gd name="T31" fmla="*/ 3 h 94"/>
                <a:gd name="T32" fmla="*/ 12 w 50"/>
                <a:gd name="T33" fmla="*/ 1 h 94"/>
                <a:gd name="T34" fmla="*/ 10 w 50"/>
                <a:gd name="T35" fmla="*/ 2 h 94"/>
                <a:gd name="T36" fmla="*/ 9 w 50"/>
                <a:gd name="T37" fmla="*/ 5 h 94"/>
                <a:gd name="T38" fmla="*/ 20 w 50"/>
                <a:gd name="T39" fmla="*/ 50 h 94"/>
                <a:gd name="T40" fmla="*/ 21 w 50"/>
                <a:gd name="T41" fmla="*/ 53 h 94"/>
                <a:gd name="T42" fmla="*/ 20 w 50"/>
                <a:gd name="T43" fmla="*/ 56 h 94"/>
                <a:gd name="T44" fmla="*/ 17 w 50"/>
                <a:gd name="T45" fmla="*/ 55 h 94"/>
                <a:gd name="T46" fmla="*/ 8 w 50"/>
                <a:gd name="T47" fmla="*/ 51 h 94"/>
                <a:gd name="T48" fmla="*/ 5 w 50"/>
                <a:gd name="T49" fmla="*/ 49 h 94"/>
                <a:gd name="T50" fmla="*/ 1 w 50"/>
                <a:gd name="T51" fmla="*/ 51 h 94"/>
                <a:gd name="T52" fmla="*/ 2 w 50"/>
                <a:gd name="T53" fmla="*/ 56 h 94"/>
                <a:gd name="T54" fmla="*/ 31 w 50"/>
                <a:gd name="T55" fmla="*/ 88 h 94"/>
                <a:gd name="T56" fmla="*/ 44 w 50"/>
                <a:gd name="T57" fmla="*/ 89 h 94"/>
                <a:gd name="T58" fmla="*/ 50 w 50"/>
                <a:gd name="T59" fmla="*/ 7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0" h="94">
                  <a:moveTo>
                    <a:pt x="50" y="72"/>
                  </a:moveTo>
                  <a:cubicBezTo>
                    <a:pt x="50" y="66"/>
                    <a:pt x="47" y="60"/>
                    <a:pt x="46" y="54"/>
                  </a:cubicBezTo>
                  <a:cubicBezTo>
                    <a:pt x="44" y="47"/>
                    <a:pt x="44" y="39"/>
                    <a:pt x="44" y="32"/>
                  </a:cubicBezTo>
                  <a:cubicBezTo>
                    <a:pt x="44" y="28"/>
                    <a:pt x="44" y="23"/>
                    <a:pt x="44" y="19"/>
                  </a:cubicBezTo>
                  <a:cubicBezTo>
                    <a:pt x="40" y="23"/>
                    <a:pt x="38" y="29"/>
                    <a:pt x="38" y="34"/>
                  </a:cubicBezTo>
                  <a:cubicBezTo>
                    <a:pt x="37" y="26"/>
                    <a:pt x="36" y="18"/>
                    <a:pt x="36" y="9"/>
                  </a:cubicBezTo>
                  <a:cubicBezTo>
                    <a:pt x="35" y="8"/>
                    <a:pt x="35" y="7"/>
                    <a:pt x="35" y="7"/>
                  </a:cubicBezTo>
                  <a:cubicBezTo>
                    <a:pt x="34" y="6"/>
                    <a:pt x="32" y="7"/>
                    <a:pt x="32" y="8"/>
                  </a:cubicBezTo>
                  <a:cubicBezTo>
                    <a:pt x="31" y="9"/>
                    <a:pt x="31" y="10"/>
                    <a:pt x="31" y="11"/>
                  </a:cubicBezTo>
                  <a:cubicBezTo>
                    <a:pt x="31" y="18"/>
                    <a:pt x="31" y="26"/>
                    <a:pt x="30" y="33"/>
                  </a:cubicBezTo>
                  <a:cubicBezTo>
                    <a:pt x="28" y="25"/>
                    <a:pt x="26" y="16"/>
                    <a:pt x="26" y="7"/>
                  </a:cubicBezTo>
                  <a:cubicBezTo>
                    <a:pt x="26" y="6"/>
                    <a:pt x="26" y="4"/>
                    <a:pt x="25" y="3"/>
                  </a:cubicBezTo>
                  <a:cubicBezTo>
                    <a:pt x="25" y="2"/>
                    <a:pt x="23" y="1"/>
                    <a:pt x="22" y="2"/>
                  </a:cubicBezTo>
                  <a:cubicBezTo>
                    <a:pt x="21" y="2"/>
                    <a:pt x="21" y="3"/>
                    <a:pt x="21" y="5"/>
                  </a:cubicBezTo>
                  <a:cubicBezTo>
                    <a:pt x="19" y="13"/>
                    <a:pt x="20" y="21"/>
                    <a:pt x="21" y="30"/>
                  </a:cubicBezTo>
                  <a:cubicBezTo>
                    <a:pt x="18" y="21"/>
                    <a:pt x="16" y="12"/>
                    <a:pt x="14" y="3"/>
                  </a:cubicBezTo>
                  <a:cubicBezTo>
                    <a:pt x="14" y="2"/>
                    <a:pt x="13" y="1"/>
                    <a:pt x="12" y="1"/>
                  </a:cubicBezTo>
                  <a:cubicBezTo>
                    <a:pt x="11" y="0"/>
                    <a:pt x="10" y="1"/>
                    <a:pt x="10" y="2"/>
                  </a:cubicBezTo>
                  <a:cubicBezTo>
                    <a:pt x="9" y="3"/>
                    <a:pt x="9" y="4"/>
                    <a:pt x="9" y="5"/>
                  </a:cubicBezTo>
                  <a:cubicBezTo>
                    <a:pt x="8" y="21"/>
                    <a:pt x="12" y="36"/>
                    <a:pt x="20" y="50"/>
                  </a:cubicBezTo>
                  <a:cubicBezTo>
                    <a:pt x="20" y="51"/>
                    <a:pt x="21" y="52"/>
                    <a:pt x="21" y="53"/>
                  </a:cubicBezTo>
                  <a:cubicBezTo>
                    <a:pt x="21" y="54"/>
                    <a:pt x="21" y="55"/>
                    <a:pt x="20" y="56"/>
                  </a:cubicBezTo>
                  <a:cubicBezTo>
                    <a:pt x="19" y="56"/>
                    <a:pt x="18" y="56"/>
                    <a:pt x="17" y="55"/>
                  </a:cubicBezTo>
                  <a:cubicBezTo>
                    <a:pt x="14" y="54"/>
                    <a:pt x="11" y="52"/>
                    <a:pt x="8" y="51"/>
                  </a:cubicBezTo>
                  <a:cubicBezTo>
                    <a:pt x="7" y="50"/>
                    <a:pt x="6" y="49"/>
                    <a:pt x="5" y="49"/>
                  </a:cubicBezTo>
                  <a:cubicBezTo>
                    <a:pt x="3" y="49"/>
                    <a:pt x="2" y="50"/>
                    <a:pt x="1" y="51"/>
                  </a:cubicBezTo>
                  <a:cubicBezTo>
                    <a:pt x="0" y="52"/>
                    <a:pt x="1" y="54"/>
                    <a:pt x="2" y="56"/>
                  </a:cubicBezTo>
                  <a:cubicBezTo>
                    <a:pt x="10" y="68"/>
                    <a:pt x="20" y="79"/>
                    <a:pt x="31" y="88"/>
                  </a:cubicBezTo>
                  <a:cubicBezTo>
                    <a:pt x="35" y="92"/>
                    <a:pt x="41" y="94"/>
                    <a:pt x="44" y="89"/>
                  </a:cubicBezTo>
                  <a:cubicBezTo>
                    <a:pt x="47" y="84"/>
                    <a:pt x="50" y="79"/>
                    <a:pt x="50" y="72"/>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7" name="任意多边形 51">
              <a:extLst>
                <a:ext uri="{FF2B5EF4-FFF2-40B4-BE49-F238E27FC236}">
                  <a16:creationId xmlns:a16="http://schemas.microsoft.com/office/drawing/2014/main" id="{3885E6AF-3CF0-370D-E887-C3C8907834CE}"/>
                </a:ext>
              </a:extLst>
            </p:cNvPr>
            <p:cNvSpPr/>
            <p:nvPr/>
          </p:nvSpPr>
          <p:spPr bwMode="auto">
            <a:xfrm>
              <a:off x="3872768" y="3586194"/>
              <a:ext cx="55851" cy="84677"/>
            </a:xfrm>
            <a:custGeom>
              <a:avLst/>
              <a:gdLst>
                <a:gd name="T0" fmla="*/ 23 w 36"/>
                <a:gd name="T1" fmla="*/ 51 h 55"/>
                <a:gd name="T2" fmla="*/ 18 w 36"/>
                <a:gd name="T3" fmla="*/ 50 h 55"/>
                <a:gd name="T4" fmla="*/ 6 w 36"/>
                <a:gd name="T5" fmla="*/ 21 h 55"/>
                <a:gd name="T6" fmla="*/ 3 w 36"/>
                <a:gd name="T7" fmla="*/ 11 h 55"/>
                <a:gd name="T8" fmla="*/ 23 w 36"/>
                <a:gd name="T9" fmla="*/ 51 h 55"/>
              </a:gdLst>
              <a:ahLst/>
              <a:cxnLst>
                <a:cxn ang="0">
                  <a:pos x="T0" y="T1"/>
                </a:cxn>
                <a:cxn ang="0">
                  <a:pos x="T2" y="T3"/>
                </a:cxn>
                <a:cxn ang="0">
                  <a:pos x="T4" y="T5"/>
                </a:cxn>
                <a:cxn ang="0">
                  <a:pos x="T6" y="T7"/>
                </a:cxn>
                <a:cxn ang="0">
                  <a:pos x="T8" y="T9"/>
                </a:cxn>
              </a:cxnLst>
              <a:rect l="0" t="0" r="r" b="b"/>
              <a:pathLst>
                <a:path w="36" h="55">
                  <a:moveTo>
                    <a:pt x="23" y="51"/>
                  </a:moveTo>
                  <a:cubicBezTo>
                    <a:pt x="22" y="55"/>
                    <a:pt x="19" y="55"/>
                    <a:pt x="18" y="50"/>
                  </a:cubicBezTo>
                  <a:cubicBezTo>
                    <a:pt x="15" y="35"/>
                    <a:pt x="15" y="33"/>
                    <a:pt x="6" y="21"/>
                  </a:cubicBezTo>
                  <a:cubicBezTo>
                    <a:pt x="1" y="14"/>
                    <a:pt x="0" y="14"/>
                    <a:pt x="3" y="11"/>
                  </a:cubicBezTo>
                  <a:cubicBezTo>
                    <a:pt x="12" y="0"/>
                    <a:pt x="36" y="13"/>
                    <a:pt x="23" y="51"/>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8" name="任意多边形 52">
              <a:extLst>
                <a:ext uri="{FF2B5EF4-FFF2-40B4-BE49-F238E27FC236}">
                  <a16:creationId xmlns:a16="http://schemas.microsoft.com/office/drawing/2014/main" id="{21874E8E-1820-D871-F7DD-C74E88943C73}"/>
                </a:ext>
              </a:extLst>
            </p:cNvPr>
            <p:cNvSpPr/>
            <p:nvPr/>
          </p:nvSpPr>
          <p:spPr bwMode="auto">
            <a:xfrm>
              <a:off x="3782686" y="3677177"/>
              <a:ext cx="91884" cy="154942"/>
            </a:xfrm>
            <a:custGeom>
              <a:avLst/>
              <a:gdLst>
                <a:gd name="T0" fmla="*/ 46 w 60"/>
                <a:gd name="T1" fmla="*/ 22 h 101"/>
                <a:gd name="T2" fmla="*/ 11 w 60"/>
                <a:gd name="T3" fmla="*/ 8 h 101"/>
                <a:gd name="T4" fmla="*/ 0 w 60"/>
                <a:gd name="T5" fmla="*/ 93 h 101"/>
                <a:gd name="T6" fmla="*/ 60 w 60"/>
                <a:gd name="T7" fmla="*/ 82 h 101"/>
                <a:gd name="T8" fmla="*/ 46 w 60"/>
                <a:gd name="T9" fmla="*/ 22 h 101"/>
              </a:gdLst>
              <a:ahLst/>
              <a:cxnLst>
                <a:cxn ang="0">
                  <a:pos x="T0" y="T1"/>
                </a:cxn>
                <a:cxn ang="0">
                  <a:pos x="T2" y="T3"/>
                </a:cxn>
                <a:cxn ang="0">
                  <a:pos x="T4" y="T5"/>
                </a:cxn>
                <a:cxn ang="0">
                  <a:pos x="T6" y="T7"/>
                </a:cxn>
                <a:cxn ang="0">
                  <a:pos x="T8" y="T9"/>
                </a:cxn>
              </a:cxnLst>
              <a:rect l="0" t="0" r="r" b="b"/>
              <a:pathLst>
                <a:path w="60" h="101">
                  <a:moveTo>
                    <a:pt x="46" y="22"/>
                  </a:moveTo>
                  <a:cubicBezTo>
                    <a:pt x="36" y="2"/>
                    <a:pt x="19" y="0"/>
                    <a:pt x="11" y="8"/>
                  </a:cubicBezTo>
                  <a:cubicBezTo>
                    <a:pt x="14" y="50"/>
                    <a:pt x="10" y="67"/>
                    <a:pt x="0" y="93"/>
                  </a:cubicBezTo>
                  <a:cubicBezTo>
                    <a:pt x="21" y="101"/>
                    <a:pt x="55" y="94"/>
                    <a:pt x="60" y="82"/>
                  </a:cubicBezTo>
                  <a:cubicBezTo>
                    <a:pt x="59" y="78"/>
                    <a:pt x="50" y="33"/>
                    <a:pt x="46" y="2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39" name="任意多边形 53">
              <a:extLst>
                <a:ext uri="{FF2B5EF4-FFF2-40B4-BE49-F238E27FC236}">
                  <a16:creationId xmlns:a16="http://schemas.microsoft.com/office/drawing/2014/main" id="{E7802F06-FDEB-269D-1B3F-A4C9D28B3ACC}"/>
                </a:ext>
              </a:extLst>
            </p:cNvPr>
            <p:cNvSpPr/>
            <p:nvPr/>
          </p:nvSpPr>
          <p:spPr bwMode="auto">
            <a:xfrm>
              <a:off x="3791694" y="3589797"/>
              <a:ext cx="121611" cy="181066"/>
            </a:xfrm>
            <a:custGeom>
              <a:avLst/>
              <a:gdLst>
                <a:gd name="T0" fmla="*/ 8 w 79"/>
                <a:gd name="T1" fmla="*/ 25 h 118"/>
                <a:gd name="T2" fmla="*/ 64 w 79"/>
                <a:gd name="T3" fmla="*/ 20 h 118"/>
                <a:gd name="T4" fmla="*/ 71 w 79"/>
                <a:gd name="T5" fmla="*/ 98 h 118"/>
                <a:gd name="T6" fmla="*/ 18 w 79"/>
                <a:gd name="T7" fmla="*/ 95 h 118"/>
                <a:gd name="T8" fmla="*/ 8 w 79"/>
                <a:gd name="T9" fmla="*/ 25 h 118"/>
              </a:gdLst>
              <a:ahLst/>
              <a:cxnLst>
                <a:cxn ang="0">
                  <a:pos x="T0" y="T1"/>
                </a:cxn>
                <a:cxn ang="0">
                  <a:pos x="T2" y="T3"/>
                </a:cxn>
                <a:cxn ang="0">
                  <a:pos x="T4" y="T5"/>
                </a:cxn>
                <a:cxn ang="0">
                  <a:pos x="T6" y="T7"/>
                </a:cxn>
                <a:cxn ang="0">
                  <a:pos x="T8" y="T9"/>
                </a:cxn>
              </a:cxnLst>
              <a:rect l="0" t="0" r="r" b="b"/>
              <a:pathLst>
                <a:path w="79" h="118">
                  <a:moveTo>
                    <a:pt x="8" y="25"/>
                  </a:moveTo>
                  <a:cubicBezTo>
                    <a:pt x="19" y="3"/>
                    <a:pt x="49" y="0"/>
                    <a:pt x="64" y="20"/>
                  </a:cubicBezTo>
                  <a:cubicBezTo>
                    <a:pt x="79" y="39"/>
                    <a:pt x="77" y="87"/>
                    <a:pt x="71" y="98"/>
                  </a:cubicBezTo>
                  <a:cubicBezTo>
                    <a:pt x="60" y="118"/>
                    <a:pt x="25" y="106"/>
                    <a:pt x="18" y="95"/>
                  </a:cubicBezTo>
                  <a:cubicBezTo>
                    <a:pt x="8" y="79"/>
                    <a:pt x="0" y="44"/>
                    <a:pt x="8" y="25"/>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0" name="任意多边形 54">
              <a:extLst>
                <a:ext uri="{FF2B5EF4-FFF2-40B4-BE49-F238E27FC236}">
                  <a16:creationId xmlns:a16="http://schemas.microsoft.com/office/drawing/2014/main" id="{D391A298-DD20-2960-F013-3ABAED17CDE5}"/>
                </a:ext>
              </a:extLst>
            </p:cNvPr>
            <p:cNvSpPr/>
            <p:nvPr/>
          </p:nvSpPr>
          <p:spPr bwMode="auto">
            <a:xfrm>
              <a:off x="3765570" y="3623127"/>
              <a:ext cx="58554" cy="89182"/>
            </a:xfrm>
            <a:custGeom>
              <a:avLst/>
              <a:gdLst>
                <a:gd name="T0" fmla="*/ 34 w 38"/>
                <a:gd name="T1" fmla="*/ 8 h 58"/>
                <a:gd name="T2" fmla="*/ 36 w 38"/>
                <a:gd name="T3" fmla="*/ 58 h 58"/>
                <a:gd name="T4" fmla="*/ 16 w 38"/>
                <a:gd name="T5" fmla="*/ 48 h 58"/>
                <a:gd name="T6" fmla="*/ 9 w 38"/>
                <a:gd name="T7" fmla="*/ 46 h 58"/>
                <a:gd name="T8" fmla="*/ 5 w 38"/>
                <a:gd name="T9" fmla="*/ 10 h 58"/>
                <a:gd name="T10" fmla="*/ 34 w 38"/>
                <a:gd name="T11" fmla="*/ 8 h 58"/>
              </a:gdLst>
              <a:ahLst/>
              <a:cxnLst>
                <a:cxn ang="0">
                  <a:pos x="T0" y="T1"/>
                </a:cxn>
                <a:cxn ang="0">
                  <a:pos x="T2" y="T3"/>
                </a:cxn>
                <a:cxn ang="0">
                  <a:pos x="T4" y="T5"/>
                </a:cxn>
                <a:cxn ang="0">
                  <a:pos x="T6" y="T7"/>
                </a:cxn>
                <a:cxn ang="0">
                  <a:pos x="T8" y="T9"/>
                </a:cxn>
                <a:cxn ang="0">
                  <a:pos x="T10" y="T11"/>
                </a:cxn>
              </a:cxnLst>
              <a:rect l="0" t="0" r="r" b="b"/>
              <a:pathLst>
                <a:path w="38" h="58">
                  <a:moveTo>
                    <a:pt x="34" y="8"/>
                  </a:moveTo>
                  <a:cubicBezTo>
                    <a:pt x="36" y="11"/>
                    <a:pt x="38" y="58"/>
                    <a:pt x="36" y="58"/>
                  </a:cubicBezTo>
                  <a:cubicBezTo>
                    <a:pt x="32" y="57"/>
                    <a:pt x="24" y="45"/>
                    <a:pt x="16" y="48"/>
                  </a:cubicBezTo>
                  <a:cubicBezTo>
                    <a:pt x="13" y="49"/>
                    <a:pt x="10" y="51"/>
                    <a:pt x="9" y="46"/>
                  </a:cubicBezTo>
                  <a:cubicBezTo>
                    <a:pt x="1" y="12"/>
                    <a:pt x="0" y="14"/>
                    <a:pt x="5" y="10"/>
                  </a:cubicBezTo>
                  <a:cubicBezTo>
                    <a:pt x="17" y="0"/>
                    <a:pt x="31" y="2"/>
                    <a:pt x="34" y="8"/>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1" name="任意多边形 55">
              <a:extLst>
                <a:ext uri="{FF2B5EF4-FFF2-40B4-BE49-F238E27FC236}">
                  <a16:creationId xmlns:a16="http://schemas.microsoft.com/office/drawing/2014/main" id="{233B2E2E-C193-32B3-6100-263C18EDAE56}"/>
                </a:ext>
              </a:extLst>
            </p:cNvPr>
            <p:cNvSpPr/>
            <p:nvPr/>
          </p:nvSpPr>
          <p:spPr bwMode="auto">
            <a:xfrm>
              <a:off x="3726835" y="3549260"/>
              <a:ext cx="182867" cy="99992"/>
            </a:xfrm>
            <a:custGeom>
              <a:avLst/>
              <a:gdLst>
                <a:gd name="T0" fmla="*/ 19 w 119"/>
                <a:gd name="T1" fmla="*/ 43 h 65"/>
                <a:gd name="T2" fmla="*/ 98 w 119"/>
                <a:gd name="T3" fmla="*/ 4 h 65"/>
                <a:gd name="T4" fmla="*/ 106 w 119"/>
                <a:gd name="T5" fmla="*/ 51 h 65"/>
                <a:gd name="T6" fmla="*/ 96 w 119"/>
                <a:gd name="T7" fmla="*/ 49 h 65"/>
                <a:gd name="T8" fmla="*/ 61 w 119"/>
                <a:gd name="T9" fmla="*/ 57 h 65"/>
                <a:gd name="T10" fmla="*/ 19 w 119"/>
                <a:gd name="T11" fmla="*/ 43 h 65"/>
              </a:gdLst>
              <a:ahLst/>
              <a:cxnLst>
                <a:cxn ang="0">
                  <a:pos x="T0" y="T1"/>
                </a:cxn>
                <a:cxn ang="0">
                  <a:pos x="T2" y="T3"/>
                </a:cxn>
                <a:cxn ang="0">
                  <a:pos x="T4" y="T5"/>
                </a:cxn>
                <a:cxn ang="0">
                  <a:pos x="T6" y="T7"/>
                </a:cxn>
                <a:cxn ang="0">
                  <a:pos x="T8" y="T9"/>
                </a:cxn>
                <a:cxn ang="0">
                  <a:pos x="T10" y="T11"/>
                </a:cxn>
              </a:cxnLst>
              <a:rect l="0" t="0" r="r" b="b"/>
              <a:pathLst>
                <a:path w="119" h="65">
                  <a:moveTo>
                    <a:pt x="19" y="43"/>
                  </a:moveTo>
                  <a:cubicBezTo>
                    <a:pt x="42" y="17"/>
                    <a:pt x="84" y="0"/>
                    <a:pt x="98" y="4"/>
                  </a:cubicBezTo>
                  <a:cubicBezTo>
                    <a:pt x="119" y="12"/>
                    <a:pt x="112" y="48"/>
                    <a:pt x="106" y="51"/>
                  </a:cubicBezTo>
                  <a:cubicBezTo>
                    <a:pt x="102" y="53"/>
                    <a:pt x="99" y="51"/>
                    <a:pt x="96" y="49"/>
                  </a:cubicBezTo>
                  <a:cubicBezTo>
                    <a:pt x="81" y="43"/>
                    <a:pt x="71" y="53"/>
                    <a:pt x="61" y="57"/>
                  </a:cubicBezTo>
                  <a:cubicBezTo>
                    <a:pt x="45" y="65"/>
                    <a:pt x="0" y="65"/>
                    <a:pt x="19" y="43"/>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2" name="任意多边形 56">
              <a:extLst>
                <a:ext uri="{FF2B5EF4-FFF2-40B4-BE49-F238E27FC236}">
                  <a16:creationId xmlns:a16="http://schemas.microsoft.com/office/drawing/2014/main" id="{3B899F74-F7A8-418D-4E31-E95AAE7534FD}"/>
                </a:ext>
              </a:extLst>
            </p:cNvPr>
            <p:cNvSpPr/>
            <p:nvPr/>
          </p:nvSpPr>
          <p:spPr bwMode="auto">
            <a:xfrm>
              <a:off x="3774578" y="3666367"/>
              <a:ext cx="43240" cy="63058"/>
            </a:xfrm>
            <a:custGeom>
              <a:avLst/>
              <a:gdLst>
                <a:gd name="T0" fmla="*/ 2 w 28"/>
                <a:gd name="T1" fmla="*/ 16 h 41"/>
                <a:gd name="T2" fmla="*/ 9 w 28"/>
                <a:gd name="T3" fmla="*/ 31 h 41"/>
                <a:gd name="T4" fmla="*/ 23 w 28"/>
                <a:gd name="T5" fmla="*/ 12 h 41"/>
                <a:gd name="T6" fmla="*/ 2 w 28"/>
                <a:gd name="T7" fmla="*/ 16 h 41"/>
              </a:gdLst>
              <a:ahLst/>
              <a:cxnLst>
                <a:cxn ang="0">
                  <a:pos x="T0" y="T1"/>
                </a:cxn>
                <a:cxn ang="0">
                  <a:pos x="T2" y="T3"/>
                </a:cxn>
                <a:cxn ang="0">
                  <a:pos x="T4" y="T5"/>
                </a:cxn>
                <a:cxn ang="0">
                  <a:pos x="T6" y="T7"/>
                </a:cxn>
              </a:cxnLst>
              <a:rect l="0" t="0" r="r" b="b"/>
              <a:pathLst>
                <a:path w="28" h="41">
                  <a:moveTo>
                    <a:pt x="2" y="16"/>
                  </a:moveTo>
                  <a:cubicBezTo>
                    <a:pt x="2" y="22"/>
                    <a:pt x="5" y="27"/>
                    <a:pt x="9" y="31"/>
                  </a:cubicBezTo>
                  <a:cubicBezTo>
                    <a:pt x="22" y="41"/>
                    <a:pt x="28" y="22"/>
                    <a:pt x="23" y="12"/>
                  </a:cubicBezTo>
                  <a:cubicBezTo>
                    <a:pt x="18" y="0"/>
                    <a:pt x="0" y="1"/>
                    <a:pt x="2" y="16"/>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3" name="任意多边形 57">
              <a:extLst>
                <a:ext uri="{FF2B5EF4-FFF2-40B4-BE49-F238E27FC236}">
                  <a16:creationId xmlns:a16="http://schemas.microsoft.com/office/drawing/2014/main" id="{13F7E9F7-49FA-492F-5BCF-BAC1529D155B}"/>
                </a:ext>
              </a:extLst>
            </p:cNvPr>
            <p:cNvSpPr/>
            <p:nvPr/>
          </p:nvSpPr>
          <p:spPr bwMode="auto">
            <a:xfrm>
              <a:off x="3303447" y="4984272"/>
              <a:ext cx="144132" cy="135124"/>
            </a:xfrm>
            <a:custGeom>
              <a:avLst/>
              <a:gdLst>
                <a:gd name="T0" fmla="*/ 34 w 94"/>
                <a:gd name="T1" fmla="*/ 2 h 88"/>
                <a:gd name="T2" fmla="*/ 41 w 94"/>
                <a:gd name="T3" fmla="*/ 13 h 88"/>
                <a:gd name="T4" fmla="*/ 54 w 94"/>
                <a:gd name="T5" fmla="*/ 21 h 88"/>
                <a:gd name="T6" fmla="*/ 62 w 94"/>
                <a:gd name="T7" fmla="*/ 21 h 88"/>
                <a:gd name="T8" fmla="*/ 68 w 94"/>
                <a:gd name="T9" fmla="*/ 27 h 88"/>
                <a:gd name="T10" fmla="*/ 67 w 94"/>
                <a:gd name="T11" fmla="*/ 33 h 88"/>
                <a:gd name="T12" fmla="*/ 73 w 94"/>
                <a:gd name="T13" fmla="*/ 61 h 88"/>
                <a:gd name="T14" fmla="*/ 88 w 94"/>
                <a:gd name="T15" fmla="*/ 69 h 88"/>
                <a:gd name="T16" fmla="*/ 91 w 94"/>
                <a:gd name="T17" fmla="*/ 84 h 88"/>
                <a:gd name="T18" fmla="*/ 86 w 94"/>
                <a:gd name="T19" fmla="*/ 88 h 88"/>
                <a:gd name="T20" fmla="*/ 35 w 94"/>
                <a:gd name="T21" fmla="*/ 61 h 88"/>
                <a:gd name="T22" fmla="*/ 21 w 94"/>
                <a:gd name="T23" fmla="*/ 42 h 88"/>
                <a:gd name="T24" fmla="*/ 28 w 94"/>
                <a:gd name="T25" fmla="*/ 34 h 88"/>
                <a:gd name="T26" fmla="*/ 18 w 94"/>
                <a:gd name="T27" fmla="*/ 38 h 88"/>
                <a:gd name="T28" fmla="*/ 0 w 94"/>
                <a:gd name="T29" fmla="*/ 14 h 88"/>
                <a:gd name="T30" fmla="*/ 4 w 94"/>
                <a:gd name="T31" fmla="*/ 12 h 88"/>
                <a:gd name="T32" fmla="*/ 22 w 94"/>
                <a:gd name="T33" fmla="*/ 4 h 88"/>
                <a:gd name="T34" fmla="*/ 34 w 94"/>
                <a:gd name="T35" fmla="*/ 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88">
                  <a:moveTo>
                    <a:pt x="34" y="2"/>
                  </a:moveTo>
                  <a:cubicBezTo>
                    <a:pt x="38" y="4"/>
                    <a:pt x="38" y="10"/>
                    <a:pt x="41" y="13"/>
                  </a:cubicBezTo>
                  <a:cubicBezTo>
                    <a:pt x="44" y="17"/>
                    <a:pt x="49" y="20"/>
                    <a:pt x="54" y="21"/>
                  </a:cubicBezTo>
                  <a:cubicBezTo>
                    <a:pt x="57" y="21"/>
                    <a:pt x="60" y="21"/>
                    <a:pt x="62" y="21"/>
                  </a:cubicBezTo>
                  <a:cubicBezTo>
                    <a:pt x="65" y="22"/>
                    <a:pt x="68" y="24"/>
                    <a:pt x="68" y="27"/>
                  </a:cubicBezTo>
                  <a:cubicBezTo>
                    <a:pt x="69" y="29"/>
                    <a:pt x="68" y="31"/>
                    <a:pt x="67" y="33"/>
                  </a:cubicBezTo>
                  <a:cubicBezTo>
                    <a:pt x="57" y="48"/>
                    <a:pt x="69" y="59"/>
                    <a:pt x="73" y="61"/>
                  </a:cubicBezTo>
                  <a:cubicBezTo>
                    <a:pt x="78" y="64"/>
                    <a:pt x="84" y="66"/>
                    <a:pt x="88" y="69"/>
                  </a:cubicBezTo>
                  <a:cubicBezTo>
                    <a:pt x="92" y="73"/>
                    <a:pt x="94" y="79"/>
                    <a:pt x="91" y="84"/>
                  </a:cubicBezTo>
                  <a:cubicBezTo>
                    <a:pt x="90" y="86"/>
                    <a:pt x="88" y="87"/>
                    <a:pt x="86" y="88"/>
                  </a:cubicBezTo>
                  <a:cubicBezTo>
                    <a:pt x="67" y="84"/>
                    <a:pt x="46" y="75"/>
                    <a:pt x="35" y="61"/>
                  </a:cubicBezTo>
                  <a:cubicBezTo>
                    <a:pt x="21" y="42"/>
                    <a:pt x="21" y="42"/>
                    <a:pt x="21" y="42"/>
                  </a:cubicBezTo>
                  <a:cubicBezTo>
                    <a:pt x="22" y="40"/>
                    <a:pt x="26" y="35"/>
                    <a:pt x="28" y="34"/>
                  </a:cubicBezTo>
                  <a:cubicBezTo>
                    <a:pt x="25" y="35"/>
                    <a:pt x="20" y="38"/>
                    <a:pt x="18" y="38"/>
                  </a:cubicBezTo>
                  <a:cubicBezTo>
                    <a:pt x="0" y="14"/>
                    <a:pt x="0" y="14"/>
                    <a:pt x="0" y="14"/>
                  </a:cubicBezTo>
                  <a:cubicBezTo>
                    <a:pt x="1" y="13"/>
                    <a:pt x="2" y="13"/>
                    <a:pt x="4" y="12"/>
                  </a:cubicBezTo>
                  <a:cubicBezTo>
                    <a:pt x="10" y="9"/>
                    <a:pt x="16" y="7"/>
                    <a:pt x="22" y="4"/>
                  </a:cubicBezTo>
                  <a:cubicBezTo>
                    <a:pt x="25" y="2"/>
                    <a:pt x="30" y="0"/>
                    <a:pt x="34" y="2"/>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4" name="任意多边形 58">
              <a:extLst>
                <a:ext uri="{FF2B5EF4-FFF2-40B4-BE49-F238E27FC236}">
                  <a16:creationId xmlns:a16="http://schemas.microsoft.com/office/drawing/2014/main" id="{AC5533F4-4D43-B1E9-EC5C-A544DC244E00}"/>
                </a:ext>
              </a:extLst>
            </p:cNvPr>
            <p:cNvSpPr/>
            <p:nvPr/>
          </p:nvSpPr>
          <p:spPr bwMode="auto">
            <a:xfrm>
              <a:off x="4011495" y="5023908"/>
              <a:ext cx="154942" cy="104496"/>
            </a:xfrm>
            <a:custGeom>
              <a:avLst/>
              <a:gdLst>
                <a:gd name="T0" fmla="*/ 3 w 101"/>
                <a:gd name="T1" fmla="*/ 32 h 68"/>
                <a:gd name="T2" fmla="*/ 15 w 101"/>
                <a:gd name="T3" fmla="*/ 29 h 68"/>
                <a:gd name="T4" fmla="*/ 27 w 101"/>
                <a:gd name="T5" fmla="*/ 19 h 68"/>
                <a:gd name="T6" fmla="*/ 30 w 101"/>
                <a:gd name="T7" fmla="*/ 11 h 68"/>
                <a:gd name="T8" fmla="*/ 37 w 101"/>
                <a:gd name="T9" fmla="*/ 7 h 68"/>
                <a:gd name="T10" fmla="*/ 42 w 101"/>
                <a:gd name="T11" fmla="*/ 11 h 68"/>
                <a:gd name="T12" fmla="*/ 72 w 101"/>
                <a:gd name="T13" fmla="*/ 13 h 68"/>
                <a:gd name="T14" fmla="*/ 84 w 101"/>
                <a:gd name="T15" fmla="*/ 3 h 68"/>
                <a:gd name="T16" fmla="*/ 99 w 101"/>
                <a:gd name="T17" fmla="*/ 4 h 68"/>
                <a:gd name="T18" fmla="*/ 101 w 101"/>
                <a:gd name="T19" fmla="*/ 10 h 68"/>
                <a:gd name="T20" fmla="*/ 59 w 101"/>
                <a:gd name="T21" fmla="*/ 50 h 68"/>
                <a:gd name="T22" fmla="*/ 37 w 101"/>
                <a:gd name="T23" fmla="*/ 57 h 68"/>
                <a:gd name="T24" fmla="*/ 31 w 101"/>
                <a:gd name="T25" fmla="*/ 48 h 68"/>
                <a:gd name="T26" fmla="*/ 31 w 101"/>
                <a:gd name="T27" fmla="*/ 59 h 68"/>
                <a:gd name="T28" fmla="*/ 3 w 101"/>
                <a:gd name="T29" fmla="*/ 68 h 68"/>
                <a:gd name="T30" fmla="*/ 3 w 101"/>
                <a:gd name="T31" fmla="*/ 64 h 68"/>
                <a:gd name="T32" fmla="*/ 1 w 101"/>
                <a:gd name="T33" fmla="*/ 44 h 68"/>
                <a:gd name="T34" fmla="*/ 3 w 101"/>
                <a:gd name="T35" fmla="*/ 3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 h="68">
                  <a:moveTo>
                    <a:pt x="3" y="32"/>
                  </a:moveTo>
                  <a:cubicBezTo>
                    <a:pt x="6" y="28"/>
                    <a:pt x="11" y="30"/>
                    <a:pt x="15" y="29"/>
                  </a:cubicBezTo>
                  <a:cubicBezTo>
                    <a:pt x="20" y="27"/>
                    <a:pt x="24" y="24"/>
                    <a:pt x="27" y="19"/>
                  </a:cubicBezTo>
                  <a:cubicBezTo>
                    <a:pt x="28" y="16"/>
                    <a:pt x="29" y="13"/>
                    <a:pt x="30" y="11"/>
                  </a:cubicBezTo>
                  <a:cubicBezTo>
                    <a:pt x="32" y="9"/>
                    <a:pt x="34" y="6"/>
                    <a:pt x="37" y="7"/>
                  </a:cubicBezTo>
                  <a:cubicBezTo>
                    <a:pt x="39" y="8"/>
                    <a:pt x="41" y="9"/>
                    <a:pt x="42" y="11"/>
                  </a:cubicBezTo>
                  <a:cubicBezTo>
                    <a:pt x="54" y="25"/>
                    <a:pt x="68" y="17"/>
                    <a:pt x="72" y="13"/>
                  </a:cubicBezTo>
                  <a:cubicBezTo>
                    <a:pt x="76" y="10"/>
                    <a:pt x="79" y="5"/>
                    <a:pt x="84" y="3"/>
                  </a:cubicBezTo>
                  <a:cubicBezTo>
                    <a:pt x="89" y="0"/>
                    <a:pt x="95" y="0"/>
                    <a:pt x="99" y="4"/>
                  </a:cubicBezTo>
                  <a:cubicBezTo>
                    <a:pt x="100" y="6"/>
                    <a:pt x="101" y="8"/>
                    <a:pt x="101" y="10"/>
                  </a:cubicBezTo>
                  <a:cubicBezTo>
                    <a:pt x="91" y="27"/>
                    <a:pt x="75" y="44"/>
                    <a:pt x="59" y="50"/>
                  </a:cubicBezTo>
                  <a:cubicBezTo>
                    <a:pt x="37" y="57"/>
                    <a:pt x="37" y="57"/>
                    <a:pt x="37" y="57"/>
                  </a:cubicBezTo>
                  <a:cubicBezTo>
                    <a:pt x="35" y="56"/>
                    <a:pt x="32" y="50"/>
                    <a:pt x="31" y="48"/>
                  </a:cubicBezTo>
                  <a:cubicBezTo>
                    <a:pt x="31" y="51"/>
                    <a:pt x="32" y="57"/>
                    <a:pt x="31" y="59"/>
                  </a:cubicBezTo>
                  <a:cubicBezTo>
                    <a:pt x="3" y="68"/>
                    <a:pt x="3" y="68"/>
                    <a:pt x="3" y="68"/>
                  </a:cubicBezTo>
                  <a:cubicBezTo>
                    <a:pt x="3" y="67"/>
                    <a:pt x="3" y="65"/>
                    <a:pt x="3" y="64"/>
                  </a:cubicBezTo>
                  <a:cubicBezTo>
                    <a:pt x="2" y="57"/>
                    <a:pt x="1" y="51"/>
                    <a:pt x="1" y="44"/>
                  </a:cubicBezTo>
                  <a:cubicBezTo>
                    <a:pt x="1" y="40"/>
                    <a:pt x="0" y="35"/>
                    <a:pt x="3" y="32"/>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5" name="任意多边形 59">
              <a:extLst>
                <a:ext uri="{FF2B5EF4-FFF2-40B4-BE49-F238E27FC236}">
                  <a16:creationId xmlns:a16="http://schemas.microsoft.com/office/drawing/2014/main" id="{AC934BAD-F442-ED1A-5FD1-035C67117C00}"/>
                </a:ext>
              </a:extLst>
            </p:cNvPr>
            <p:cNvSpPr/>
            <p:nvPr/>
          </p:nvSpPr>
          <p:spPr bwMode="auto">
            <a:xfrm>
              <a:off x="3516943" y="3792482"/>
              <a:ext cx="462123" cy="638684"/>
            </a:xfrm>
            <a:custGeom>
              <a:avLst/>
              <a:gdLst>
                <a:gd name="T0" fmla="*/ 288 w 301"/>
                <a:gd name="T1" fmla="*/ 153 h 416"/>
                <a:gd name="T2" fmla="*/ 280 w 301"/>
                <a:gd name="T3" fmla="*/ 40 h 416"/>
                <a:gd name="T4" fmla="*/ 228 w 301"/>
                <a:gd name="T5" fmla="*/ 5 h 416"/>
                <a:gd name="T6" fmla="*/ 165 w 301"/>
                <a:gd name="T7" fmla="*/ 7 h 416"/>
                <a:gd name="T8" fmla="*/ 85 w 301"/>
                <a:gd name="T9" fmla="*/ 47 h 416"/>
                <a:gd name="T10" fmla="*/ 91 w 301"/>
                <a:gd name="T11" fmla="*/ 146 h 416"/>
                <a:gd name="T12" fmla="*/ 104 w 301"/>
                <a:gd name="T13" fmla="*/ 237 h 416"/>
                <a:gd name="T14" fmla="*/ 42 w 301"/>
                <a:gd name="T15" fmla="*/ 356 h 416"/>
                <a:gd name="T16" fmla="*/ 254 w 301"/>
                <a:gd name="T17" fmla="*/ 388 h 416"/>
                <a:gd name="T18" fmla="*/ 288 w 301"/>
                <a:gd name="T19" fmla="*/ 153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1" h="416">
                  <a:moveTo>
                    <a:pt x="288" y="153"/>
                  </a:moveTo>
                  <a:cubicBezTo>
                    <a:pt x="299" y="115"/>
                    <a:pt x="301" y="71"/>
                    <a:pt x="280" y="40"/>
                  </a:cubicBezTo>
                  <a:cubicBezTo>
                    <a:pt x="268" y="22"/>
                    <a:pt x="248" y="10"/>
                    <a:pt x="228" y="5"/>
                  </a:cubicBezTo>
                  <a:cubicBezTo>
                    <a:pt x="208" y="0"/>
                    <a:pt x="186" y="2"/>
                    <a:pt x="165" y="7"/>
                  </a:cubicBezTo>
                  <a:cubicBezTo>
                    <a:pt x="139" y="15"/>
                    <a:pt x="107" y="27"/>
                    <a:pt x="85" y="47"/>
                  </a:cubicBezTo>
                  <a:cubicBezTo>
                    <a:pt x="63" y="69"/>
                    <a:pt x="85" y="116"/>
                    <a:pt x="91" y="146"/>
                  </a:cubicBezTo>
                  <a:cubicBezTo>
                    <a:pt x="97" y="176"/>
                    <a:pt x="106" y="206"/>
                    <a:pt x="104" y="237"/>
                  </a:cubicBezTo>
                  <a:cubicBezTo>
                    <a:pt x="101" y="284"/>
                    <a:pt x="67" y="318"/>
                    <a:pt x="42" y="356"/>
                  </a:cubicBezTo>
                  <a:cubicBezTo>
                    <a:pt x="0" y="416"/>
                    <a:pt x="228" y="406"/>
                    <a:pt x="254" y="388"/>
                  </a:cubicBezTo>
                  <a:cubicBezTo>
                    <a:pt x="271" y="376"/>
                    <a:pt x="277" y="190"/>
                    <a:pt x="288" y="153"/>
                  </a:cubicBezTo>
                  <a:close/>
                </a:path>
              </a:pathLst>
            </a:custGeom>
            <a:solidFill>
              <a:srgbClr val="3C79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6" name="任意多边形 60">
              <a:extLst>
                <a:ext uri="{FF2B5EF4-FFF2-40B4-BE49-F238E27FC236}">
                  <a16:creationId xmlns:a16="http://schemas.microsoft.com/office/drawing/2014/main" id="{AF921A0B-F267-E65B-3953-4FDCD833EF0A}"/>
                </a:ext>
              </a:extLst>
            </p:cNvPr>
            <p:cNvSpPr/>
            <p:nvPr/>
          </p:nvSpPr>
          <p:spPr bwMode="auto">
            <a:xfrm>
              <a:off x="3699810" y="3833920"/>
              <a:ext cx="111702" cy="325198"/>
            </a:xfrm>
            <a:custGeom>
              <a:avLst/>
              <a:gdLst>
                <a:gd name="T0" fmla="*/ 70 w 73"/>
                <a:gd name="T1" fmla="*/ 212 h 212"/>
                <a:gd name="T2" fmla="*/ 2 w 73"/>
                <a:gd name="T3" fmla="*/ 92 h 212"/>
                <a:gd name="T4" fmla="*/ 0 w 73"/>
                <a:gd name="T5" fmla="*/ 90 h 212"/>
                <a:gd name="T6" fmla="*/ 24 w 73"/>
                <a:gd name="T7" fmla="*/ 77 h 212"/>
                <a:gd name="T8" fmla="*/ 6 w 73"/>
                <a:gd name="T9" fmla="*/ 64 h 212"/>
                <a:gd name="T10" fmla="*/ 27 w 73"/>
                <a:gd name="T11" fmla="*/ 0 h 212"/>
                <a:gd name="T12" fmla="*/ 31 w 73"/>
                <a:gd name="T13" fmla="*/ 2 h 212"/>
                <a:gd name="T14" fmla="*/ 11 w 73"/>
                <a:gd name="T15" fmla="*/ 62 h 212"/>
                <a:gd name="T16" fmla="*/ 31 w 73"/>
                <a:gd name="T17" fmla="*/ 78 h 212"/>
                <a:gd name="T18" fmla="*/ 7 w 73"/>
                <a:gd name="T19" fmla="*/ 91 h 212"/>
                <a:gd name="T20" fmla="*/ 73 w 73"/>
                <a:gd name="T21" fmla="*/ 211 h 212"/>
                <a:gd name="T22" fmla="*/ 70 w 73"/>
                <a:gd name="T23" fmla="*/ 212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212">
                  <a:moveTo>
                    <a:pt x="70" y="212"/>
                  </a:moveTo>
                  <a:cubicBezTo>
                    <a:pt x="57" y="167"/>
                    <a:pt x="34" y="125"/>
                    <a:pt x="2" y="92"/>
                  </a:cubicBezTo>
                  <a:cubicBezTo>
                    <a:pt x="0" y="90"/>
                    <a:pt x="0" y="90"/>
                    <a:pt x="0" y="90"/>
                  </a:cubicBezTo>
                  <a:cubicBezTo>
                    <a:pt x="24" y="77"/>
                    <a:pt x="24" y="77"/>
                    <a:pt x="24" y="77"/>
                  </a:cubicBezTo>
                  <a:cubicBezTo>
                    <a:pt x="6" y="64"/>
                    <a:pt x="6" y="64"/>
                    <a:pt x="6" y="64"/>
                  </a:cubicBezTo>
                  <a:cubicBezTo>
                    <a:pt x="27" y="0"/>
                    <a:pt x="27" y="0"/>
                    <a:pt x="27" y="0"/>
                  </a:cubicBezTo>
                  <a:cubicBezTo>
                    <a:pt x="31" y="2"/>
                    <a:pt x="31" y="2"/>
                    <a:pt x="31" y="2"/>
                  </a:cubicBezTo>
                  <a:cubicBezTo>
                    <a:pt x="11" y="62"/>
                    <a:pt x="11" y="62"/>
                    <a:pt x="11" y="62"/>
                  </a:cubicBezTo>
                  <a:cubicBezTo>
                    <a:pt x="31" y="78"/>
                    <a:pt x="31" y="78"/>
                    <a:pt x="31" y="78"/>
                  </a:cubicBezTo>
                  <a:cubicBezTo>
                    <a:pt x="7" y="91"/>
                    <a:pt x="7" y="91"/>
                    <a:pt x="7" y="91"/>
                  </a:cubicBezTo>
                  <a:cubicBezTo>
                    <a:pt x="38" y="124"/>
                    <a:pt x="61" y="166"/>
                    <a:pt x="73" y="211"/>
                  </a:cubicBezTo>
                  <a:lnTo>
                    <a:pt x="70" y="212"/>
                  </a:ln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7" name="任意多边形 61">
              <a:extLst>
                <a:ext uri="{FF2B5EF4-FFF2-40B4-BE49-F238E27FC236}">
                  <a16:creationId xmlns:a16="http://schemas.microsoft.com/office/drawing/2014/main" id="{DCA20EB7-5744-9994-D153-B11E3BE46CD4}"/>
                </a:ext>
              </a:extLst>
            </p:cNvPr>
            <p:cNvSpPr/>
            <p:nvPr/>
          </p:nvSpPr>
          <p:spPr bwMode="auto">
            <a:xfrm>
              <a:off x="3839438" y="3833920"/>
              <a:ext cx="118008" cy="326999"/>
            </a:xfrm>
            <a:custGeom>
              <a:avLst/>
              <a:gdLst>
                <a:gd name="T0" fmla="*/ 3 w 77"/>
                <a:gd name="T1" fmla="*/ 213 h 213"/>
                <a:gd name="T2" fmla="*/ 0 w 77"/>
                <a:gd name="T3" fmla="*/ 210 h 213"/>
                <a:gd name="T4" fmla="*/ 72 w 77"/>
                <a:gd name="T5" fmla="*/ 99 h 213"/>
                <a:gd name="T6" fmla="*/ 55 w 77"/>
                <a:gd name="T7" fmla="*/ 89 h 213"/>
                <a:gd name="T8" fmla="*/ 69 w 77"/>
                <a:gd name="T9" fmla="*/ 75 h 213"/>
                <a:gd name="T10" fmla="*/ 43 w 77"/>
                <a:gd name="T11" fmla="*/ 1 h 213"/>
                <a:gd name="T12" fmla="*/ 46 w 77"/>
                <a:gd name="T13" fmla="*/ 0 h 213"/>
                <a:gd name="T14" fmla="*/ 74 w 77"/>
                <a:gd name="T15" fmla="*/ 76 h 213"/>
                <a:gd name="T16" fmla="*/ 61 w 77"/>
                <a:gd name="T17" fmla="*/ 88 h 213"/>
                <a:gd name="T18" fmla="*/ 77 w 77"/>
                <a:gd name="T19" fmla="*/ 98 h 213"/>
                <a:gd name="T20" fmla="*/ 76 w 77"/>
                <a:gd name="T21" fmla="*/ 99 h 213"/>
                <a:gd name="T22" fmla="*/ 3 w 77"/>
                <a:gd name="T23"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213">
                  <a:moveTo>
                    <a:pt x="3" y="213"/>
                  </a:moveTo>
                  <a:cubicBezTo>
                    <a:pt x="0" y="210"/>
                    <a:pt x="0" y="210"/>
                    <a:pt x="0" y="210"/>
                  </a:cubicBezTo>
                  <a:cubicBezTo>
                    <a:pt x="33" y="180"/>
                    <a:pt x="58" y="142"/>
                    <a:pt x="72" y="99"/>
                  </a:cubicBezTo>
                  <a:cubicBezTo>
                    <a:pt x="55" y="89"/>
                    <a:pt x="55" y="89"/>
                    <a:pt x="55" y="89"/>
                  </a:cubicBezTo>
                  <a:cubicBezTo>
                    <a:pt x="69" y="75"/>
                    <a:pt x="69" y="75"/>
                    <a:pt x="69" y="75"/>
                  </a:cubicBezTo>
                  <a:cubicBezTo>
                    <a:pt x="43" y="1"/>
                    <a:pt x="43" y="1"/>
                    <a:pt x="43" y="1"/>
                  </a:cubicBezTo>
                  <a:cubicBezTo>
                    <a:pt x="46" y="0"/>
                    <a:pt x="46" y="0"/>
                    <a:pt x="46" y="0"/>
                  </a:cubicBezTo>
                  <a:cubicBezTo>
                    <a:pt x="74" y="76"/>
                    <a:pt x="74" y="76"/>
                    <a:pt x="74" y="76"/>
                  </a:cubicBezTo>
                  <a:cubicBezTo>
                    <a:pt x="61" y="88"/>
                    <a:pt x="61" y="88"/>
                    <a:pt x="61" y="88"/>
                  </a:cubicBezTo>
                  <a:cubicBezTo>
                    <a:pt x="77" y="98"/>
                    <a:pt x="77" y="98"/>
                    <a:pt x="77" y="98"/>
                  </a:cubicBezTo>
                  <a:cubicBezTo>
                    <a:pt x="76" y="99"/>
                    <a:pt x="76" y="99"/>
                    <a:pt x="76" y="99"/>
                  </a:cubicBezTo>
                  <a:cubicBezTo>
                    <a:pt x="62" y="143"/>
                    <a:pt x="36" y="182"/>
                    <a:pt x="3" y="213"/>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8" name="任意多边形 62">
              <a:extLst>
                <a:ext uri="{FF2B5EF4-FFF2-40B4-BE49-F238E27FC236}">
                  <a16:creationId xmlns:a16="http://schemas.microsoft.com/office/drawing/2014/main" id="{E4107D0F-6E4A-BFD7-4A27-D4C6A848234E}"/>
                </a:ext>
              </a:extLst>
            </p:cNvPr>
            <p:cNvSpPr/>
            <p:nvPr/>
          </p:nvSpPr>
          <p:spPr bwMode="auto">
            <a:xfrm>
              <a:off x="3789892" y="4182539"/>
              <a:ext cx="35132" cy="222504"/>
            </a:xfrm>
            <a:custGeom>
              <a:avLst/>
              <a:gdLst>
                <a:gd name="T0" fmla="*/ 4 w 23"/>
                <a:gd name="T1" fmla="*/ 145 h 145"/>
                <a:gd name="T2" fmla="*/ 0 w 23"/>
                <a:gd name="T3" fmla="*/ 144 h 145"/>
                <a:gd name="T4" fmla="*/ 19 w 23"/>
                <a:gd name="T5" fmla="*/ 0 h 145"/>
                <a:gd name="T6" fmla="*/ 23 w 23"/>
                <a:gd name="T7" fmla="*/ 0 h 145"/>
                <a:gd name="T8" fmla="*/ 4 w 23"/>
                <a:gd name="T9" fmla="*/ 145 h 145"/>
              </a:gdLst>
              <a:ahLst/>
              <a:cxnLst>
                <a:cxn ang="0">
                  <a:pos x="T0" y="T1"/>
                </a:cxn>
                <a:cxn ang="0">
                  <a:pos x="T2" y="T3"/>
                </a:cxn>
                <a:cxn ang="0">
                  <a:pos x="T4" y="T5"/>
                </a:cxn>
                <a:cxn ang="0">
                  <a:pos x="T6" y="T7"/>
                </a:cxn>
                <a:cxn ang="0">
                  <a:pos x="T8" y="T9"/>
                </a:cxn>
              </a:cxnLst>
              <a:rect l="0" t="0" r="r" b="b"/>
              <a:pathLst>
                <a:path w="23" h="145">
                  <a:moveTo>
                    <a:pt x="4" y="145"/>
                  </a:moveTo>
                  <a:cubicBezTo>
                    <a:pt x="0" y="144"/>
                    <a:pt x="0" y="144"/>
                    <a:pt x="0" y="144"/>
                  </a:cubicBezTo>
                  <a:cubicBezTo>
                    <a:pt x="12" y="97"/>
                    <a:pt x="19" y="49"/>
                    <a:pt x="19" y="0"/>
                  </a:cubicBezTo>
                  <a:cubicBezTo>
                    <a:pt x="23" y="0"/>
                    <a:pt x="23" y="0"/>
                    <a:pt x="23" y="0"/>
                  </a:cubicBezTo>
                  <a:cubicBezTo>
                    <a:pt x="23" y="49"/>
                    <a:pt x="16" y="98"/>
                    <a:pt x="4" y="145"/>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49" name="任意多边形 63">
              <a:extLst>
                <a:ext uri="{FF2B5EF4-FFF2-40B4-BE49-F238E27FC236}">
                  <a16:creationId xmlns:a16="http://schemas.microsoft.com/office/drawing/2014/main" id="{54E8E583-CF18-A971-7D99-1D138949395A}"/>
                </a:ext>
              </a:extLst>
            </p:cNvPr>
            <p:cNvSpPr/>
            <p:nvPr/>
          </p:nvSpPr>
          <p:spPr bwMode="auto">
            <a:xfrm>
              <a:off x="3770074" y="4217671"/>
              <a:ext cx="27926" cy="27926"/>
            </a:xfrm>
            <a:custGeom>
              <a:avLst/>
              <a:gdLst>
                <a:gd name="T0" fmla="*/ 9 w 18"/>
                <a:gd name="T1" fmla="*/ 18 h 18"/>
                <a:gd name="T2" fmla="*/ 7 w 18"/>
                <a:gd name="T3" fmla="*/ 18 h 18"/>
                <a:gd name="T4" fmla="*/ 2 w 18"/>
                <a:gd name="T5" fmla="*/ 14 h 18"/>
                <a:gd name="T6" fmla="*/ 1 w 18"/>
                <a:gd name="T7" fmla="*/ 8 h 18"/>
                <a:gd name="T8" fmla="*/ 11 w 18"/>
                <a:gd name="T9" fmla="*/ 1 h 18"/>
                <a:gd name="T10" fmla="*/ 16 w 18"/>
                <a:gd name="T11" fmla="*/ 5 h 18"/>
                <a:gd name="T12" fmla="*/ 17 w 18"/>
                <a:gd name="T13" fmla="*/ 11 h 18"/>
                <a:gd name="T14" fmla="*/ 9 w 18"/>
                <a:gd name="T15" fmla="*/ 18 h 18"/>
                <a:gd name="T16" fmla="*/ 9 w 18"/>
                <a:gd name="T17" fmla="*/ 5 h 18"/>
                <a:gd name="T18" fmla="*/ 5 w 18"/>
                <a:gd name="T19" fmla="*/ 8 h 18"/>
                <a:gd name="T20" fmla="*/ 5 w 18"/>
                <a:gd name="T21" fmla="*/ 8 h 18"/>
                <a:gd name="T22" fmla="*/ 5 w 18"/>
                <a:gd name="T23" fmla="*/ 12 h 18"/>
                <a:gd name="T24" fmla="*/ 8 w 18"/>
                <a:gd name="T25" fmla="*/ 14 h 18"/>
                <a:gd name="T26" fmla="*/ 13 w 18"/>
                <a:gd name="T27" fmla="*/ 10 h 18"/>
                <a:gd name="T28" fmla="*/ 13 w 18"/>
                <a:gd name="T29" fmla="*/ 7 h 18"/>
                <a:gd name="T30" fmla="*/ 10 w 18"/>
                <a:gd name="T31" fmla="*/ 5 h 18"/>
                <a:gd name="T32" fmla="*/ 9 w 18"/>
                <a:gd name="T33" fmla="*/ 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8">
                  <a:moveTo>
                    <a:pt x="9" y="18"/>
                  </a:moveTo>
                  <a:cubicBezTo>
                    <a:pt x="8" y="18"/>
                    <a:pt x="8" y="18"/>
                    <a:pt x="7" y="18"/>
                  </a:cubicBezTo>
                  <a:cubicBezTo>
                    <a:pt x="5" y="18"/>
                    <a:pt x="3" y="16"/>
                    <a:pt x="2" y="14"/>
                  </a:cubicBezTo>
                  <a:cubicBezTo>
                    <a:pt x="1" y="12"/>
                    <a:pt x="0" y="10"/>
                    <a:pt x="1" y="8"/>
                  </a:cubicBezTo>
                  <a:cubicBezTo>
                    <a:pt x="2" y="3"/>
                    <a:pt x="6" y="0"/>
                    <a:pt x="11" y="1"/>
                  </a:cubicBezTo>
                  <a:cubicBezTo>
                    <a:pt x="13" y="1"/>
                    <a:pt x="15" y="3"/>
                    <a:pt x="16" y="5"/>
                  </a:cubicBezTo>
                  <a:cubicBezTo>
                    <a:pt x="17" y="6"/>
                    <a:pt x="18" y="9"/>
                    <a:pt x="17" y="11"/>
                  </a:cubicBezTo>
                  <a:cubicBezTo>
                    <a:pt x="16" y="15"/>
                    <a:pt x="13" y="18"/>
                    <a:pt x="9" y="18"/>
                  </a:cubicBezTo>
                  <a:close/>
                  <a:moveTo>
                    <a:pt x="9" y="5"/>
                  </a:moveTo>
                  <a:cubicBezTo>
                    <a:pt x="7" y="5"/>
                    <a:pt x="5" y="6"/>
                    <a:pt x="5" y="8"/>
                  </a:cubicBezTo>
                  <a:cubicBezTo>
                    <a:pt x="5" y="8"/>
                    <a:pt x="5" y="8"/>
                    <a:pt x="5" y="8"/>
                  </a:cubicBezTo>
                  <a:cubicBezTo>
                    <a:pt x="4" y="10"/>
                    <a:pt x="5" y="11"/>
                    <a:pt x="5" y="12"/>
                  </a:cubicBezTo>
                  <a:cubicBezTo>
                    <a:pt x="6" y="13"/>
                    <a:pt x="7" y="14"/>
                    <a:pt x="8" y="14"/>
                  </a:cubicBezTo>
                  <a:cubicBezTo>
                    <a:pt x="11" y="15"/>
                    <a:pt x="13" y="13"/>
                    <a:pt x="13" y="10"/>
                  </a:cubicBezTo>
                  <a:cubicBezTo>
                    <a:pt x="14" y="9"/>
                    <a:pt x="13" y="8"/>
                    <a:pt x="13" y="7"/>
                  </a:cubicBezTo>
                  <a:cubicBezTo>
                    <a:pt x="12" y="6"/>
                    <a:pt x="11" y="5"/>
                    <a:pt x="10" y="5"/>
                  </a:cubicBezTo>
                  <a:cubicBezTo>
                    <a:pt x="10" y="5"/>
                    <a:pt x="9" y="5"/>
                    <a:pt x="9" y="5"/>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50" name="任意多边形 64">
              <a:extLst>
                <a:ext uri="{FF2B5EF4-FFF2-40B4-BE49-F238E27FC236}">
                  <a16:creationId xmlns:a16="http://schemas.microsoft.com/office/drawing/2014/main" id="{244BA712-72A2-DB71-15E4-A428AC3AFA22}"/>
                </a:ext>
              </a:extLst>
            </p:cNvPr>
            <p:cNvSpPr/>
            <p:nvPr/>
          </p:nvSpPr>
          <p:spPr bwMode="auto">
            <a:xfrm>
              <a:off x="3765570" y="4287034"/>
              <a:ext cx="28826" cy="28826"/>
            </a:xfrm>
            <a:custGeom>
              <a:avLst/>
              <a:gdLst>
                <a:gd name="T0" fmla="*/ 9 w 19"/>
                <a:gd name="T1" fmla="*/ 19 h 19"/>
                <a:gd name="T2" fmla="*/ 7 w 19"/>
                <a:gd name="T3" fmla="*/ 18 h 19"/>
                <a:gd name="T4" fmla="*/ 2 w 19"/>
                <a:gd name="T5" fmla="*/ 15 h 19"/>
                <a:gd name="T6" fmla="*/ 1 w 19"/>
                <a:gd name="T7" fmla="*/ 8 h 19"/>
                <a:gd name="T8" fmla="*/ 1 w 19"/>
                <a:gd name="T9" fmla="*/ 8 h 19"/>
                <a:gd name="T10" fmla="*/ 11 w 19"/>
                <a:gd name="T11" fmla="*/ 1 h 19"/>
                <a:gd name="T12" fmla="*/ 18 w 19"/>
                <a:gd name="T13" fmla="*/ 11 h 19"/>
                <a:gd name="T14" fmla="*/ 14 w 19"/>
                <a:gd name="T15" fmla="*/ 17 h 19"/>
                <a:gd name="T16" fmla="*/ 9 w 19"/>
                <a:gd name="T17" fmla="*/ 19 h 19"/>
                <a:gd name="T18" fmla="*/ 5 w 19"/>
                <a:gd name="T19" fmla="*/ 9 h 19"/>
                <a:gd name="T20" fmla="*/ 6 w 19"/>
                <a:gd name="T21" fmla="*/ 12 h 19"/>
                <a:gd name="T22" fmla="*/ 8 w 19"/>
                <a:gd name="T23" fmla="*/ 14 h 19"/>
                <a:gd name="T24" fmla="*/ 12 w 19"/>
                <a:gd name="T25" fmla="*/ 14 h 19"/>
                <a:gd name="T26" fmla="*/ 14 w 19"/>
                <a:gd name="T27" fmla="*/ 11 h 19"/>
                <a:gd name="T28" fmla="*/ 10 w 19"/>
                <a:gd name="T29" fmla="*/ 5 h 19"/>
                <a:gd name="T30" fmla="*/ 5 w 19"/>
                <a:gd name="T31"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19">
                  <a:moveTo>
                    <a:pt x="9" y="19"/>
                  </a:moveTo>
                  <a:cubicBezTo>
                    <a:pt x="9" y="19"/>
                    <a:pt x="8" y="18"/>
                    <a:pt x="7" y="18"/>
                  </a:cubicBezTo>
                  <a:cubicBezTo>
                    <a:pt x="5" y="18"/>
                    <a:pt x="3" y="17"/>
                    <a:pt x="2" y="15"/>
                  </a:cubicBezTo>
                  <a:cubicBezTo>
                    <a:pt x="1" y="13"/>
                    <a:pt x="0" y="10"/>
                    <a:pt x="1" y="8"/>
                  </a:cubicBezTo>
                  <a:cubicBezTo>
                    <a:pt x="1" y="8"/>
                    <a:pt x="1" y="8"/>
                    <a:pt x="1" y="8"/>
                  </a:cubicBezTo>
                  <a:cubicBezTo>
                    <a:pt x="2" y="3"/>
                    <a:pt x="6" y="0"/>
                    <a:pt x="11" y="1"/>
                  </a:cubicBezTo>
                  <a:cubicBezTo>
                    <a:pt x="16" y="2"/>
                    <a:pt x="19" y="7"/>
                    <a:pt x="18" y="11"/>
                  </a:cubicBezTo>
                  <a:cubicBezTo>
                    <a:pt x="17" y="14"/>
                    <a:pt x="16" y="16"/>
                    <a:pt x="14" y="17"/>
                  </a:cubicBezTo>
                  <a:cubicBezTo>
                    <a:pt x="12" y="18"/>
                    <a:pt x="11" y="19"/>
                    <a:pt x="9" y="19"/>
                  </a:cubicBezTo>
                  <a:close/>
                  <a:moveTo>
                    <a:pt x="5" y="9"/>
                  </a:moveTo>
                  <a:cubicBezTo>
                    <a:pt x="5" y="10"/>
                    <a:pt x="5" y="11"/>
                    <a:pt x="6" y="12"/>
                  </a:cubicBezTo>
                  <a:cubicBezTo>
                    <a:pt x="6" y="13"/>
                    <a:pt x="7" y="14"/>
                    <a:pt x="8" y="14"/>
                  </a:cubicBezTo>
                  <a:cubicBezTo>
                    <a:pt x="9" y="15"/>
                    <a:pt x="11" y="14"/>
                    <a:pt x="12" y="14"/>
                  </a:cubicBezTo>
                  <a:cubicBezTo>
                    <a:pt x="13" y="13"/>
                    <a:pt x="13" y="12"/>
                    <a:pt x="14" y="11"/>
                  </a:cubicBezTo>
                  <a:cubicBezTo>
                    <a:pt x="14" y="8"/>
                    <a:pt x="13" y="6"/>
                    <a:pt x="10" y="5"/>
                  </a:cubicBezTo>
                  <a:cubicBezTo>
                    <a:pt x="8" y="5"/>
                    <a:pt x="5" y="6"/>
                    <a:pt x="5" y="9"/>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51" name="任意多边形 65">
              <a:extLst>
                <a:ext uri="{FF2B5EF4-FFF2-40B4-BE49-F238E27FC236}">
                  <a16:creationId xmlns:a16="http://schemas.microsoft.com/office/drawing/2014/main" id="{BE1AD35F-B302-E9C8-A485-88530A0E2300}"/>
                </a:ext>
              </a:extLst>
            </p:cNvPr>
            <p:cNvSpPr/>
            <p:nvPr/>
          </p:nvSpPr>
          <p:spPr bwMode="auto">
            <a:xfrm>
              <a:off x="3767372" y="4318563"/>
              <a:ext cx="44141" cy="103595"/>
            </a:xfrm>
            <a:custGeom>
              <a:avLst/>
              <a:gdLst>
                <a:gd name="T0" fmla="*/ 29 w 29"/>
                <a:gd name="T1" fmla="*/ 0 h 67"/>
                <a:gd name="T2" fmla="*/ 25 w 29"/>
                <a:gd name="T3" fmla="*/ 67 h 67"/>
                <a:gd name="T4" fmla="*/ 4 w 29"/>
                <a:gd name="T5" fmla="*/ 62 h 67"/>
                <a:gd name="T6" fmla="*/ 0 w 29"/>
                <a:gd name="T7" fmla="*/ 59 h 67"/>
                <a:gd name="T8" fmla="*/ 29 w 29"/>
                <a:gd name="T9" fmla="*/ 0 h 67"/>
              </a:gdLst>
              <a:ahLst/>
              <a:cxnLst>
                <a:cxn ang="0">
                  <a:pos x="T0" y="T1"/>
                </a:cxn>
                <a:cxn ang="0">
                  <a:pos x="T2" y="T3"/>
                </a:cxn>
                <a:cxn ang="0">
                  <a:pos x="T4" y="T5"/>
                </a:cxn>
                <a:cxn ang="0">
                  <a:pos x="T6" y="T7"/>
                </a:cxn>
                <a:cxn ang="0">
                  <a:pos x="T8" y="T9"/>
                </a:cxn>
              </a:cxnLst>
              <a:rect l="0" t="0" r="r" b="b"/>
              <a:pathLst>
                <a:path w="29" h="67">
                  <a:moveTo>
                    <a:pt x="29" y="0"/>
                  </a:moveTo>
                  <a:cubicBezTo>
                    <a:pt x="27" y="3"/>
                    <a:pt x="26" y="64"/>
                    <a:pt x="25" y="67"/>
                  </a:cubicBezTo>
                  <a:cubicBezTo>
                    <a:pt x="4" y="62"/>
                    <a:pt x="4" y="62"/>
                    <a:pt x="4" y="62"/>
                  </a:cubicBezTo>
                  <a:cubicBezTo>
                    <a:pt x="0" y="59"/>
                    <a:pt x="0" y="59"/>
                    <a:pt x="0" y="59"/>
                  </a:cubicBezTo>
                  <a:cubicBezTo>
                    <a:pt x="10" y="42"/>
                    <a:pt x="22" y="19"/>
                    <a:pt x="29" y="0"/>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52" name="任意多边形 66">
              <a:extLst>
                <a:ext uri="{FF2B5EF4-FFF2-40B4-BE49-F238E27FC236}">
                  <a16:creationId xmlns:a16="http://schemas.microsoft.com/office/drawing/2014/main" id="{CF3DC303-19A6-8AEE-7F6A-BB3CE5392B73}"/>
                </a:ext>
              </a:extLst>
            </p:cNvPr>
            <p:cNvSpPr/>
            <p:nvPr/>
          </p:nvSpPr>
          <p:spPr bwMode="auto">
            <a:xfrm>
              <a:off x="3756562" y="3792482"/>
              <a:ext cx="154942" cy="377445"/>
            </a:xfrm>
            <a:custGeom>
              <a:avLst/>
              <a:gdLst>
                <a:gd name="T0" fmla="*/ 1 w 101"/>
                <a:gd name="T1" fmla="*/ 14 h 246"/>
                <a:gd name="T2" fmla="*/ 0 w 101"/>
                <a:gd name="T3" fmla="*/ 11 h 246"/>
                <a:gd name="T4" fmla="*/ 9 w 101"/>
                <a:gd name="T5" fmla="*/ 8 h 246"/>
                <a:gd name="T6" fmla="*/ 72 w 101"/>
                <a:gd name="T7" fmla="*/ 5 h 246"/>
                <a:gd name="T8" fmla="*/ 86 w 101"/>
                <a:gd name="T9" fmla="*/ 10 h 246"/>
                <a:gd name="T10" fmla="*/ 96 w 101"/>
                <a:gd name="T11" fmla="*/ 44 h 246"/>
                <a:gd name="T12" fmla="*/ 80 w 101"/>
                <a:gd name="T13" fmla="*/ 178 h 246"/>
                <a:gd name="T14" fmla="*/ 45 w 101"/>
                <a:gd name="T15" fmla="*/ 246 h 246"/>
                <a:gd name="T16" fmla="*/ 9 w 101"/>
                <a:gd name="T17" fmla="*/ 32 h 246"/>
                <a:gd name="T18" fmla="*/ 1 w 101"/>
                <a:gd name="T19" fmla="*/ 1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1" h="246">
                  <a:moveTo>
                    <a:pt x="1" y="14"/>
                  </a:moveTo>
                  <a:cubicBezTo>
                    <a:pt x="0" y="13"/>
                    <a:pt x="0" y="12"/>
                    <a:pt x="0" y="11"/>
                  </a:cubicBezTo>
                  <a:cubicBezTo>
                    <a:pt x="3" y="10"/>
                    <a:pt x="6" y="9"/>
                    <a:pt x="9" y="8"/>
                  </a:cubicBezTo>
                  <a:cubicBezTo>
                    <a:pt x="30" y="2"/>
                    <a:pt x="52" y="0"/>
                    <a:pt x="72" y="5"/>
                  </a:cubicBezTo>
                  <a:cubicBezTo>
                    <a:pt x="77" y="6"/>
                    <a:pt x="81" y="8"/>
                    <a:pt x="86" y="10"/>
                  </a:cubicBezTo>
                  <a:cubicBezTo>
                    <a:pt x="93" y="19"/>
                    <a:pt x="94" y="30"/>
                    <a:pt x="96" y="44"/>
                  </a:cubicBezTo>
                  <a:cubicBezTo>
                    <a:pt x="101" y="89"/>
                    <a:pt x="96" y="135"/>
                    <a:pt x="80" y="178"/>
                  </a:cubicBezTo>
                  <a:cubicBezTo>
                    <a:pt x="72" y="202"/>
                    <a:pt x="60" y="225"/>
                    <a:pt x="45" y="246"/>
                  </a:cubicBezTo>
                  <a:cubicBezTo>
                    <a:pt x="57" y="173"/>
                    <a:pt x="44" y="96"/>
                    <a:pt x="9" y="32"/>
                  </a:cubicBezTo>
                  <a:cubicBezTo>
                    <a:pt x="6" y="26"/>
                    <a:pt x="2" y="21"/>
                    <a:pt x="1" y="14"/>
                  </a:cubicBezTo>
                  <a:close/>
                </a:path>
              </a:pathLst>
            </a:custGeom>
            <a:solidFill>
              <a:srgbClr val="ACCC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53" name="任意多边形 67">
              <a:extLst>
                <a:ext uri="{FF2B5EF4-FFF2-40B4-BE49-F238E27FC236}">
                  <a16:creationId xmlns:a16="http://schemas.microsoft.com/office/drawing/2014/main" id="{D57B8738-EFAA-0D32-9575-85EFAE564F88}"/>
                </a:ext>
              </a:extLst>
            </p:cNvPr>
            <p:cNvSpPr/>
            <p:nvPr/>
          </p:nvSpPr>
          <p:spPr bwMode="auto">
            <a:xfrm>
              <a:off x="3745752" y="3808697"/>
              <a:ext cx="196380" cy="328801"/>
            </a:xfrm>
            <a:custGeom>
              <a:avLst/>
              <a:gdLst>
                <a:gd name="T0" fmla="*/ 0 w 128"/>
                <a:gd name="T1" fmla="*/ 214 h 214"/>
                <a:gd name="T2" fmla="*/ 71 w 128"/>
                <a:gd name="T3" fmla="*/ 22 h 214"/>
                <a:gd name="T4" fmla="*/ 63 w 128"/>
                <a:gd name="T5" fmla="*/ 13 h 214"/>
                <a:gd name="T6" fmla="*/ 80 w 128"/>
                <a:gd name="T7" fmla="*/ 9 h 214"/>
                <a:gd name="T8" fmla="*/ 78 w 128"/>
                <a:gd name="T9" fmla="*/ 21 h 214"/>
                <a:gd name="T10" fmla="*/ 0 w 128"/>
                <a:gd name="T11" fmla="*/ 214 h 214"/>
              </a:gdLst>
              <a:ahLst/>
              <a:cxnLst>
                <a:cxn ang="0">
                  <a:pos x="T0" y="T1"/>
                </a:cxn>
                <a:cxn ang="0">
                  <a:pos x="T2" y="T3"/>
                </a:cxn>
                <a:cxn ang="0">
                  <a:pos x="T4" y="T5"/>
                </a:cxn>
                <a:cxn ang="0">
                  <a:pos x="T6" y="T7"/>
                </a:cxn>
                <a:cxn ang="0">
                  <a:pos x="T8" y="T9"/>
                </a:cxn>
                <a:cxn ang="0">
                  <a:pos x="T10" y="T11"/>
                </a:cxn>
              </a:cxnLst>
              <a:rect l="0" t="0" r="r" b="b"/>
              <a:pathLst>
                <a:path w="128" h="214">
                  <a:moveTo>
                    <a:pt x="0" y="214"/>
                  </a:moveTo>
                  <a:cubicBezTo>
                    <a:pt x="93" y="109"/>
                    <a:pt x="74" y="28"/>
                    <a:pt x="71" y="22"/>
                  </a:cubicBezTo>
                  <a:cubicBezTo>
                    <a:pt x="70" y="20"/>
                    <a:pt x="62" y="16"/>
                    <a:pt x="63" y="13"/>
                  </a:cubicBezTo>
                  <a:cubicBezTo>
                    <a:pt x="65" y="0"/>
                    <a:pt x="77" y="2"/>
                    <a:pt x="80" y="9"/>
                  </a:cubicBezTo>
                  <a:cubicBezTo>
                    <a:pt x="80" y="9"/>
                    <a:pt x="82" y="14"/>
                    <a:pt x="78" y="21"/>
                  </a:cubicBezTo>
                  <a:cubicBezTo>
                    <a:pt x="79" y="25"/>
                    <a:pt x="128" y="187"/>
                    <a:pt x="0" y="214"/>
                  </a:cubicBezTo>
                  <a:close/>
                </a:path>
              </a:pathLst>
            </a:custGeom>
            <a:solidFill>
              <a:srgbClr val="2E85D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54" name="任意多边形 68">
              <a:extLst>
                <a:ext uri="{FF2B5EF4-FFF2-40B4-BE49-F238E27FC236}">
                  <a16:creationId xmlns:a16="http://schemas.microsoft.com/office/drawing/2014/main" id="{D9B37DE1-80D9-472D-5A84-5D822C4925CB}"/>
                </a:ext>
              </a:extLst>
            </p:cNvPr>
            <p:cNvSpPr/>
            <p:nvPr/>
          </p:nvSpPr>
          <p:spPr bwMode="auto">
            <a:xfrm>
              <a:off x="3774578" y="3770862"/>
              <a:ext cx="118008" cy="81074"/>
            </a:xfrm>
            <a:custGeom>
              <a:avLst/>
              <a:gdLst>
                <a:gd name="T0" fmla="*/ 77 w 77"/>
                <a:gd name="T1" fmla="*/ 42 h 53"/>
                <a:gd name="T2" fmla="*/ 52 w 77"/>
                <a:gd name="T3" fmla="*/ 32 h 53"/>
                <a:gd name="T4" fmla="*/ 31 w 77"/>
                <a:gd name="T5" fmla="*/ 53 h 53"/>
                <a:gd name="T6" fmla="*/ 2 w 77"/>
                <a:gd name="T7" fmla="*/ 22 h 53"/>
                <a:gd name="T8" fmla="*/ 0 w 77"/>
                <a:gd name="T9" fmla="*/ 12 h 53"/>
                <a:gd name="T10" fmla="*/ 4 w 77"/>
                <a:gd name="T11" fmla="*/ 2 h 53"/>
                <a:gd name="T12" fmla="*/ 14 w 77"/>
                <a:gd name="T13" fmla="*/ 0 h 53"/>
                <a:gd name="T14" fmla="*/ 56 w 77"/>
                <a:gd name="T15" fmla="*/ 2 h 53"/>
                <a:gd name="T16" fmla="*/ 73 w 77"/>
                <a:gd name="T17" fmla="*/ 13 h 53"/>
                <a:gd name="T18" fmla="*/ 77 w 77"/>
                <a:gd name="T19" fmla="*/ 4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7" h="53">
                  <a:moveTo>
                    <a:pt x="77" y="42"/>
                  </a:moveTo>
                  <a:cubicBezTo>
                    <a:pt x="69" y="39"/>
                    <a:pt x="61" y="35"/>
                    <a:pt x="52" y="32"/>
                  </a:cubicBezTo>
                  <a:cubicBezTo>
                    <a:pt x="45" y="39"/>
                    <a:pt x="38" y="46"/>
                    <a:pt x="31" y="53"/>
                  </a:cubicBezTo>
                  <a:cubicBezTo>
                    <a:pt x="19" y="46"/>
                    <a:pt x="9" y="35"/>
                    <a:pt x="2" y="22"/>
                  </a:cubicBezTo>
                  <a:cubicBezTo>
                    <a:pt x="1" y="19"/>
                    <a:pt x="0" y="15"/>
                    <a:pt x="0" y="12"/>
                  </a:cubicBezTo>
                  <a:cubicBezTo>
                    <a:pt x="0" y="8"/>
                    <a:pt x="1" y="4"/>
                    <a:pt x="4" y="2"/>
                  </a:cubicBezTo>
                  <a:cubicBezTo>
                    <a:pt x="7" y="0"/>
                    <a:pt x="10" y="0"/>
                    <a:pt x="14" y="0"/>
                  </a:cubicBezTo>
                  <a:cubicBezTo>
                    <a:pt x="28" y="1"/>
                    <a:pt x="42" y="1"/>
                    <a:pt x="56" y="2"/>
                  </a:cubicBezTo>
                  <a:cubicBezTo>
                    <a:pt x="68" y="2"/>
                    <a:pt x="71" y="1"/>
                    <a:pt x="73" y="13"/>
                  </a:cubicBezTo>
                  <a:cubicBezTo>
                    <a:pt x="73" y="16"/>
                    <a:pt x="76" y="42"/>
                    <a:pt x="77" y="42"/>
                  </a:cubicBezTo>
                  <a:close/>
                </a:path>
              </a:pathLst>
            </a:custGeom>
            <a:solidFill>
              <a:srgbClr val="D5E5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1055" name="任意多边形 69">
              <a:extLst>
                <a:ext uri="{FF2B5EF4-FFF2-40B4-BE49-F238E27FC236}">
                  <a16:creationId xmlns:a16="http://schemas.microsoft.com/office/drawing/2014/main" id="{3D2DD47C-4117-FF2F-BABD-12FA7F344B7D}"/>
                </a:ext>
              </a:extLst>
            </p:cNvPr>
            <p:cNvSpPr/>
            <p:nvPr/>
          </p:nvSpPr>
          <p:spPr bwMode="auto">
            <a:xfrm>
              <a:off x="3702513" y="3206947"/>
              <a:ext cx="621568" cy="317991"/>
            </a:xfrm>
            <a:custGeom>
              <a:avLst/>
              <a:gdLst>
                <a:gd name="T0" fmla="*/ 77 w 405"/>
                <a:gd name="T1" fmla="*/ 207 h 207"/>
                <a:gd name="T2" fmla="*/ 396 w 405"/>
                <a:gd name="T3" fmla="*/ 207 h 207"/>
                <a:gd name="T4" fmla="*/ 403 w 405"/>
                <a:gd name="T5" fmla="*/ 196 h 207"/>
                <a:gd name="T6" fmla="*/ 342 w 405"/>
                <a:gd name="T7" fmla="*/ 11 h 207"/>
                <a:gd name="T8" fmla="*/ 328 w 405"/>
                <a:gd name="T9" fmla="*/ 0 h 207"/>
                <a:gd name="T10" fmla="*/ 9 w 405"/>
                <a:gd name="T11" fmla="*/ 0 h 207"/>
                <a:gd name="T12" fmla="*/ 2 w 405"/>
                <a:gd name="T13" fmla="*/ 11 h 207"/>
                <a:gd name="T14" fmla="*/ 63 w 405"/>
                <a:gd name="T15" fmla="*/ 196 h 207"/>
                <a:gd name="T16" fmla="*/ 77 w 405"/>
                <a:gd name="T17" fmla="*/ 20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5" h="207">
                  <a:moveTo>
                    <a:pt x="77" y="207"/>
                  </a:moveTo>
                  <a:cubicBezTo>
                    <a:pt x="396" y="207"/>
                    <a:pt x="396" y="207"/>
                    <a:pt x="396" y="207"/>
                  </a:cubicBezTo>
                  <a:cubicBezTo>
                    <a:pt x="402" y="207"/>
                    <a:pt x="405" y="202"/>
                    <a:pt x="403" y="196"/>
                  </a:cubicBezTo>
                  <a:cubicBezTo>
                    <a:pt x="342" y="11"/>
                    <a:pt x="342" y="11"/>
                    <a:pt x="342" y="11"/>
                  </a:cubicBezTo>
                  <a:cubicBezTo>
                    <a:pt x="340" y="5"/>
                    <a:pt x="334" y="0"/>
                    <a:pt x="328" y="0"/>
                  </a:cubicBezTo>
                  <a:cubicBezTo>
                    <a:pt x="9" y="0"/>
                    <a:pt x="9" y="0"/>
                    <a:pt x="9" y="0"/>
                  </a:cubicBezTo>
                  <a:cubicBezTo>
                    <a:pt x="3" y="0"/>
                    <a:pt x="0" y="5"/>
                    <a:pt x="2" y="11"/>
                  </a:cubicBezTo>
                  <a:cubicBezTo>
                    <a:pt x="63" y="196"/>
                    <a:pt x="63" y="196"/>
                    <a:pt x="63" y="196"/>
                  </a:cubicBezTo>
                  <a:cubicBezTo>
                    <a:pt x="65" y="202"/>
                    <a:pt x="71" y="207"/>
                    <a:pt x="77" y="207"/>
                  </a:cubicBezTo>
                  <a:close/>
                </a:path>
              </a:pathLst>
            </a:custGeom>
            <a:solidFill>
              <a:srgbClr val="F1D1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0" name="任意多边形 70">
              <a:extLst>
                <a:ext uri="{FF2B5EF4-FFF2-40B4-BE49-F238E27FC236}">
                  <a16:creationId xmlns:a16="http://schemas.microsoft.com/office/drawing/2014/main" id="{E3507039-8AF8-DC4E-1C7E-04439422DAA1}"/>
                </a:ext>
              </a:extLst>
            </p:cNvPr>
            <p:cNvSpPr/>
            <p:nvPr/>
          </p:nvSpPr>
          <p:spPr bwMode="auto">
            <a:xfrm>
              <a:off x="3711521" y="3240278"/>
              <a:ext cx="522478" cy="181966"/>
            </a:xfrm>
            <a:custGeom>
              <a:avLst/>
              <a:gdLst>
                <a:gd name="T0" fmla="*/ 0 w 340"/>
                <a:gd name="T1" fmla="*/ 0 h 118"/>
                <a:gd name="T2" fmla="*/ 53 w 340"/>
                <a:gd name="T3" fmla="*/ 25 h 118"/>
                <a:gd name="T4" fmla="*/ 106 w 340"/>
                <a:gd name="T5" fmla="*/ 51 h 118"/>
                <a:gd name="T6" fmla="*/ 158 w 340"/>
                <a:gd name="T7" fmla="*/ 79 h 118"/>
                <a:gd name="T8" fmla="*/ 183 w 340"/>
                <a:gd name="T9" fmla="*/ 92 h 118"/>
                <a:gd name="T10" fmla="*/ 209 w 340"/>
                <a:gd name="T11" fmla="*/ 106 h 118"/>
                <a:gd name="T12" fmla="*/ 203 w 340"/>
                <a:gd name="T13" fmla="*/ 107 h 118"/>
                <a:gd name="T14" fmla="*/ 236 w 340"/>
                <a:gd name="T15" fmla="*/ 80 h 118"/>
                <a:gd name="T16" fmla="*/ 270 w 340"/>
                <a:gd name="T17" fmla="*/ 53 h 118"/>
                <a:gd name="T18" fmla="*/ 305 w 340"/>
                <a:gd name="T19" fmla="*/ 26 h 118"/>
                <a:gd name="T20" fmla="*/ 340 w 340"/>
                <a:gd name="T21" fmla="*/ 0 h 118"/>
                <a:gd name="T22" fmla="*/ 308 w 340"/>
                <a:gd name="T23" fmla="*/ 30 h 118"/>
                <a:gd name="T24" fmla="*/ 276 w 340"/>
                <a:gd name="T25" fmla="*/ 59 h 118"/>
                <a:gd name="T26" fmla="*/ 243 w 340"/>
                <a:gd name="T27" fmla="*/ 88 h 118"/>
                <a:gd name="T28" fmla="*/ 210 w 340"/>
                <a:gd name="T29" fmla="*/ 116 h 118"/>
                <a:gd name="T30" fmla="*/ 207 w 340"/>
                <a:gd name="T31" fmla="*/ 118 h 118"/>
                <a:gd name="T32" fmla="*/ 204 w 340"/>
                <a:gd name="T33" fmla="*/ 117 h 118"/>
                <a:gd name="T34" fmla="*/ 178 w 340"/>
                <a:gd name="T35" fmla="*/ 103 h 118"/>
                <a:gd name="T36" fmla="*/ 152 w 340"/>
                <a:gd name="T37" fmla="*/ 89 h 118"/>
                <a:gd name="T38" fmla="*/ 101 w 340"/>
                <a:gd name="T39" fmla="*/ 60 h 118"/>
                <a:gd name="T40" fmla="*/ 50 w 340"/>
                <a:gd name="T41" fmla="*/ 31 h 118"/>
                <a:gd name="T42" fmla="*/ 0 w 340"/>
                <a:gd name="T43"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40" h="118">
                  <a:moveTo>
                    <a:pt x="0" y="0"/>
                  </a:moveTo>
                  <a:cubicBezTo>
                    <a:pt x="18" y="8"/>
                    <a:pt x="36" y="17"/>
                    <a:pt x="53" y="25"/>
                  </a:cubicBezTo>
                  <a:cubicBezTo>
                    <a:pt x="71" y="34"/>
                    <a:pt x="88" y="43"/>
                    <a:pt x="106" y="51"/>
                  </a:cubicBezTo>
                  <a:cubicBezTo>
                    <a:pt x="123" y="60"/>
                    <a:pt x="140" y="69"/>
                    <a:pt x="158" y="79"/>
                  </a:cubicBezTo>
                  <a:cubicBezTo>
                    <a:pt x="183" y="92"/>
                    <a:pt x="183" y="92"/>
                    <a:pt x="183" y="92"/>
                  </a:cubicBezTo>
                  <a:cubicBezTo>
                    <a:pt x="209" y="106"/>
                    <a:pt x="209" y="106"/>
                    <a:pt x="209" y="106"/>
                  </a:cubicBezTo>
                  <a:cubicBezTo>
                    <a:pt x="203" y="107"/>
                    <a:pt x="203" y="107"/>
                    <a:pt x="203" y="107"/>
                  </a:cubicBezTo>
                  <a:cubicBezTo>
                    <a:pt x="214" y="98"/>
                    <a:pt x="225" y="89"/>
                    <a:pt x="236" y="80"/>
                  </a:cubicBezTo>
                  <a:cubicBezTo>
                    <a:pt x="248" y="71"/>
                    <a:pt x="259" y="62"/>
                    <a:pt x="270" y="53"/>
                  </a:cubicBezTo>
                  <a:cubicBezTo>
                    <a:pt x="282" y="44"/>
                    <a:pt x="293" y="35"/>
                    <a:pt x="305" y="26"/>
                  </a:cubicBezTo>
                  <a:cubicBezTo>
                    <a:pt x="316" y="17"/>
                    <a:pt x="328" y="9"/>
                    <a:pt x="340" y="0"/>
                  </a:cubicBezTo>
                  <a:cubicBezTo>
                    <a:pt x="329" y="10"/>
                    <a:pt x="319" y="20"/>
                    <a:pt x="308" y="30"/>
                  </a:cubicBezTo>
                  <a:cubicBezTo>
                    <a:pt x="297" y="40"/>
                    <a:pt x="287" y="50"/>
                    <a:pt x="276" y="59"/>
                  </a:cubicBezTo>
                  <a:cubicBezTo>
                    <a:pt x="265" y="69"/>
                    <a:pt x="254" y="78"/>
                    <a:pt x="243" y="88"/>
                  </a:cubicBezTo>
                  <a:cubicBezTo>
                    <a:pt x="232" y="97"/>
                    <a:pt x="221" y="107"/>
                    <a:pt x="210" y="116"/>
                  </a:cubicBezTo>
                  <a:cubicBezTo>
                    <a:pt x="207" y="118"/>
                    <a:pt x="207" y="118"/>
                    <a:pt x="207" y="118"/>
                  </a:cubicBezTo>
                  <a:cubicBezTo>
                    <a:pt x="204" y="117"/>
                    <a:pt x="204" y="117"/>
                    <a:pt x="204" y="117"/>
                  </a:cubicBezTo>
                  <a:cubicBezTo>
                    <a:pt x="178" y="103"/>
                    <a:pt x="178" y="103"/>
                    <a:pt x="178" y="103"/>
                  </a:cubicBezTo>
                  <a:cubicBezTo>
                    <a:pt x="152" y="89"/>
                    <a:pt x="152" y="89"/>
                    <a:pt x="152" y="89"/>
                  </a:cubicBezTo>
                  <a:cubicBezTo>
                    <a:pt x="135" y="80"/>
                    <a:pt x="118" y="70"/>
                    <a:pt x="101" y="60"/>
                  </a:cubicBezTo>
                  <a:cubicBezTo>
                    <a:pt x="84" y="51"/>
                    <a:pt x="67" y="41"/>
                    <a:pt x="50" y="31"/>
                  </a:cubicBezTo>
                  <a:cubicBezTo>
                    <a:pt x="33" y="21"/>
                    <a:pt x="16" y="11"/>
                    <a:pt x="0" y="0"/>
                  </a:cubicBezTo>
                  <a:close/>
                </a:path>
              </a:pathLst>
            </a:custGeom>
            <a:solidFill>
              <a:srgbClr val="D9AB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1" name="任意多边形 71">
              <a:extLst>
                <a:ext uri="{FF2B5EF4-FFF2-40B4-BE49-F238E27FC236}">
                  <a16:creationId xmlns:a16="http://schemas.microsoft.com/office/drawing/2014/main" id="{83E46711-344D-EA70-B0B9-A24F5427333D}"/>
                </a:ext>
              </a:extLst>
            </p:cNvPr>
            <p:cNvSpPr/>
            <p:nvPr/>
          </p:nvSpPr>
          <p:spPr bwMode="auto">
            <a:xfrm>
              <a:off x="3937627" y="3557367"/>
              <a:ext cx="54951" cy="76570"/>
            </a:xfrm>
            <a:custGeom>
              <a:avLst/>
              <a:gdLst>
                <a:gd name="T0" fmla="*/ 29 w 36"/>
                <a:gd name="T1" fmla="*/ 42 h 50"/>
                <a:gd name="T2" fmla="*/ 3 w 36"/>
                <a:gd name="T3" fmla="*/ 50 h 50"/>
                <a:gd name="T4" fmla="*/ 0 w 36"/>
                <a:gd name="T5" fmla="*/ 8 h 50"/>
                <a:gd name="T6" fmla="*/ 24 w 36"/>
                <a:gd name="T7" fmla="*/ 7 h 50"/>
                <a:gd name="T8" fmla="*/ 36 w 36"/>
                <a:gd name="T9" fmla="*/ 37 h 50"/>
                <a:gd name="T10" fmla="*/ 29 w 36"/>
                <a:gd name="T11" fmla="*/ 42 h 50"/>
              </a:gdLst>
              <a:ahLst/>
              <a:cxnLst>
                <a:cxn ang="0">
                  <a:pos x="T0" y="T1"/>
                </a:cxn>
                <a:cxn ang="0">
                  <a:pos x="T2" y="T3"/>
                </a:cxn>
                <a:cxn ang="0">
                  <a:pos x="T4" y="T5"/>
                </a:cxn>
                <a:cxn ang="0">
                  <a:pos x="T6" y="T7"/>
                </a:cxn>
                <a:cxn ang="0">
                  <a:pos x="T8" y="T9"/>
                </a:cxn>
                <a:cxn ang="0">
                  <a:pos x="T10" y="T11"/>
                </a:cxn>
              </a:cxnLst>
              <a:rect l="0" t="0" r="r" b="b"/>
              <a:pathLst>
                <a:path w="36" h="50">
                  <a:moveTo>
                    <a:pt x="29" y="42"/>
                  </a:moveTo>
                  <a:cubicBezTo>
                    <a:pt x="21" y="46"/>
                    <a:pt x="12" y="48"/>
                    <a:pt x="3" y="50"/>
                  </a:cubicBezTo>
                  <a:cubicBezTo>
                    <a:pt x="2" y="32"/>
                    <a:pt x="1" y="18"/>
                    <a:pt x="0" y="8"/>
                  </a:cubicBezTo>
                  <a:cubicBezTo>
                    <a:pt x="0" y="3"/>
                    <a:pt x="20" y="0"/>
                    <a:pt x="24" y="7"/>
                  </a:cubicBezTo>
                  <a:cubicBezTo>
                    <a:pt x="26" y="12"/>
                    <a:pt x="31" y="23"/>
                    <a:pt x="36" y="37"/>
                  </a:cubicBezTo>
                  <a:cubicBezTo>
                    <a:pt x="34" y="39"/>
                    <a:pt x="31" y="41"/>
                    <a:pt x="29" y="42"/>
                  </a:cubicBezTo>
                  <a:close/>
                </a:path>
              </a:pathLst>
            </a:custGeom>
            <a:solidFill>
              <a:srgbClr val="D5E5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2" name="任意多边形 72">
              <a:extLst>
                <a:ext uri="{FF2B5EF4-FFF2-40B4-BE49-F238E27FC236}">
                  <a16:creationId xmlns:a16="http://schemas.microsoft.com/office/drawing/2014/main" id="{C0BDA6EC-E829-F188-40FE-18E98D49A52F}"/>
                </a:ext>
              </a:extLst>
            </p:cNvPr>
            <p:cNvSpPr/>
            <p:nvPr/>
          </p:nvSpPr>
          <p:spPr bwMode="auto">
            <a:xfrm>
              <a:off x="3645760" y="3614119"/>
              <a:ext cx="420685" cy="340511"/>
            </a:xfrm>
            <a:custGeom>
              <a:avLst/>
              <a:gdLst>
                <a:gd name="T0" fmla="*/ 191 w 274"/>
                <a:gd name="T1" fmla="*/ 8 h 222"/>
                <a:gd name="T2" fmla="*/ 208 w 274"/>
                <a:gd name="T3" fmla="*/ 127 h 222"/>
                <a:gd name="T4" fmla="*/ 81 w 274"/>
                <a:gd name="T5" fmla="*/ 128 h 222"/>
                <a:gd name="T6" fmla="*/ 12 w 274"/>
                <a:gd name="T7" fmla="*/ 163 h 222"/>
                <a:gd name="T8" fmla="*/ 104 w 274"/>
                <a:gd name="T9" fmla="*/ 221 h 222"/>
                <a:gd name="T10" fmla="*/ 261 w 274"/>
                <a:gd name="T11" fmla="*/ 168 h 222"/>
                <a:gd name="T12" fmla="*/ 227 w 274"/>
                <a:gd name="T13" fmla="*/ 0 h 222"/>
                <a:gd name="T14" fmla="*/ 191 w 274"/>
                <a:gd name="T15" fmla="*/ 8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222">
                  <a:moveTo>
                    <a:pt x="191" y="8"/>
                  </a:moveTo>
                  <a:cubicBezTo>
                    <a:pt x="199" y="49"/>
                    <a:pt x="218" y="120"/>
                    <a:pt x="208" y="127"/>
                  </a:cubicBezTo>
                  <a:cubicBezTo>
                    <a:pt x="191" y="137"/>
                    <a:pt x="123" y="128"/>
                    <a:pt x="81" y="128"/>
                  </a:cubicBezTo>
                  <a:cubicBezTo>
                    <a:pt x="64" y="128"/>
                    <a:pt x="20" y="143"/>
                    <a:pt x="12" y="163"/>
                  </a:cubicBezTo>
                  <a:cubicBezTo>
                    <a:pt x="0" y="195"/>
                    <a:pt x="53" y="219"/>
                    <a:pt x="104" y="221"/>
                  </a:cubicBezTo>
                  <a:cubicBezTo>
                    <a:pt x="131" y="222"/>
                    <a:pt x="244" y="194"/>
                    <a:pt x="261" y="168"/>
                  </a:cubicBezTo>
                  <a:cubicBezTo>
                    <a:pt x="274" y="145"/>
                    <a:pt x="246" y="51"/>
                    <a:pt x="227" y="0"/>
                  </a:cubicBezTo>
                  <a:lnTo>
                    <a:pt x="191" y="8"/>
                  </a:lnTo>
                  <a:close/>
                </a:path>
              </a:pathLst>
            </a:custGeom>
            <a:solidFill>
              <a:srgbClr val="3C79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3" name="任意多边形 73">
              <a:extLst>
                <a:ext uri="{FF2B5EF4-FFF2-40B4-BE49-F238E27FC236}">
                  <a16:creationId xmlns:a16="http://schemas.microsoft.com/office/drawing/2014/main" id="{E536CBFF-C896-0981-E886-9CAAC7E69F70}"/>
                </a:ext>
              </a:extLst>
            </p:cNvPr>
            <p:cNvSpPr/>
            <p:nvPr/>
          </p:nvSpPr>
          <p:spPr bwMode="auto">
            <a:xfrm>
              <a:off x="3885379" y="3440260"/>
              <a:ext cx="89182" cy="139628"/>
            </a:xfrm>
            <a:custGeom>
              <a:avLst/>
              <a:gdLst>
                <a:gd name="T0" fmla="*/ 29 w 58"/>
                <a:gd name="T1" fmla="*/ 80 h 91"/>
                <a:gd name="T2" fmla="*/ 21 w 58"/>
                <a:gd name="T3" fmla="*/ 63 h 91"/>
                <a:gd name="T4" fmla="*/ 9 w 58"/>
                <a:gd name="T5" fmla="*/ 45 h 91"/>
                <a:gd name="T6" fmla="*/ 0 w 58"/>
                <a:gd name="T7" fmla="*/ 35 h 91"/>
                <a:gd name="T8" fmla="*/ 15 w 58"/>
                <a:gd name="T9" fmla="*/ 43 h 91"/>
                <a:gd name="T10" fmla="*/ 1 w 58"/>
                <a:gd name="T11" fmla="*/ 22 h 91"/>
                <a:gd name="T12" fmla="*/ 0 w 58"/>
                <a:gd name="T13" fmla="*/ 19 h 91"/>
                <a:gd name="T14" fmla="*/ 3 w 58"/>
                <a:gd name="T15" fmla="*/ 18 h 91"/>
                <a:gd name="T16" fmla="*/ 5 w 58"/>
                <a:gd name="T17" fmla="*/ 20 h 91"/>
                <a:gd name="T18" fmla="*/ 20 w 58"/>
                <a:gd name="T19" fmla="*/ 37 h 91"/>
                <a:gd name="T20" fmla="*/ 7 w 58"/>
                <a:gd name="T21" fmla="*/ 14 h 91"/>
                <a:gd name="T22" fmla="*/ 5 w 58"/>
                <a:gd name="T23" fmla="*/ 11 h 91"/>
                <a:gd name="T24" fmla="*/ 7 w 58"/>
                <a:gd name="T25" fmla="*/ 8 h 91"/>
                <a:gd name="T26" fmla="*/ 9 w 58"/>
                <a:gd name="T27" fmla="*/ 9 h 91"/>
                <a:gd name="T28" fmla="*/ 25 w 58"/>
                <a:gd name="T29" fmla="*/ 28 h 91"/>
                <a:gd name="T30" fmla="*/ 14 w 58"/>
                <a:gd name="T31" fmla="*/ 4 h 91"/>
                <a:gd name="T32" fmla="*/ 14 w 58"/>
                <a:gd name="T33" fmla="*/ 1 h 91"/>
                <a:gd name="T34" fmla="*/ 16 w 58"/>
                <a:gd name="T35" fmla="*/ 0 h 91"/>
                <a:gd name="T36" fmla="*/ 19 w 58"/>
                <a:gd name="T37" fmla="*/ 2 h 91"/>
                <a:gd name="T38" fmla="*/ 39 w 58"/>
                <a:gd name="T39" fmla="*/ 44 h 91"/>
                <a:gd name="T40" fmla="*/ 40 w 58"/>
                <a:gd name="T41" fmla="*/ 47 h 91"/>
                <a:gd name="T42" fmla="*/ 43 w 58"/>
                <a:gd name="T43" fmla="*/ 48 h 91"/>
                <a:gd name="T44" fmla="*/ 45 w 58"/>
                <a:gd name="T45" fmla="*/ 46 h 91"/>
                <a:gd name="T46" fmla="*/ 48 w 58"/>
                <a:gd name="T47" fmla="*/ 37 h 91"/>
                <a:gd name="T48" fmla="*/ 50 w 58"/>
                <a:gd name="T49" fmla="*/ 33 h 91"/>
                <a:gd name="T50" fmla="*/ 54 w 58"/>
                <a:gd name="T51" fmla="*/ 32 h 91"/>
                <a:gd name="T52" fmla="*/ 56 w 58"/>
                <a:gd name="T53" fmla="*/ 37 h 91"/>
                <a:gd name="T54" fmla="*/ 54 w 58"/>
                <a:gd name="T55" fmla="*/ 80 h 91"/>
                <a:gd name="T56" fmla="*/ 44 w 58"/>
                <a:gd name="T57" fmla="*/ 89 h 91"/>
                <a:gd name="T58" fmla="*/ 29 w 58"/>
                <a:gd name="T59" fmla="*/ 8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91">
                  <a:moveTo>
                    <a:pt x="29" y="80"/>
                  </a:moveTo>
                  <a:cubicBezTo>
                    <a:pt x="25" y="75"/>
                    <a:pt x="24" y="69"/>
                    <a:pt x="21" y="63"/>
                  </a:cubicBezTo>
                  <a:cubicBezTo>
                    <a:pt x="18" y="56"/>
                    <a:pt x="13" y="51"/>
                    <a:pt x="9" y="45"/>
                  </a:cubicBezTo>
                  <a:cubicBezTo>
                    <a:pt x="6" y="42"/>
                    <a:pt x="3" y="38"/>
                    <a:pt x="0" y="35"/>
                  </a:cubicBezTo>
                  <a:cubicBezTo>
                    <a:pt x="6" y="35"/>
                    <a:pt x="11" y="38"/>
                    <a:pt x="15" y="43"/>
                  </a:cubicBezTo>
                  <a:cubicBezTo>
                    <a:pt x="10" y="36"/>
                    <a:pt x="6" y="29"/>
                    <a:pt x="1" y="22"/>
                  </a:cubicBezTo>
                  <a:cubicBezTo>
                    <a:pt x="0" y="21"/>
                    <a:pt x="0" y="20"/>
                    <a:pt x="0" y="19"/>
                  </a:cubicBezTo>
                  <a:cubicBezTo>
                    <a:pt x="0" y="18"/>
                    <a:pt x="2" y="18"/>
                    <a:pt x="3" y="18"/>
                  </a:cubicBezTo>
                  <a:cubicBezTo>
                    <a:pt x="4" y="19"/>
                    <a:pt x="4" y="20"/>
                    <a:pt x="5" y="20"/>
                  </a:cubicBezTo>
                  <a:cubicBezTo>
                    <a:pt x="10" y="26"/>
                    <a:pt x="15" y="31"/>
                    <a:pt x="20" y="37"/>
                  </a:cubicBezTo>
                  <a:cubicBezTo>
                    <a:pt x="17" y="29"/>
                    <a:pt x="12" y="21"/>
                    <a:pt x="7" y="14"/>
                  </a:cubicBezTo>
                  <a:cubicBezTo>
                    <a:pt x="6" y="13"/>
                    <a:pt x="5" y="12"/>
                    <a:pt x="5" y="11"/>
                  </a:cubicBezTo>
                  <a:cubicBezTo>
                    <a:pt x="5" y="9"/>
                    <a:pt x="5" y="8"/>
                    <a:pt x="7" y="8"/>
                  </a:cubicBezTo>
                  <a:cubicBezTo>
                    <a:pt x="8" y="7"/>
                    <a:pt x="9" y="8"/>
                    <a:pt x="9" y="9"/>
                  </a:cubicBezTo>
                  <a:cubicBezTo>
                    <a:pt x="16" y="14"/>
                    <a:pt x="21" y="21"/>
                    <a:pt x="25" y="28"/>
                  </a:cubicBezTo>
                  <a:cubicBezTo>
                    <a:pt x="22" y="20"/>
                    <a:pt x="18" y="12"/>
                    <a:pt x="14" y="4"/>
                  </a:cubicBezTo>
                  <a:cubicBezTo>
                    <a:pt x="14" y="3"/>
                    <a:pt x="13" y="1"/>
                    <a:pt x="14" y="1"/>
                  </a:cubicBezTo>
                  <a:cubicBezTo>
                    <a:pt x="14" y="0"/>
                    <a:pt x="15" y="0"/>
                    <a:pt x="16" y="0"/>
                  </a:cubicBezTo>
                  <a:cubicBezTo>
                    <a:pt x="17" y="0"/>
                    <a:pt x="18" y="1"/>
                    <a:pt x="19" y="2"/>
                  </a:cubicBezTo>
                  <a:cubicBezTo>
                    <a:pt x="29" y="14"/>
                    <a:pt x="36" y="28"/>
                    <a:pt x="39" y="44"/>
                  </a:cubicBezTo>
                  <a:cubicBezTo>
                    <a:pt x="39" y="45"/>
                    <a:pt x="39" y="46"/>
                    <a:pt x="40" y="47"/>
                  </a:cubicBezTo>
                  <a:cubicBezTo>
                    <a:pt x="40" y="48"/>
                    <a:pt x="41" y="48"/>
                    <a:pt x="43" y="48"/>
                  </a:cubicBezTo>
                  <a:cubicBezTo>
                    <a:pt x="44" y="48"/>
                    <a:pt x="44" y="47"/>
                    <a:pt x="45" y="46"/>
                  </a:cubicBezTo>
                  <a:cubicBezTo>
                    <a:pt x="46" y="43"/>
                    <a:pt x="47" y="40"/>
                    <a:pt x="48" y="37"/>
                  </a:cubicBezTo>
                  <a:cubicBezTo>
                    <a:pt x="49" y="36"/>
                    <a:pt x="49" y="34"/>
                    <a:pt x="50" y="33"/>
                  </a:cubicBezTo>
                  <a:cubicBezTo>
                    <a:pt x="51" y="32"/>
                    <a:pt x="53" y="32"/>
                    <a:pt x="54" y="32"/>
                  </a:cubicBezTo>
                  <a:cubicBezTo>
                    <a:pt x="55" y="33"/>
                    <a:pt x="56" y="35"/>
                    <a:pt x="56" y="37"/>
                  </a:cubicBezTo>
                  <a:cubicBezTo>
                    <a:pt x="58" y="52"/>
                    <a:pt x="57" y="66"/>
                    <a:pt x="54" y="80"/>
                  </a:cubicBezTo>
                  <a:cubicBezTo>
                    <a:pt x="53" y="85"/>
                    <a:pt x="50" y="91"/>
                    <a:pt x="44" y="89"/>
                  </a:cubicBezTo>
                  <a:cubicBezTo>
                    <a:pt x="39" y="87"/>
                    <a:pt x="33" y="85"/>
                    <a:pt x="29" y="80"/>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4" name="任意多边形 74">
              <a:extLst>
                <a:ext uri="{FF2B5EF4-FFF2-40B4-BE49-F238E27FC236}">
                  <a16:creationId xmlns:a16="http://schemas.microsoft.com/office/drawing/2014/main" id="{539E83BB-7CED-BA2A-8FB9-A977DA8B886F}"/>
                </a:ext>
              </a:extLst>
            </p:cNvPr>
            <p:cNvSpPr/>
            <p:nvPr/>
          </p:nvSpPr>
          <p:spPr bwMode="auto">
            <a:xfrm>
              <a:off x="5010508" y="4621240"/>
              <a:ext cx="3975335" cy="507164"/>
            </a:xfrm>
            <a:custGeom>
              <a:avLst/>
              <a:gdLst>
                <a:gd name="T0" fmla="*/ 2459 w 2589"/>
                <a:gd name="T1" fmla="*/ 277 h 330"/>
                <a:gd name="T2" fmla="*/ 1909 w 2589"/>
                <a:gd name="T3" fmla="*/ 213 h 330"/>
                <a:gd name="T4" fmla="*/ 1712 w 2589"/>
                <a:gd name="T5" fmla="*/ 136 h 330"/>
                <a:gd name="T6" fmla="*/ 793 w 2589"/>
                <a:gd name="T7" fmla="*/ 185 h 330"/>
                <a:gd name="T8" fmla="*/ 264 w 2589"/>
                <a:gd name="T9" fmla="*/ 180 h 330"/>
                <a:gd name="T10" fmla="*/ 0 w 2589"/>
                <a:gd name="T11" fmla="*/ 330 h 330"/>
                <a:gd name="T12" fmla="*/ 2589 w 2589"/>
                <a:gd name="T13" fmla="*/ 330 h 330"/>
                <a:gd name="T14" fmla="*/ 2459 w 2589"/>
                <a:gd name="T15" fmla="*/ 277 h 3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89" h="330">
                  <a:moveTo>
                    <a:pt x="2459" y="277"/>
                  </a:moveTo>
                  <a:cubicBezTo>
                    <a:pt x="2283" y="231"/>
                    <a:pt x="2081" y="268"/>
                    <a:pt x="1909" y="213"/>
                  </a:cubicBezTo>
                  <a:cubicBezTo>
                    <a:pt x="1841" y="192"/>
                    <a:pt x="1781" y="157"/>
                    <a:pt x="1712" y="136"/>
                  </a:cubicBezTo>
                  <a:cubicBezTo>
                    <a:pt x="1425" y="50"/>
                    <a:pt x="1077" y="276"/>
                    <a:pt x="793" y="185"/>
                  </a:cubicBezTo>
                  <a:cubicBezTo>
                    <a:pt x="597" y="122"/>
                    <a:pt x="527" y="0"/>
                    <a:pt x="264" y="180"/>
                  </a:cubicBezTo>
                  <a:cubicBezTo>
                    <a:pt x="174" y="242"/>
                    <a:pt x="91" y="268"/>
                    <a:pt x="0" y="330"/>
                  </a:cubicBezTo>
                  <a:cubicBezTo>
                    <a:pt x="2589" y="330"/>
                    <a:pt x="2589" y="330"/>
                    <a:pt x="2589" y="330"/>
                  </a:cubicBezTo>
                  <a:cubicBezTo>
                    <a:pt x="2550" y="307"/>
                    <a:pt x="2506" y="289"/>
                    <a:pt x="2459" y="277"/>
                  </a:cubicBezTo>
                  <a:close/>
                </a:path>
              </a:pathLst>
            </a:custGeom>
            <a:solidFill>
              <a:srgbClr val="EDE7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5" name="矩形 2084">
              <a:extLst>
                <a:ext uri="{FF2B5EF4-FFF2-40B4-BE49-F238E27FC236}">
                  <a16:creationId xmlns:a16="http://schemas.microsoft.com/office/drawing/2014/main" id="{D75F63E6-219D-96CD-0429-1DDEE64B5EF6}"/>
                </a:ext>
              </a:extLst>
            </p:cNvPr>
            <p:cNvSpPr/>
            <p:nvPr/>
          </p:nvSpPr>
          <p:spPr bwMode="auto">
            <a:xfrm>
              <a:off x="5868993" y="4644661"/>
              <a:ext cx="871997" cy="483742"/>
            </a:xfrm>
            <a:prstGeom prst="rect">
              <a:avLst/>
            </a:prstGeom>
            <a:solidFill>
              <a:srgbClr val="92B7C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6" name="任意多边形 76">
              <a:extLst>
                <a:ext uri="{FF2B5EF4-FFF2-40B4-BE49-F238E27FC236}">
                  <a16:creationId xmlns:a16="http://schemas.microsoft.com/office/drawing/2014/main" id="{AD08B21F-4CF4-6789-40FF-2AB0A1DC074D}"/>
                </a:ext>
              </a:extLst>
            </p:cNvPr>
            <p:cNvSpPr/>
            <p:nvPr/>
          </p:nvSpPr>
          <p:spPr bwMode="auto">
            <a:xfrm>
              <a:off x="5591539" y="4997784"/>
              <a:ext cx="1427806" cy="130620"/>
            </a:xfrm>
            <a:custGeom>
              <a:avLst/>
              <a:gdLst>
                <a:gd name="T0" fmla="*/ 888 w 930"/>
                <a:gd name="T1" fmla="*/ 85 h 85"/>
                <a:gd name="T2" fmla="*/ 42 w 930"/>
                <a:gd name="T3" fmla="*/ 85 h 85"/>
                <a:gd name="T4" fmla="*/ 0 w 930"/>
                <a:gd name="T5" fmla="*/ 43 h 85"/>
                <a:gd name="T6" fmla="*/ 0 w 930"/>
                <a:gd name="T7" fmla="*/ 43 h 85"/>
                <a:gd name="T8" fmla="*/ 42 w 930"/>
                <a:gd name="T9" fmla="*/ 0 h 85"/>
                <a:gd name="T10" fmla="*/ 888 w 930"/>
                <a:gd name="T11" fmla="*/ 0 h 85"/>
                <a:gd name="T12" fmla="*/ 930 w 930"/>
                <a:gd name="T13" fmla="*/ 43 h 85"/>
                <a:gd name="T14" fmla="*/ 930 w 930"/>
                <a:gd name="T15" fmla="*/ 43 h 85"/>
                <a:gd name="T16" fmla="*/ 888 w 930"/>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0" h="85">
                  <a:moveTo>
                    <a:pt x="888" y="85"/>
                  </a:moveTo>
                  <a:cubicBezTo>
                    <a:pt x="42" y="85"/>
                    <a:pt x="42" y="85"/>
                    <a:pt x="42" y="85"/>
                  </a:cubicBezTo>
                  <a:cubicBezTo>
                    <a:pt x="19" y="85"/>
                    <a:pt x="0" y="66"/>
                    <a:pt x="0" y="43"/>
                  </a:cubicBezTo>
                  <a:cubicBezTo>
                    <a:pt x="0" y="43"/>
                    <a:pt x="0" y="43"/>
                    <a:pt x="0" y="43"/>
                  </a:cubicBezTo>
                  <a:cubicBezTo>
                    <a:pt x="0" y="19"/>
                    <a:pt x="19" y="0"/>
                    <a:pt x="42" y="0"/>
                  </a:cubicBezTo>
                  <a:cubicBezTo>
                    <a:pt x="888" y="0"/>
                    <a:pt x="888" y="0"/>
                    <a:pt x="888" y="0"/>
                  </a:cubicBezTo>
                  <a:cubicBezTo>
                    <a:pt x="911" y="0"/>
                    <a:pt x="930" y="19"/>
                    <a:pt x="930" y="43"/>
                  </a:cubicBezTo>
                  <a:cubicBezTo>
                    <a:pt x="930" y="43"/>
                    <a:pt x="930" y="43"/>
                    <a:pt x="930" y="43"/>
                  </a:cubicBezTo>
                  <a:cubicBezTo>
                    <a:pt x="930" y="66"/>
                    <a:pt x="911" y="85"/>
                    <a:pt x="888" y="85"/>
                  </a:cubicBezTo>
                  <a:close/>
                </a:path>
              </a:pathLst>
            </a:custGeom>
            <a:solidFill>
              <a:srgbClr val="A7C4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7" name="矩形 2086">
              <a:extLst>
                <a:ext uri="{FF2B5EF4-FFF2-40B4-BE49-F238E27FC236}">
                  <a16:creationId xmlns:a16="http://schemas.microsoft.com/office/drawing/2014/main" id="{842E3982-8F7E-8E94-AD7F-658F9DA4AE6B}"/>
                </a:ext>
              </a:extLst>
            </p:cNvPr>
            <p:cNvSpPr/>
            <p:nvPr/>
          </p:nvSpPr>
          <p:spPr bwMode="auto">
            <a:xfrm>
              <a:off x="5868993" y="4644661"/>
              <a:ext cx="871997" cy="136925"/>
            </a:xfrm>
            <a:prstGeom prst="rect">
              <a:avLst/>
            </a:prstGeom>
            <a:solidFill>
              <a:srgbClr val="6498A8"/>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8" name="任意多边形 78">
              <a:extLst>
                <a:ext uri="{FF2B5EF4-FFF2-40B4-BE49-F238E27FC236}">
                  <a16:creationId xmlns:a16="http://schemas.microsoft.com/office/drawing/2014/main" id="{8712E269-9483-1E0F-5A84-A31AB9035E41}"/>
                </a:ext>
              </a:extLst>
            </p:cNvPr>
            <p:cNvSpPr/>
            <p:nvPr/>
          </p:nvSpPr>
          <p:spPr bwMode="auto">
            <a:xfrm>
              <a:off x="4720443" y="2563759"/>
              <a:ext cx="3169097" cy="2113332"/>
            </a:xfrm>
            <a:custGeom>
              <a:avLst/>
              <a:gdLst>
                <a:gd name="T0" fmla="*/ 2003 w 2064"/>
                <a:gd name="T1" fmla="*/ 1376 h 1376"/>
                <a:gd name="T2" fmla="*/ 61 w 2064"/>
                <a:gd name="T3" fmla="*/ 1376 h 1376"/>
                <a:gd name="T4" fmla="*/ 0 w 2064"/>
                <a:gd name="T5" fmla="*/ 1315 h 1376"/>
                <a:gd name="T6" fmla="*/ 0 w 2064"/>
                <a:gd name="T7" fmla="*/ 61 h 1376"/>
                <a:gd name="T8" fmla="*/ 61 w 2064"/>
                <a:gd name="T9" fmla="*/ 0 h 1376"/>
                <a:gd name="T10" fmla="*/ 2003 w 2064"/>
                <a:gd name="T11" fmla="*/ 0 h 1376"/>
                <a:gd name="T12" fmla="*/ 2064 w 2064"/>
                <a:gd name="T13" fmla="*/ 61 h 1376"/>
                <a:gd name="T14" fmla="*/ 2064 w 2064"/>
                <a:gd name="T15" fmla="*/ 1315 h 1376"/>
                <a:gd name="T16" fmla="*/ 2003 w 2064"/>
                <a:gd name="T17" fmla="*/ 1376 h 1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64" h="1376">
                  <a:moveTo>
                    <a:pt x="2003" y="1376"/>
                  </a:moveTo>
                  <a:cubicBezTo>
                    <a:pt x="61" y="1376"/>
                    <a:pt x="61" y="1376"/>
                    <a:pt x="61" y="1376"/>
                  </a:cubicBezTo>
                  <a:cubicBezTo>
                    <a:pt x="27" y="1376"/>
                    <a:pt x="0" y="1349"/>
                    <a:pt x="0" y="1315"/>
                  </a:cubicBezTo>
                  <a:cubicBezTo>
                    <a:pt x="0" y="61"/>
                    <a:pt x="0" y="61"/>
                    <a:pt x="0" y="61"/>
                  </a:cubicBezTo>
                  <a:cubicBezTo>
                    <a:pt x="0" y="27"/>
                    <a:pt x="27" y="0"/>
                    <a:pt x="61" y="0"/>
                  </a:cubicBezTo>
                  <a:cubicBezTo>
                    <a:pt x="2003" y="0"/>
                    <a:pt x="2003" y="0"/>
                    <a:pt x="2003" y="0"/>
                  </a:cubicBezTo>
                  <a:cubicBezTo>
                    <a:pt x="2037" y="0"/>
                    <a:pt x="2064" y="27"/>
                    <a:pt x="2064" y="61"/>
                  </a:cubicBezTo>
                  <a:cubicBezTo>
                    <a:pt x="2064" y="1315"/>
                    <a:pt x="2064" y="1315"/>
                    <a:pt x="2064" y="1315"/>
                  </a:cubicBezTo>
                  <a:cubicBezTo>
                    <a:pt x="2064" y="1349"/>
                    <a:pt x="2037" y="1376"/>
                    <a:pt x="2003" y="1376"/>
                  </a:cubicBezTo>
                  <a:close/>
                </a:path>
              </a:pathLst>
            </a:custGeom>
            <a:solidFill>
              <a:srgbClr val="92B7C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89" name="矩形 2088">
              <a:extLst>
                <a:ext uri="{FF2B5EF4-FFF2-40B4-BE49-F238E27FC236}">
                  <a16:creationId xmlns:a16="http://schemas.microsoft.com/office/drawing/2014/main" id="{CD7F31D6-FD9F-EDD0-04B3-C809ABC3D03D}"/>
                </a:ext>
              </a:extLst>
            </p:cNvPr>
            <p:cNvSpPr/>
            <p:nvPr/>
          </p:nvSpPr>
          <p:spPr bwMode="auto">
            <a:xfrm>
              <a:off x="4822236" y="2664651"/>
              <a:ext cx="2965511" cy="1680036"/>
            </a:xfrm>
            <a:prstGeom prst="rect">
              <a:avLst/>
            </a:prstGeom>
            <a:solidFill>
              <a:srgbClr val="F7F6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0" name="任意多边形 80">
              <a:extLst>
                <a:ext uri="{FF2B5EF4-FFF2-40B4-BE49-F238E27FC236}">
                  <a16:creationId xmlns:a16="http://schemas.microsoft.com/office/drawing/2014/main" id="{E1DFAC3F-5DB5-5566-09B1-27795808753F}"/>
                </a:ext>
              </a:extLst>
            </p:cNvPr>
            <p:cNvSpPr/>
            <p:nvPr/>
          </p:nvSpPr>
          <p:spPr bwMode="auto">
            <a:xfrm>
              <a:off x="4912318" y="2775453"/>
              <a:ext cx="2785346" cy="191876"/>
            </a:xfrm>
            <a:custGeom>
              <a:avLst/>
              <a:gdLst>
                <a:gd name="T0" fmla="*/ 1784 w 1814"/>
                <a:gd name="T1" fmla="*/ 125 h 125"/>
                <a:gd name="T2" fmla="*/ 30 w 1814"/>
                <a:gd name="T3" fmla="*/ 125 h 125"/>
                <a:gd name="T4" fmla="*/ 0 w 1814"/>
                <a:gd name="T5" fmla="*/ 96 h 125"/>
                <a:gd name="T6" fmla="*/ 0 w 1814"/>
                <a:gd name="T7" fmla="*/ 30 h 125"/>
                <a:gd name="T8" fmla="*/ 30 w 1814"/>
                <a:gd name="T9" fmla="*/ 0 h 125"/>
                <a:gd name="T10" fmla="*/ 1784 w 1814"/>
                <a:gd name="T11" fmla="*/ 0 h 125"/>
                <a:gd name="T12" fmla="*/ 1814 w 1814"/>
                <a:gd name="T13" fmla="*/ 30 h 125"/>
                <a:gd name="T14" fmla="*/ 1814 w 1814"/>
                <a:gd name="T15" fmla="*/ 96 h 125"/>
                <a:gd name="T16" fmla="*/ 1784 w 1814"/>
                <a:gd name="T17"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4" h="125">
                  <a:moveTo>
                    <a:pt x="1784" y="125"/>
                  </a:moveTo>
                  <a:cubicBezTo>
                    <a:pt x="30" y="125"/>
                    <a:pt x="30" y="125"/>
                    <a:pt x="30" y="125"/>
                  </a:cubicBezTo>
                  <a:cubicBezTo>
                    <a:pt x="14" y="125"/>
                    <a:pt x="0" y="112"/>
                    <a:pt x="0" y="96"/>
                  </a:cubicBezTo>
                  <a:cubicBezTo>
                    <a:pt x="0" y="30"/>
                    <a:pt x="0" y="30"/>
                    <a:pt x="0" y="30"/>
                  </a:cubicBezTo>
                  <a:cubicBezTo>
                    <a:pt x="0" y="13"/>
                    <a:pt x="14" y="0"/>
                    <a:pt x="30" y="0"/>
                  </a:cubicBezTo>
                  <a:cubicBezTo>
                    <a:pt x="1784" y="0"/>
                    <a:pt x="1784" y="0"/>
                    <a:pt x="1784" y="0"/>
                  </a:cubicBezTo>
                  <a:cubicBezTo>
                    <a:pt x="1800" y="0"/>
                    <a:pt x="1814" y="13"/>
                    <a:pt x="1814" y="30"/>
                  </a:cubicBezTo>
                  <a:cubicBezTo>
                    <a:pt x="1814" y="96"/>
                    <a:pt x="1814" y="96"/>
                    <a:pt x="1814" y="96"/>
                  </a:cubicBezTo>
                  <a:cubicBezTo>
                    <a:pt x="1814" y="112"/>
                    <a:pt x="1800" y="125"/>
                    <a:pt x="1784" y="125"/>
                  </a:cubicBezTo>
                  <a:close/>
                </a:path>
              </a:pathLst>
            </a:custGeom>
            <a:solidFill>
              <a:srgbClr val="BCCA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1" name="任意多边形 81">
              <a:extLst>
                <a:ext uri="{FF2B5EF4-FFF2-40B4-BE49-F238E27FC236}">
                  <a16:creationId xmlns:a16="http://schemas.microsoft.com/office/drawing/2014/main" id="{B1DCB09C-2FDF-DC30-ACDD-3AC30E0D786C}"/>
                </a:ext>
              </a:extLst>
            </p:cNvPr>
            <p:cNvSpPr/>
            <p:nvPr/>
          </p:nvSpPr>
          <p:spPr bwMode="auto">
            <a:xfrm>
              <a:off x="6640999" y="3048402"/>
              <a:ext cx="1048559" cy="749485"/>
            </a:xfrm>
            <a:custGeom>
              <a:avLst/>
              <a:gdLst>
                <a:gd name="T0" fmla="*/ 651 w 683"/>
                <a:gd name="T1" fmla="*/ 0 h 488"/>
                <a:gd name="T2" fmla="*/ 32 w 683"/>
                <a:gd name="T3" fmla="*/ 0 h 488"/>
                <a:gd name="T4" fmla="*/ 0 w 683"/>
                <a:gd name="T5" fmla="*/ 31 h 488"/>
                <a:gd name="T6" fmla="*/ 0 w 683"/>
                <a:gd name="T7" fmla="*/ 456 h 488"/>
                <a:gd name="T8" fmla="*/ 32 w 683"/>
                <a:gd name="T9" fmla="*/ 488 h 488"/>
                <a:gd name="T10" fmla="*/ 651 w 683"/>
                <a:gd name="T11" fmla="*/ 488 h 488"/>
                <a:gd name="T12" fmla="*/ 683 w 683"/>
                <a:gd name="T13" fmla="*/ 456 h 488"/>
                <a:gd name="T14" fmla="*/ 683 w 683"/>
                <a:gd name="T15" fmla="*/ 31 h 488"/>
                <a:gd name="T16" fmla="*/ 651 w 683"/>
                <a:gd name="T17" fmla="*/ 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3" h="488">
                  <a:moveTo>
                    <a:pt x="651" y="0"/>
                  </a:moveTo>
                  <a:cubicBezTo>
                    <a:pt x="32" y="0"/>
                    <a:pt x="32" y="0"/>
                    <a:pt x="32" y="0"/>
                  </a:cubicBezTo>
                  <a:cubicBezTo>
                    <a:pt x="14" y="0"/>
                    <a:pt x="0" y="14"/>
                    <a:pt x="0" y="31"/>
                  </a:cubicBezTo>
                  <a:cubicBezTo>
                    <a:pt x="0" y="456"/>
                    <a:pt x="0" y="456"/>
                    <a:pt x="0" y="456"/>
                  </a:cubicBezTo>
                  <a:cubicBezTo>
                    <a:pt x="0" y="474"/>
                    <a:pt x="14" y="488"/>
                    <a:pt x="32" y="488"/>
                  </a:cubicBezTo>
                  <a:cubicBezTo>
                    <a:pt x="651" y="488"/>
                    <a:pt x="651" y="488"/>
                    <a:pt x="651" y="488"/>
                  </a:cubicBezTo>
                  <a:cubicBezTo>
                    <a:pt x="669" y="488"/>
                    <a:pt x="683" y="474"/>
                    <a:pt x="683" y="456"/>
                  </a:cubicBezTo>
                  <a:cubicBezTo>
                    <a:pt x="683" y="31"/>
                    <a:pt x="683" y="31"/>
                    <a:pt x="683" y="31"/>
                  </a:cubicBezTo>
                  <a:cubicBezTo>
                    <a:pt x="683" y="14"/>
                    <a:pt x="669" y="0"/>
                    <a:pt x="651" y="0"/>
                  </a:cubicBezTo>
                  <a:close/>
                </a:path>
              </a:pathLst>
            </a:custGeom>
            <a:solidFill>
              <a:srgbClr val="BCCA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2" name="任意多边形 82">
              <a:extLst>
                <a:ext uri="{FF2B5EF4-FFF2-40B4-BE49-F238E27FC236}">
                  <a16:creationId xmlns:a16="http://schemas.microsoft.com/office/drawing/2014/main" id="{8E09A6B2-E7FA-177F-7BA8-78BB61396A15}"/>
                </a:ext>
              </a:extLst>
            </p:cNvPr>
            <p:cNvSpPr/>
            <p:nvPr/>
          </p:nvSpPr>
          <p:spPr bwMode="auto">
            <a:xfrm>
              <a:off x="4912318" y="3584392"/>
              <a:ext cx="459420" cy="688229"/>
            </a:xfrm>
            <a:custGeom>
              <a:avLst/>
              <a:gdLst>
                <a:gd name="T0" fmla="*/ 268 w 299"/>
                <a:gd name="T1" fmla="*/ 448 h 448"/>
                <a:gd name="T2" fmla="*/ 32 w 299"/>
                <a:gd name="T3" fmla="*/ 448 h 448"/>
                <a:gd name="T4" fmla="*/ 0 w 299"/>
                <a:gd name="T5" fmla="*/ 417 h 448"/>
                <a:gd name="T6" fmla="*/ 0 w 299"/>
                <a:gd name="T7" fmla="*/ 32 h 448"/>
                <a:gd name="T8" fmla="*/ 32 w 299"/>
                <a:gd name="T9" fmla="*/ 0 h 448"/>
                <a:gd name="T10" fmla="*/ 268 w 299"/>
                <a:gd name="T11" fmla="*/ 0 h 448"/>
                <a:gd name="T12" fmla="*/ 299 w 299"/>
                <a:gd name="T13" fmla="*/ 32 h 448"/>
                <a:gd name="T14" fmla="*/ 299 w 299"/>
                <a:gd name="T15" fmla="*/ 417 h 448"/>
                <a:gd name="T16" fmla="*/ 268 w 299"/>
                <a:gd name="T17" fmla="*/ 44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9" h="448">
                  <a:moveTo>
                    <a:pt x="268" y="448"/>
                  </a:moveTo>
                  <a:cubicBezTo>
                    <a:pt x="32" y="448"/>
                    <a:pt x="32" y="448"/>
                    <a:pt x="32" y="448"/>
                  </a:cubicBezTo>
                  <a:cubicBezTo>
                    <a:pt x="14" y="448"/>
                    <a:pt x="0" y="434"/>
                    <a:pt x="0" y="417"/>
                  </a:cubicBezTo>
                  <a:cubicBezTo>
                    <a:pt x="0" y="32"/>
                    <a:pt x="0" y="32"/>
                    <a:pt x="0" y="32"/>
                  </a:cubicBezTo>
                  <a:cubicBezTo>
                    <a:pt x="0" y="14"/>
                    <a:pt x="14" y="0"/>
                    <a:pt x="32" y="0"/>
                  </a:cubicBezTo>
                  <a:cubicBezTo>
                    <a:pt x="268" y="0"/>
                    <a:pt x="268" y="0"/>
                    <a:pt x="268" y="0"/>
                  </a:cubicBezTo>
                  <a:cubicBezTo>
                    <a:pt x="285" y="0"/>
                    <a:pt x="299" y="14"/>
                    <a:pt x="299" y="32"/>
                  </a:cubicBezTo>
                  <a:cubicBezTo>
                    <a:pt x="299" y="417"/>
                    <a:pt x="299" y="417"/>
                    <a:pt x="299" y="417"/>
                  </a:cubicBezTo>
                  <a:cubicBezTo>
                    <a:pt x="299" y="434"/>
                    <a:pt x="285" y="448"/>
                    <a:pt x="268" y="448"/>
                  </a:cubicBezTo>
                  <a:close/>
                </a:path>
              </a:pathLst>
            </a:custGeom>
            <a:solidFill>
              <a:srgbClr val="BCCA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3" name="矩形 2092">
              <a:extLst>
                <a:ext uri="{FF2B5EF4-FFF2-40B4-BE49-F238E27FC236}">
                  <a16:creationId xmlns:a16="http://schemas.microsoft.com/office/drawing/2014/main" id="{055172DA-989F-B168-A149-8CF70B52EAE2}"/>
                </a:ext>
              </a:extLst>
            </p:cNvPr>
            <p:cNvSpPr/>
            <p:nvPr/>
          </p:nvSpPr>
          <p:spPr bwMode="auto">
            <a:xfrm>
              <a:off x="6705858" y="3359186"/>
              <a:ext cx="887311" cy="36934"/>
            </a:xfrm>
            <a:prstGeom prst="rect">
              <a:avLst/>
            </a:prstGeom>
            <a:solidFill>
              <a:srgbClr val="F7F6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4" name="矩形 2093">
              <a:extLst>
                <a:ext uri="{FF2B5EF4-FFF2-40B4-BE49-F238E27FC236}">
                  <a16:creationId xmlns:a16="http://schemas.microsoft.com/office/drawing/2014/main" id="{730820B1-26BB-DC1B-5E55-64AFE12F2A1C}"/>
                </a:ext>
              </a:extLst>
            </p:cNvPr>
            <p:cNvSpPr/>
            <p:nvPr/>
          </p:nvSpPr>
          <p:spPr bwMode="auto">
            <a:xfrm>
              <a:off x="6705858" y="3427649"/>
              <a:ext cx="480139" cy="36934"/>
            </a:xfrm>
            <a:prstGeom prst="rect">
              <a:avLst/>
            </a:prstGeom>
            <a:solidFill>
              <a:srgbClr val="F7F6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5" name="任意多边形 85">
              <a:extLst>
                <a:ext uri="{FF2B5EF4-FFF2-40B4-BE49-F238E27FC236}">
                  <a16:creationId xmlns:a16="http://schemas.microsoft.com/office/drawing/2014/main" id="{CBDF1623-59D9-54CE-68D3-CA8A084BD5DE}"/>
                </a:ext>
              </a:extLst>
            </p:cNvPr>
            <p:cNvSpPr/>
            <p:nvPr/>
          </p:nvSpPr>
          <p:spPr bwMode="auto">
            <a:xfrm>
              <a:off x="5494250" y="3584392"/>
              <a:ext cx="459420" cy="688229"/>
            </a:xfrm>
            <a:custGeom>
              <a:avLst/>
              <a:gdLst>
                <a:gd name="T0" fmla="*/ 268 w 299"/>
                <a:gd name="T1" fmla="*/ 448 h 448"/>
                <a:gd name="T2" fmla="*/ 32 w 299"/>
                <a:gd name="T3" fmla="*/ 448 h 448"/>
                <a:gd name="T4" fmla="*/ 0 w 299"/>
                <a:gd name="T5" fmla="*/ 417 h 448"/>
                <a:gd name="T6" fmla="*/ 0 w 299"/>
                <a:gd name="T7" fmla="*/ 32 h 448"/>
                <a:gd name="T8" fmla="*/ 32 w 299"/>
                <a:gd name="T9" fmla="*/ 0 h 448"/>
                <a:gd name="T10" fmla="*/ 268 w 299"/>
                <a:gd name="T11" fmla="*/ 0 h 448"/>
                <a:gd name="T12" fmla="*/ 299 w 299"/>
                <a:gd name="T13" fmla="*/ 32 h 448"/>
                <a:gd name="T14" fmla="*/ 299 w 299"/>
                <a:gd name="T15" fmla="*/ 417 h 448"/>
                <a:gd name="T16" fmla="*/ 268 w 299"/>
                <a:gd name="T17" fmla="*/ 44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9" h="448">
                  <a:moveTo>
                    <a:pt x="268" y="448"/>
                  </a:moveTo>
                  <a:cubicBezTo>
                    <a:pt x="32" y="448"/>
                    <a:pt x="32" y="448"/>
                    <a:pt x="32" y="448"/>
                  </a:cubicBezTo>
                  <a:cubicBezTo>
                    <a:pt x="14" y="448"/>
                    <a:pt x="0" y="434"/>
                    <a:pt x="0" y="417"/>
                  </a:cubicBezTo>
                  <a:cubicBezTo>
                    <a:pt x="0" y="32"/>
                    <a:pt x="0" y="32"/>
                    <a:pt x="0" y="32"/>
                  </a:cubicBezTo>
                  <a:cubicBezTo>
                    <a:pt x="0" y="14"/>
                    <a:pt x="14" y="0"/>
                    <a:pt x="32" y="0"/>
                  </a:cubicBezTo>
                  <a:cubicBezTo>
                    <a:pt x="268" y="0"/>
                    <a:pt x="268" y="0"/>
                    <a:pt x="268" y="0"/>
                  </a:cubicBezTo>
                  <a:cubicBezTo>
                    <a:pt x="285" y="0"/>
                    <a:pt x="299" y="14"/>
                    <a:pt x="299" y="32"/>
                  </a:cubicBezTo>
                  <a:cubicBezTo>
                    <a:pt x="299" y="417"/>
                    <a:pt x="299" y="417"/>
                    <a:pt x="299" y="417"/>
                  </a:cubicBezTo>
                  <a:cubicBezTo>
                    <a:pt x="299" y="434"/>
                    <a:pt x="285" y="448"/>
                    <a:pt x="268" y="448"/>
                  </a:cubicBezTo>
                  <a:close/>
                </a:path>
              </a:pathLst>
            </a:custGeom>
            <a:solidFill>
              <a:srgbClr val="BCCA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6" name="任意多边形 86">
              <a:extLst>
                <a:ext uri="{FF2B5EF4-FFF2-40B4-BE49-F238E27FC236}">
                  <a16:creationId xmlns:a16="http://schemas.microsoft.com/office/drawing/2014/main" id="{E2FA17DB-20B1-D5CB-D2DC-AE6A695D7B65}"/>
                </a:ext>
              </a:extLst>
            </p:cNvPr>
            <p:cNvSpPr/>
            <p:nvPr/>
          </p:nvSpPr>
          <p:spPr bwMode="auto">
            <a:xfrm>
              <a:off x="6076182" y="3584392"/>
              <a:ext cx="459420" cy="688229"/>
            </a:xfrm>
            <a:custGeom>
              <a:avLst/>
              <a:gdLst>
                <a:gd name="T0" fmla="*/ 267 w 299"/>
                <a:gd name="T1" fmla="*/ 448 h 448"/>
                <a:gd name="T2" fmla="*/ 32 w 299"/>
                <a:gd name="T3" fmla="*/ 448 h 448"/>
                <a:gd name="T4" fmla="*/ 0 w 299"/>
                <a:gd name="T5" fmla="*/ 417 h 448"/>
                <a:gd name="T6" fmla="*/ 0 w 299"/>
                <a:gd name="T7" fmla="*/ 32 h 448"/>
                <a:gd name="T8" fmla="*/ 32 w 299"/>
                <a:gd name="T9" fmla="*/ 0 h 448"/>
                <a:gd name="T10" fmla="*/ 267 w 299"/>
                <a:gd name="T11" fmla="*/ 0 h 448"/>
                <a:gd name="T12" fmla="*/ 299 w 299"/>
                <a:gd name="T13" fmla="*/ 32 h 448"/>
                <a:gd name="T14" fmla="*/ 299 w 299"/>
                <a:gd name="T15" fmla="*/ 417 h 448"/>
                <a:gd name="T16" fmla="*/ 267 w 299"/>
                <a:gd name="T17" fmla="*/ 44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9" h="448">
                  <a:moveTo>
                    <a:pt x="267" y="448"/>
                  </a:moveTo>
                  <a:cubicBezTo>
                    <a:pt x="32" y="448"/>
                    <a:pt x="32" y="448"/>
                    <a:pt x="32" y="448"/>
                  </a:cubicBezTo>
                  <a:cubicBezTo>
                    <a:pt x="14" y="448"/>
                    <a:pt x="0" y="434"/>
                    <a:pt x="0" y="417"/>
                  </a:cubicBezTo>
                  <a:cubicBezTo>
                    <a:pt x="0" y="32"/>
                    <a:pt x="0" y="32"/>
                    <a:pt x="0" y="32"/>
                  </a:cubicBezTo>
                  <a:cubicBezTo>
                    <a:pt x="0" y="14"/>
                    <a:pt x="14" y="0"/>
                    <a:pt x="32" y="0"/>
                  </a:cubicBezTo>
                  <a:cubicBezTo>
                    <a:pt x="267" y="0"/>
                    <a:pt x="267" y="0"/>
                    <a:pt x="267" y="0"/>
                  </a:cubicBezTo>
                  <a:cubicBezTo>
                    <a:pt x="285" y="0"/>
                    <a:pt x="299" y="14"/>
                    <a:pt x="299" y="32"/>
                  </a:cubicBezTo>
                  <a:cubicBezTo>
                    <a:pt x="299" y="417"/>
                    <a:pt x="299" y="417"/>
                    <a:pt x="299" y="417"/>
                  </a:cubicBezTo>
                  <a:cubicBezTo>
                    <a:pt x="299" y="434"/>
                    <a:pt x="285" y="448"/>
                    <a:pt x="267" y="448"/>
                  </a:cubicBezTo>
                  <a:close/>
                </a:path>
              </a:pathLst>
            </a:custGeom>
            <a:solidFill>
              <a:srgbClr val="BCCA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7" name="任意多边形 87">
              <a:extLst>
                <a:ext uri="{FF2B5EF4-FFF2-40B4-BE49-F238E27FC236}">
                  <a16:creationId xmlns:a16="http://schemas.microsoft.com/office/drawing/2014/main" id="{883C9C54-96AF-8C20-1300-B3FD3AF425BC}"/>
                </a:ext>
              </a:extLst>
            </p:cNvPr>
            <p:cNvSpPr/>
            <p:nvPr/>
          </p:nvSpPr>
          <p:spPr bwMode="auto">
            <a:xfrm>
              <a:off x="4912318" y="3042997"/>
              <a:ext cx="1627788" cy="446808"/>
            </a:xfrm>
            <a:custGeom>
              <a:avLst/>
              <a:gdLst>
                <a:gd name="T0" fmla="*/ 0 w 1060"/>
                <a:gd name="T1" fmla="*/ 248 h 291"/>
                <a:gd name="T2" fmla="*/ 156 w 1060"/>
                <a:gd name="T3" fmla="*/ 92 h 291"/>
                <a:gd name="T4" fmla="*/ 216 w 1060"/>
                <a:gd name="T5" fmla="*/ 92 h 291"/>
                <a:gd name="T6" fmla="*/ 254 w 1060"/>
                <a:gd name="T7" fmla="*/ 130 h 291"/>
                <a:gd name="T8" fmla="*/ 314 w 1060"/>
                <a:gd name="T9" fmla="*/ 130 h 291"/>
                <a:gd name="T10" fmla="*/ 314 w 1060"/>
                <a:gd name="T11" fmla="*/ 130 h 291"/>
                <a:gd name="T12" fmla="*/ 374 w 1060"/>
                <a:gd name="T13" fmla="*/ 130 h 291"/>
                <a:gd name="T14" fmla="*/ 430 w 1060"/>
                <a:gd name="T15" fmla="*/ 187 h 291"/>
                <a:gd name="T16" fmla="*/ 490 w 1060"/>
                <a:gd name="T17" fmla="*/ 187 h 291"/>
                <a:gd name="T18" fmla="*/ 660 w 1060"/>
                <a:gd name="T19" fmla="*/ 17 h 291"/>
                <a:gd name="T20" fmla="*/ 720 w 1060"/>
                <a:gd name="T21" fmla="*/ 17 h 291"/>
                <a:gd name="T22" fmla="*/ 800 w 1060"/>
                <a:gd name="T23" fmla="*/ 97 h 291"/>
                <a:gd name="T24" fmla="*/ 859 w 1060"/>
                <a:gd name="T25" fmla="*/ 97 h 291"/>
                <a:gd name="T26" fmla="*/ 889 w 1060"/>
                <a:gd name="T27" fmla="*/ 67 h 291"/>
                <a:gd name="T28" fmla="*/ 949 w 1060"/>
                <a:gd name="T29" fmla="*/ 67 h 291"/>
                <a:gd name="T30" fmla="*/ 1060 w 1060"/>
                <a:gd name="T31" fmla="*/ 179 h 291"/>
                <a:gd name="T32" fmla="*/ 1060 w 1060"/>
                <a:gd name="T33" fmla="*/ 291 h 291"/>
                <a:gd name="T34" fmla="*/ 0 w 1060"/>
                <a:gd name="T35" fmla="*/ 291 h 291"/>
                <a:gd name="T36" fmla="*/ 0 w 1060"/>
                <a:gd name="T37" fmla="*/ 248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60" h="291">
                  <a:moveTo>
                    <a:pt x="0" y="248"/>
                  </a:moveTo>
                  <a:cubicBezTo>
                    <a:pt x="156" y="92"/>
                    <a:pt x="156" y="92"/>
                    <a:pt x="156" y="92"/>
                  </a:cubicBezTo>
                  <a:cubicBezTo>
                    <a:pt x="172" y="76"/>
                    <a:pt x="199" y="76"/>
                    <a:pt x="216" y="92"/>
                  </a:cubicBezTo>
                  <a:cubicBezTo>
                    <a:pt x="254" y="130"/>
                    <a:pt x="254" y="130"/>
                    <a:pt x="254" y="130"/>
                  </a:cubicBezTo>
                  <a:cubicBezTo>
                    <a:pt x="271" y="147"/>
                    <a:pt x="297" y="147"/>
                    <a:pt x="314" y="130"/>
                  </a:cubicBezTo>
                  <a:cubicBezTo>
                    <a:pt x="314" y="130"/>
                    <a:pt x="314" y="130"/>
                    <a:pt x="314" y="130"/>
                  </a:cubicBezTo>
                  <a:cubicBezTo>
                    <a:pt x="330" y="114"/>
                    <a:pt x="357" y="114"/>
                    <a:pt x="374" y="130"/>
                  </a:cubicBezTo>
                  <a:cubicBezTo>
                    <a:pt x="430" y="187"/>
                    <a:pt x="430" y="187"/>
                    <a:pt x="430" y="187"/>
                  </a:cubicBezTo>
                  <a:cubicBezTo>
                    <a:pt x="446" y="203"/>
                    <a:pt x="473" y="203"/>
                    <a:pt x="490" y="187"/>
                  </a:cubicBezTo>
                  <a:cubicBezTo>
                    <a:pt x="660" y="17"/>
                    <a:pt x="660" y="17"/>
                    <a:pt x="660" y="17"/>
                  </a:cubicBezTo>
                  <a:cubicBezTo>
                    <a:pt x="676" y="0"/>
                    <a:pt x="703" y="0"/>
                    <a:pt x="720" y="17"/>
                  </a:cubicBezTo>
                  <a:cubicBezTo>
                    <a:pt x="800" y="97"/>
                    <a:pt x="800" y="97"/>
                    <a:pt x="800" y="97"/>
                  </a:cubicBezTo>
                  <a:cubicBezTo>
                    <a:pt x="816" y="113"/>
                    <a:pt x="843" y="113"/>
                    <a:pt x="859" y="97"/>
                  </a:cubicBezTo>
                  <a:cubicBezTo>
                    <a:pt x="889" y="67"/>
                    <a:pt x="889" y="67"/>
                    <a:pt x="889" y="67"/>
                  </a:cubicBezTo>
                  <a:cubicBezTo>
                    <a:pt x="905" y="51"/>
                    <a:pt x="932" y="51"/>
                    <a:pt x="949" y="67"/>
                  </a:cubicBezTo>
                  <a:cubicBezTo>
                    <a:pt x="1060" y="179"/>
                    <a:pt x="1060" y="179"/>
                    <a:pt x="1060" y="179"/>
                  </a:cubicBezTo>
                  <a:cubicBezTo>
                    <a:pt x="1060" y="291"/>
                    <a:pt x="1060" y="291"/>
                    <a:pt x="1060" y="291"/>
                  </a:cubicBezTo>
                  <a:cubicBezTo>
                    <a:pt x="0" y="291"/>
                    <a:pt x="0" y="291"/>
                    <a:pt x="0" y="291"/>
                  </a:cubicBezTo>
                  <a:lnTo>
                    <a:pt x="0" y="248"/>
                  </a:lnTo>
                  <a:close/>
                </a:path>
              </a:pathLst>
            </a:custGeom>
            <a:solidFill>
              <a:srgbClr val="67BD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8" name="任意多边形 88">
              <a:extLst>
                <a:ext uri="{FF2B5EF4-FFF2-40B4-BE49-F238E27FC236}">
                  <a16:creationId xmlns:a16="http://schemas.microsoft.com/office/drawing/2014/main" id="{3C11918E-1412-8DC9-117E-E972AFD99195}"/>
                </a:ext>
              </a:extLst>
            </p:cNvPr>
            <p:cNvSpPr/>
            <p:nvPr/>
          </p:nvSpPr>
          <p:spPr bwMode="auto">
            <a:xfrm>
              <a:off x="5142929" y="3037592"/>
              <a:ext cx="190074" cy="31529"/>
            </a:xfrm>
            <a:custGeom>
              <a:avLst/>
              <a:gdLst>
                <a:gd name="T0" fmla="*/ 115 w 124"/>
                <a:gd name="T1" fmla="*/ 20 h 20"/>
                <a:gd name="T2" fmla="*/ 10 w 124"/>
                <a:gd name="T3" fmla="*/ 20 h 20"/>
                <a:gd name="T4" fmla="*/ 0 w 124"/>
                <a:gd name="T5" fmla="*/ 10 h 20"/>
                <a:gd name="T6" fmla="*/ 0 w 124"/>
                <a:gd name="T7" fmla="*/ 10 h 20"/>
                <a:gd name="T8" fmla="*/ 10 w 124"/>
                <a:gd name="T9" fmla="*/ 0 h 20"/>
                <a:gd name="T10" fmla="*/ 115 w 124"/>
                <a:gd name="T11" fmla="*/ 0 h 20"/>
                <a:gd name="T12" fmla="*/ 124 w 124"/>
                <a:gd name="T13" fmla="*/ 10 h 20"/>
                <a:gd name="T14" fmla="*/ 124 w 124"/>
                <a:gd name="T15" fmla="*/ 10 h 20"/>
                <a:gd name="T16" fmla="*/ 115 w 124"/>
                <a:gd name="T1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 h="20">
                  <a:moveTo>
                    <a:pt x="115" y="20"/>
                  </a:moveTo>
                  <a:cubicBezTo>
                    <a:pt x="10" y="20"/>
                    <a:pt x="10" y="20"/>
                    <a:pt x="10" y="20"/>
                  </a:cubicBezTo>
                  <a:cubicBezTo>
                    <a:pt x="4" y="20"/>
                    <a:pt x="0" y="15"/>
                    <a:pt x="0" y="10"/>
                  </a:cubicBezTo>
                  <a:cubicBezTo>
                    <a:pt x="0" y="10"/>
                    <a:pt x="0" y="10"/>
                    <a:pt x="0" y="10"/>
                  </a:cubicBezTo>
                  <a:cubicBezTo>
                    <a:pt x="0" y="5"/>
                    <a:pt x="4" y="0"/>
                    <a:pt x="10" y="0"/>
                  </a:cubicBezTo>
                  <a:cubicBezTo>
                    <a:pt x="115" y="0"/>
                    <a:pt x="115" y="0"/>
                    <a:pt x="115" y="0"/>
                  </a:cubicBezTo>
                  <a:cubicBezTo>
                    <a:pt x="120" y="0"/>
                    <a:pt x="124" y="5"/>
                    <a:pt x="124" y="10"/>
                  </a:cubicBezTo>
                  <a:cubicBezTo>
                    <a:pt x="124" y="10"/>
                    <a:pt x="124" y="10"/>
                    <a:pt x="124" y="10"/>
                  </a:cubicBezTo>
                  <a:cubicBezTo>
                    <a:pt x="124" y="15"/>
                    <a:pt x="120" y="20"/>
                    <a:pt x="115" y="20"/>
                  </a:cubicBezTo>
                  <a:close/>
                </a:path>
              </a:pathLst>
            </a:custGeom>
            <a:solidFill>
              <a:srgbClr val="BCCA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099" name="任意多边形 89">
              <a:extLst>
                <a:ext uri="{FF2B5EF4-FFF2-40B4-BE49-F238E27FC236}">
                  <a16:creationId xmlns:a16="http://schemas.microsoft.com/office/drawing/2014/main" id="{54AA6E0D-9855-C48E-13DC-EB45F1E89FB0}"/>
                </a:ext>
              </a:extLst>
            </p:cNvPr>
            <p:cNvSpPr/>
            <p:nvPr/>
          </p:nvSpPr>
          <p:spPr bwMode="auto">
            <a:xfrm>
              <a:off x="5383449" y="3037592"/>
              <a:ext cx="191876" cy="31529"/>
            </a:xfrm>
            <a:custGeom>
              <a:avLst/>
              <a:gdLst>
                <a:gd name="T0" fmla="*/ 115 w 125"/>
                <a:gd name="T1" fmla="*/ 20 h 20"/>
                <a:gd name="T2" fmla="*/ 10 w 125"/>
                <a:gd name="T3" fmla="*/ 20 h 20"/>
                <a:gd name="T4" fmla="*/ 0 w 125"/>
                <a:gd name="T5" fmla="*/ 10 h 20"/>
                <a:gd name="T6" fmla="*/ 0 w 125"/>
                <a:gd name="T7" fmla="*/ 10 h 20"/>
                <a:gd name="T8" fmla="*/ 10 w 125"/>
                <a:gd name="T9" fmla="*/ 0 h 20"/>
                <a:gd name="T10" fmla="*/ 115 w 125"/>
                <a:gd name="T11" fmla="*/ 0 h 20"/>
                <a:gd name="T12" fmla="*/ 125 w 125"/>
                <a:gd name="T13" fmla="*/ 10 h 20"/>
                <a:gd name="T14" fmla="*/ 125 w 125"/>
                <a:gd name="T15" fmla="*/ 10 h 20"/>
                <a:gd name="T16" fmla="*/ 115 w 125"/>
                <a:gd name="T1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20">
                  <a:moveTo>
                    <a:pt x="115" y="20"/>
                  </a:moveTo>
                  <a:cubicBezTo>
                    <a:pt x="10" y="20"/>
                    <a:pt x="10" y="20"/>
                    <a:pt x="10" y="20"/>
                  </a:cubicBezTo>
                  <a:cubicBezTo>
                    <a:pt x="5" y="20"/>
                    <a:pt x="0" y="15"/>
                    <a:pt x="0" y="10"/>
                  </a:cubicBezTo>
                  <a:cubicBezTo>
                    <a:pt x="0" y="10"/>
                    <a:pt x="0" y="10"/>
                    <a:pt x="0" y="10"/>
                  </a:cubicBezTo>
                  <a:cubicBezTo>
                    <a:pt x="0" y="5"/>
                    <a:pt x="5" y="0"/>
                    <a:pt x="10" y="0"/>
                  </a:cubicBezTo>
                  <a:cubicBezTo>
                    <a:pt x="115" y="0"/>
                    <a:pt x="115" y="0"/>
                    <a:pt x="115" y="0"/>
                  </a:cubicBezTo>
                  <a:cubicBezTo>
                    <a:pt x="120" y="0"/>
                    <a:pt x="125" y="5"/>
                    <a:pt x="125" y="10"/>
                  </a:cubicBezTo>
                  <a:cubicBezTo>
                    <a:pt x="125" y="10"/>
                    <a:pt x="125" y="10"/>
                    <a:pt x="125" y="10"/>
                  </a:cubicBezTo>
                  <a:cubicBezTo>
                    <a:pt x="125" y="15"/>
                    <a:pt x="120" y="20"/>
                    <a:pt x="115" y="20"/>
                  </a:cubicBezTo>
                  <a:close/>
                </a:path>
              </a:pathLst>
            </a:custGeom>
            <a:solidFill>
              <a:srgbClr val="BCCA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0" name="任意多边形 90">
              <a:extLst>
                <a:ext uri="{FF2B5EF4-FFF2-40B4-BE49-F238E27FC236}">
                  <a16:creationId xmlns:a16="http://schemas.microsoft.com/office/drawing/2014/main" id="{15D865BD-F260-5984-9262-47B5634E6BB3}"/>
                </a:ext>
              </a:extLst>
            </p:cNvPr>
            <p:cNvSpPr/>
            <p:nvPr/>
          </p:nvSpPr>
          <p:spPr bwMode="auto">
            <a:xfrm>
              <a:off x="5196979" y="3067320"/>
              <a:ext cx="44141" cy="98190"/>
            </a:xfrm>
            <a:custGeom>
              <a:avLst/>
              <a:gdLst>
                <a:gd name="T0" fmla="*/ 6 w 49"/>
                <a:gd name="T1" fmla="*/ 109 h 109"/>
                <a:gd name="T2" fmla="*/ 0 w 49"/>
                <a:gd name="T3" fmla="*/ 109 h 109"/>
                <a:gd name="T4" fmla="*/ 0 w 49"/>
                <a:gd name="T5" fmla="*/ 44 h 109"/>
                <a:gd name="T6" fmla="*/ 44 w 49"/>
                <a:gd name="T7" fmla="*/ 0 h 109"/>
                <a:gd name="T8" fmla="*/ 49 w 49"/>
                <a:gd name="T9" fmla="*/ 5 h 109"/>
                <a:gd name="T10" fmla="*/ 6 w 49"/>
                <a:gd name="T11" fmla="*/ 48 h 109"/>
                <a:gd name="T12" fmla="*/ 6 w 49"/>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49" h="109">
                  <a:moveTo>
                    <a:pt x="6" y="109"/>
                  </a:moveTo>
                  <a:lnTo>
                    <a:pt x="0" y="109"/>
                  </a:lnTo>
                  <a:lnTo>
                    <a:pt x="0" y="44"/>
                  </a:lnTo>
                  <a:lnTo>
                    <a:pt x="44" y="0"/>
                  </a:lnTo>
                  <a:lnTo>
                    <a:pt x="49" y="5"/>
                  </a:lnTo>
                  <a:lnTo>
                    <a:pt x="6" y="48"/>
                  </a:lnTo>
                  <a:lnTo>
                    <a:pt x="6" y="109"/>
                  </a:lnTo>
                  <a:close/>
                </a:path>
              </a:pathLst>
            </a:custGeom>
            <a:solidFill>
              <a:srgbClr val="67BD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1" name="任意多边形 91">
              <a:extLst>
                <a:ext uri="{FF2B5EF4-FFF2-40B4-BE49-F238E27FC236}">
                  <a16:creationId xmlns:a16="http://schemas.microsoft.com/office/drawing/2014/main" id="{7F759CD1-22C2-13FC-5C3E-EDE3E9674E42}"/>
                </a:ext>
              </a:extLst>
            </p:cNvPr>
            <p:cNvSpPr/>
            <p:nvPr/>
          </p:nvSpPr>
          <p:spPr bwMode="auto">
            <a:xfrm>
              <a:off x="6266256" y="3037592"/>
              <a:ext cx="190975" cy="31529"/>
            </a:xfrm>
            <a:custGeom>
              <a:avLst/>
              <a:gdLst>
                <a:gd name="T0" fmla="*/ 114 w 124"/>
                <a:gd name="T1" fmla="*/ 20 h 20"/>
                <a:gd name="T2" fmla="*/ 9 w 124"/>
                <a:gd name="T3" fmla="*/ 20 h 20"/>
                <a:gd name="T4" fmla="*/ 0 w 124"/>
                <a:gd name="T5" fmla="*/ 10 h 20"/>
                <a:gd name="T6" fmla="*/ 0 w 124"/>
                <a:gd name="T7" fmla="*/ 10 h 20"/>
                <a:gd name="T8" fmla="*/ 9 w 124"/>
                <a:gd name="T9" fmla="*/ 0 h 20"/>
                <a:gd name="T10" fmla="*/ 114 w 124"/>
                <a:gd name="T11" fmla="*/ 0 h 20"/>
                <a:gd name="T12" fmla="*/ 124 w 124"/>
                <a:gd name="T13" fmla="*/ 10 h 20"/>
                <a:gd name="T14" fmla="*/ 124 w 124"/>
                <a:gd name="T15" fmla="*/ 10 h 20"/>
                <a:gd name="T16" fmla="*/ 114 w 124"/>
                <a:gd name="T1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 h="20">
                  <a:moveTo>
                    <a:pt x="114" y="20"/>
                  </a:moveTo>
                  <a:cubicBezTo>
                    <a:pt x="9" y="20"/>
                    <a:pt x="9" y="20"/>
                    <a:pt x="9" y="20"/>
                  </a:cubicBezTo>
                  <a:cubicBezTo>
                    <a:pt x="4" y="20"/>
                    <a:pt x="0" y="15"/>
                    <a:pt x="0" y="10"/>
                  </a:cubicBezTo>
                  <a:cubicBezTo>
                    <a:pt x="0" y="10"/>
                    <a:pt x="0" y="10"/>
                    <a:pt x="0" y="10"/>
                  </a:cubicBezTo>
                  <a:cubicBezTo>
                    <a:pt x="0" y="5"/>
                    <a:pt x="4" y="0"/>
                    <a:pt x="9" y="0"/>
                  </a:cubicBezTo>
                  <a:cubicBezTo>
                    <a:pt x="114" y="0"/>
                    <a:pt x="114" y="0"/>
                    <a:pt x="114" y="0"/>
                  </a:cubicBezTo>
                  <a:cubicBezTo>
                    <a:pt x="120" y="0"/>
                    <a:pt x="124" y="5"/>
                    <a:pt x="124" y="10"/>
                  </a:cubicBezTo>
                  <a:cubicBezTo>
                    <a:pt x="124" y="10"/>
                    <a:pt x="124" y="10"/>
                    <a:pt x="124" y="10"/>
                  </a:cubicBezTo>
                  <a:cubicBezTo>
                    <a:pt x="124" y="15"/>
                    <a:pt x="120" y="20"/>
                    <a:pt x="114" y="20"/>
                  </a:cubicBezTo>
                  <a:close/>
                </a:path>
              </a:pathLst>
            </a:custGeom>
            <a:solidFill>
              <a:srgbClr val="BCCA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2" name="任意多边形 92">
              <a:extLst>
                <a:ext uri="{FF2B5EF4-FFF2-40B4-BE49-F238E27FC236}">
                  <a16:creationId xmlns:a16="http://schemas.microsoft.com/office/drawing/2014/main" id="{7242B168-8534-289C-3646-7E4CAD98CBF7}"/>
                </a:ext>
              </a:extLst>
            </p:cNvPr>
            <p:cNvSpPr/>
            <p:nvPr/>
          </p:nvSpPr>
          <p:spPr bwMode="auto">
            <a:xfrm>
              <a:off x="6318504" y="3067320"/>
              <a:ext cx="45041" cy="98190"/>
            </a:xfrm>
            <a:custGeom>
              <a:avLst/>
              <a:gdLst>
                <a:gd name="T0" fmla="*/ 7 w 50"/>
                <a:gd name="T1" fmla="*/ 109 h 109"/>
                <a:gd name="T2" fmla="*/ 0 w 50"/>
                <a:gd name="T3" fmla="*/ 109 h 109"/>
                <a:gd name="T4" fmla="*/ 0 w 50"/>
                <a:gd name="T5" fmla="*/ 44 h 109"/>
                <a:gd name="T6" fmla="*/ 45 w 50"/>
                <a:gd name="T7" fmla="*/ 0 h 109"/>
                <a:gd name="T8" fmla="*/ 50 w 50"/>
                <a:gd name="T9" fmla="*/ 5 h 109"/>
                <a:gd name="T10" fmla="*/ 7 w 50"/>
                <a:gd name="T11" fmla="*/ 48 h 109"/>
                <a:gd name="T12" fmla="*/ 7 w 50"/>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50" h="109">
                  <a:moveTo>
                    <a:pt x="7" y="109"/>
                  </a:moveTo>
                  <a:lnTo>
                    <a:pt x="0" y="109"/>
                  </a:lnTo>
                  <a:lnTo>
                    <a:pt x="0" y="44"/>
                  </a:lnTo>
                  <a:lnTo>
                    <a:pt x="45" y="0"/>
                  </a:lnTo>
                  <a:lnTo>
                    <a:pt x="50" y="5"/>
                  </a:lnTo>
                  <a:lnTo>
                    <a:pt x="7" y="48"/>
                  </a:lnTo>
                  <a:lnTo>
                    <a:pt x="7" y="109"/>
                  </a:lnTo>
                  <a:close/>
                </a:path>
              </a:pathLst>
            </a:custGeom>
            <a:solidFill>
              <a:srgbClr val="67BD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3" name="任意多边形 93">
              <a:extLst>
                <a:ext uri="{FF2B5EF4-FFF2-40B4-BE49-F238E27FC236}">
                  <a16:creationId xmlns:a16="http://schemas.microsoft.com/office/drawing/2014/main" id="{51C1EA61-627E-75AF-5AEC-B36259011EA1}"/>
                </a:ext>
              </a:extLst>
            </p:cNvPr>
            <p:cNvSpPr/>
            <p:nvPr/>
          </p:nvSpPr>
          <p:spPr bwMode="auto">
            <a:xfrm>
              <a:off x="5437499" y="3067320"/>
              <a:ext cx="45041" cy="156743"/>
            </a:xfrm>
            <a:custGeom>
              <a:avLst/>
              <a:gdLst>
                <a:gd name="T0" fmla="*/ 7 w 50"/>
                <a:gd name="T1" fmla="*/ 174 h 174"/>
                <a:gd name="T2" fmla="*/ 0 w 50"/>
                <a:gd name="T3" fmla="*/ 174 h 174"/>
                <a:gd name="T4" fmla="*/ 0 w 50"/>
                <a:gd name="T5" fmla="*/ 44 h 174"/>
                <a:gd name="T6" fmla="*/ 44 w 50"/>
                <a:gd name="T7" fmla="*/ 0 h 174"/>
                <a:gd name="T8" fmla="*/ 50 w 50"/>
                <a:gd name="T9" fmla="*/ 5 h 174"/>
                <a:gd name="T10" fmla="*/ 7 w 50"/>
                <a:gd name="T11" fmla="*/ 46 h 174"/>
                <a:gd name="T12" fmla="*/ 7 w 50"/>
                <a:gd name="T13" fmla="*/ 174 h 174"/>
              </a:gdLst>
              <a:ahLst/>
              <a:cxnLst>
                <a:cxn ang="0">
                  <a:pos x="T0" y="T1"/>
                </a:cxn>
                <a:cxn ang="0">
                  <a:pos x="T2" y="T3"/>
                </a:cxn>
                <a:cxn ang="0">
                  <a:pos x="T4" y="T5"/>
                </a:cxn>
                <a:cxn ang="0">
                  <a:pos x="T6" y="T7"/>
                </a:cxn>
                <a:cxn ang="0">
                  <a:pos x="T8" y="T9"/>
                </a:cxn>
                <a:cxn ang="0">
                  <a:pos x="T10" y="T11"/>
                </a:cxn>
                <a:cxn ang="0">
                  <a:pos x="T12" y="T13"/>
                </a:cxn>
              </a:cxnLst>
              <a:rect l="0" t="0" r="r" b="b"/>
              <a:pathLst>
                <a:path w="50" h="174">
                  <a:moveTo>
                    <a:pt x="7" y="174"/>
                  </a:moveTo>
                  <a:lnTo>
                    <a:pt x="0" y="174"/>
                  </a:lnTo>
                  <a:lnTo>
                    <a:pt x="0" y="44"/>
                  </a:lnTo>
                  <a:lnTo>
                    <a:pt x="44" y="0"/>
                  </a:lnTo>
                  <a:lnTo>
                    <a:pt x="50" y="5"/>
                  </a:lnTo>
                  <a:lnTo>
                    <a:pt x="7" y="46"/>
                  </a:lnTo>
                  <a:lnTo>
                    <a:pt x="7" y="174"/>
                  </a:lnTo>
                  <a:close/>
                </a:path>
              </a:pathLst>
            </a:custGeom>
            <a:solidFill>
              <a:srgbClr val="67BD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4" name="椭圆 2103">
              <a:extLst>
                <a:ext uri="{FF2B5EF4-FFF2-40B4-BE49-F238E27FC236}">
                  <a16:creationId xmlns:a16="http://schemas.microsoft.com/office/drawing/2014/main" id="{F3C67735-362D-F37C-D9FA-7166B7D35F81}"/>
                </a:ext>
              </a:extLst>
            </p:cNvPr>
            <p:cNvSpPr/>
            <p:nvPr/>
          </p:nvSpPr>
          <p:spPr bwMode="auto">
            <a:xfrm>
              <a:off x="4973574" y="2818692"/>
              <a:ext cx="108099" cy="105397"/>
            </a:xfrm>
            <a:prstGeom prst="ellipse">
              <a:avLst/>
            </a:prstGeom>
            <a:solidFill>
              <a:srgbClr val="7587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5" name="矩形 2104">
              <a:extLst>
                <a:ext uri="{FF2B5EF4-FFF2-40B4-BE49-F238E27FC236}">
                  <a16:creationId xmlns:a16="http://schemas.microsoft.com/office/drawing/2014/main" id="{032A895B-2A57-0D16-F447-AE9B77B310C3}"/>
                </a:ext>
              </a:extLst>
            </p:cNvPr>
            <p:cNvSpPr/>
            <p:nvPr/>
          </p:nvSpPr>
          <p:spPr bwMode="auto">
            <a:xfrm>
              <a:off x="5191574" y="2853824"/>
              <a:ext cx="461222" cy="36934"/>
            </a:xfrm>
            <a:prstGeom prst="rect">
              <a:avLst/>
            </a:prstGeom>
            <a:solidFill>
              <a:srgbClr val="F7F6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6" name="矩形 2105">
              <a:extLst>
                <a:ext uri="{FF2B5EF4-FFF2-40B4-BE49-F238E27FC236}">
                  <a16:creationId xmlns:a16="http://schemas.microsoft.com/office/drawing/2014/main" id="{D9A813CF-F00B-F302-1EAE-E7F711155742}"/>
                </a:ext>
              </a:extLst>
            </p:cNvPr>
            <p:cNvSpPr/>
            <p:nvPr/>
          </p:nvSpPr>
          <p:spPr bwMode="auto">
            <a:xfrm>
              <a:off x="5786117" y="2853824"/>
              <a:ext cx="460321" cy="36934"/>
            </a:xfrm>
            <a:prstGeom prst="rect">
              <a:avLst/>
            </a:prstGeom>
            <a:solidFill>
              <a:srgbClr val="F7F6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7" name="矩形 2106">
              <a:extLst>
                <a:ext uri="{FF2B5EF4-FFF2-40B4-BE49-F238E27FC236}">
                  <a16:creationId xmlns:a16="http://schemas.microsoft.com/office/drawing/2014/main" id="{4049629B-C5A9-BEDE-344D-F8D8A2B8823C}"/>
                </a:ext>
              </a:extLst>
            </p:cNvPr>
            <p:cNvSpPr/>
            <p:nvPr/>
          </p:nvSpPr>
          <p:spPr bwMode="auto">
            <a:xfrm>
              <a:off x="6380661" y="2853824"/>
              <a:ext cx="460321" cy="36934"/>
            </a:xfrm>
            <a:prstGeom prst="rect">
              <a:avLst/>
            </a:prstGeom>
            <a:solidFill>
              <a:srgbClr val="F7F6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8" name="矩形 2107">
              <a:extLst>
                <a:ext uri="{FF2B5EF4-FFF2-40B4-BE49-F238E27FC236}">
                  <a16:creationId xmlns:a16="http://schemas.microsoft.com/office/drawing/2014/main" id="{230E33D1-F7AD-F19F-8022-86772355E1E6}"/>
                </a:ext>
              </a:extLst>
            </p:cNvPr>
            <p:cNvSpPr/>
            <p:nvPr/>
          </p:nvSpPr>
          <p:spPr bwMode="auto">
            <a:xfrm>
              <a:off x="6974304" y="2853824"/>
              <a:ext cx="459420" cy="36934"/>
            </a:xfrm>
            <a:prstGeom prst="rect">
              <a:avLst/>
            </a:prstGeom>
            <a:solidFill>
              <a:srgbClr val="F7F6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09" name="矩形 2108">
              <a:extLst>
                <a:ext uri="{FF2B5EF4-FFF2-40B4-BE49-F238E27FC236}">
                  <a16:creationId xmlns:a16="http://schemas.microsoft.com/office/drawing/2014/main" id="{1D9B2774-A9AD-8CA8-3A01-4EB8A31A4D61}"/>
                </a:ext>
              </a:extLst>
            </p:cNvPr>
            <p:cNvSpPr/>
            <p:nvPr/>
          </p:nvSpPr>
          <p:spPr bwMode="auto">
            <a:xfrm>
              <a:off x="6705858" y="3110559"/>
              <a:ext cx="905328" cy="211694"/>
            </a:xfrm>
            <a:prstGeom prst="rect">
              <a:avLst/>
            </a:prstGeom>
            <a:solidFill>
              <a:srgbClr val="67BD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0" name="任意多边形 100">
              <a:extLst>
                <a:ext uri="{FF2B5EF4-FFF2-40B4-BE49-F238E27FC236}">
                  <a16:creationId xmlns:a16="http://schemas.microsoft.com/office/drawing/2014/main" id="{A09125B3-967A-E658-4619-A971536F2C19}"/>
                </a:ext>
              </a:extLst>
            </p:cNvPr>
            <p:cNvSpPr/>
            <p:nvPr/>
          </p:nvSpPr>
          <p:spPr bwMode="auto">
            <a:xfrm>
              <a:off x="5342011" y="4087052"/>
              <a:ext cx="298173" cy="257636"/>
            </a:xfrm>
            <a:custGeom>
              <a:avLst/>
              <a:gdLst>
                <a:gd name="T0" fmla="*/ 6 w 194"/>
                <a:gd name="T1" fmla="*/ 142 h 168"/>
                <a:gd name="T2" fmla="*/ 95 w 194"/>
                <a:gd name="T3" fmla="*/ 114 h 168"/>
                <a:gd name="T4" fmla="*/ 130 w 194"/>
                <a:gd name="T5" fmla="*/ 45 h 168"/>
                <a:gd name="T6" fmla="*/ 119 w 194"/>
                <a:gd name="T7" fmla="*/ 9 h 168"/>
                <a:gd name="T8" fmla="*/ 188 w 194"/>
                <a:gd name="T9" fmla="*/ 0 h 168"/>
                <a:gd name="T10" fmla="*/ 193 w 194"/>
                <a:gd name="T11" fmla="*/ 38 h 168"/>
                <a:gd name="T12" fmla="*/ 157 w 194"/>
                <a:gd name="T13" fmla="*/ 133 h 168"/>
                <a:gd name="T14" fmla="*/ 97 w 194"/>
                <a:gd name="T15" fmla="*/ 163 h 168"/>
                <a:gd name="T16" fmla="*/ 10 w 194"/>
                <a:gd name="T17" fmla="*/ 168 h 168"/>
                <a:gd name="T18" fmla="*/ 6 w 194"/>
                <a:gd name="T19" fmla="*/ 142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168">
                  <a:moveTo>
                    <a:pt x="6" y="142"/>
                  </a:moveTo>
                  <a:cubicBezTo>
                    <a:pt x="33" y="139"/>
                    <a:pt x="73" y="130"/>
                    <a:pt x="95" y="114"/>
                  </a:cubicBezTo>
                  <a:cubicBezTo>
                    <a:pt x="117" y="98"/>
                    <a:pt x="132" y="72"/>
                    <a:pt x="130" y="45"/>
                  </a:cubicBezTo>
                  <a:cubicBezTo>
                    <a:pt x="129" y="32"/>
                    <a:pt x="124" y="20"/>
                    <a:pt x="119" y="9"/>
                  </a:cubicBezTo>
                  <a:cubicBezTo>
                    <a:pt x="188" y="0"/>
                    <a:pt x="188" y="0"/>
                    <a:pt x="188" y="0"/>
                  </a:cubicBezTo>
                  <a:cubicBezTo>
                    <a:pt x="191" y="13"/>
                    <a:pt x="193" y="25"/>
                    <a:pt x="193" y="38"/>
                  </a:cubicBezTo>
                  <a:cubicBezTo>
                    <a:pt x="194" y="73"/>
                    <a:pt x="183" y="110"/>
                    <a:pt x="157" y="133"/>
                  </a:cubicBezTo>
                  <a:cubicBezTo>
                    <a:pt x="140" y="149"/>
                    <a:pt x="119" y="158"/>
                    <a:pt x="97" y="163"/>
                  </a:cubicBezTo>
                  <a:cubicBezTo>
                    <a:pt x="74" y="167"/>
                    <a:pt x="32" y="168"/>
                    <a:pt x="10" y="168"/>
                  </a:cubicBezTo>
                  <a:cubicBezTo>
                    <a:pt x="3" y="168"/>
                    <a:pt x="0" y="143"/>
                    <a:pt x="6" y="14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1" name="任意多边形 101">
              <a:extLst>
                <a:ext uri="{FF2B5EF4-FFF2-40B4-BE49-F238E27FC236}">
                  <a16:creationId xmlns:a16="http://schemas.microsoft.com/office/drawing/2014/main" id="{31DF5A0D-50CA-27BC-AD82-41F5306AFF1C}"/>
                </a:ext>
              </a:extLst>
            </p:cNvPr>
            <p:cNvSpPr/>
            <p:nvPr/>
          </p:nvSpPr>
          <p:spPr bwMode="auto">
            <a:xfrm>
              <a:off x="5236615" y="4298745"/>
              <a:ext cx="131520" cy="54049"/>
            </a:xfrm>
            <a:custGeom>
              <a:avLst/>
              <a:gdLst>
                <a:gd name="T0" fmla="*/ 11 w 86"/>
                <a:gd name="T1" fmla="*/ 12 h 35"/>
                <a:gd name="T2" fmla="*/ 3 w 86"/>
                <a:gd name="T3" fmla="*/ 16 h 35"/>
                <a:gd name="T4" fmla="*/ 0 w 86"/>
                <a:gd name="T5" fmla="*/ 23 h 35"/>
                <a:gd name="T6" fmla="*/ 10 w 86"/>
                <a:gd name="T7" fmla="*/ 30 h 35"/>
                <a:gd name="T8" fmla="*/ 50 w 86"/>
                <a:gd name="T9" fmla="*/ 35 h 35"/>
                <a:gd name="T10" fmla="*/ 55 w 86"/>
                <a:gd name="T11" fmla="*/ 35 h 35"/>
                <a:gd name="T12" fmla="*/ 60 w 86"/>
                <a:gd name="T13" fmla="*/ 35 h 35"/>
                <a:gd name="T14" fmla="*/ 82 w 86"/>
                <a:gd name="T15" fmla="*/ 27 h 35"/>
                <a:gd name="T16" fmla="*/ 82 w 86"/>
                <a:gd name="T17" fmla="*/ 10 h 35"/>
                <a:gd name="T18" fmla="*/ 41 w 86"/>
                <a:gd name="T19" fmla="*/ 4 h 35"/>
                <a:gd name="T20" fmla="*/ 11 w 86"/>
                <a:gd name="T2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 h="35">
                  <a:moveTo>
                    <a:pt x="11" y="12"/>
                  </a:moveTo>
                  <a:cubicBezTo>
                    <a:pt x="8" y="13"/>
                    <a:pt x="5" y="14"/>
                    <a:pt x="3" y="16"/>
                  </a:cubicBezTo>
                  <a:cubicBezTo>
                    <a:pt x="1" y="18"/>
                    <a:pt x="0" y="21"/>
                    <a:pt x="0" y="23"/>
                  </a:cubicBezTo>
                  <a:cubicBezTo>
                    <a:pt x="1" y="28"/>
                    <a:pt x="6" y="29"/>
                    <a:pt x="10" y="30"/>
                  </a:cubicBezTo>
                  <a:cubicBezTo>
                    <a:pt x="24" y="33"/>
                    <a:pt x="37" y="34"/>
                    <a:pt x="50" y="35"/>
                  </a:cubicBezTo>
                  <a:cubicBezTo>
                    <a:pt x="52" y="35"/>
                    <a:pt x="53" y="35"/>
                    <a:pt x="55" y="35"/>
                  </a:cubicBezTo>
                  <a:cubicBezTo>
                    <a:pt x="57" y="35"/>
                    <a:pt x="59" y="35"/>
                    <a:pt x="60" y="35"/>
                  </a:cubicBezTo>
                  <a:cubicBezTo>
                    <a:pt x="68" y="35"/>
                    <a:pt x="78" y="34"/>
                    <a:pt x="82" y="27"/>
                  </a:cubicBezTo>
                  <a:cubicBezTo>
                    <a:pt x="85" y="22"/>
                    <a:pt x="86" y="15"/>
                    <a:pt x="82" y="10"/>
                  </a:cubicBezTo>
                  <a:cubicBezTo>
                    <a:pt x="73" y="0"/>
                    <a:pt x="52" y="3"/>
                    <a:pt x="41" y="4"/>
                  </a:cubicBezTo>
                  <a:cubicBezTo>
                    <a:pt x="31" y="6"/>
                    <a:pt x="21" y="8"/>
                    <a:pt x="11" y="1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2" name="任意多边形 102">
              <a:extLst>
                <a:ext uri="{FF2B5EF4-FFF2-40B4-BE49-F238E27FC236}">
                  <a16:creationId xmlns:a16="http://schemas.microsoft.com/office/drawing/2014/main" id="{2B9DE356-C534-85F6-03B6-509E9C319DCC}"/>
                </a:ext>
              </a:extLst>
            </p:cNvPr>
            <p:cNvSpPr/>
            <p:nvPr/>
          </p:nvSpPr>
          <p:spPr bwMode="auto">
            <a:xfrm>
              <a:off x="5492449" y="3941118"/>
              <a:ext cx="138727" cy="176561"/>
            </a:xfrm>
            <a:custGeom>
              <a:avLst/>
              <a:gdLst>
                <a:gd name="T0" fmla="*/ 14 w 90"/>
                <a:gd name="T1" fmla="*/ 90 h 115"/>
                <a:gd name="T2" fmla="*/ 3 w 90"/>
                <a:gd name="T3" fmla="*/ 40 h 115"/>
                <a:gd name="T4" fmla="*/ 71 w 90"/>
                <a:gd name="T5" fmla="*/ 33 h 115"/>
                <a:gd name="T6" fmla="*/ 84 w 90"/>
                <a:gd name="T7" fmla="*/ 70 h 115"/>
                <a:gd name="T8" fmla="*/ 90 w 90"/>
                <a:gd name="T9" fmla="*/ 95 h 115"/>
                <a:gd name="T10" fmla="*/ 22 w 90"/>
                <a:gd name="T11" fmla="*/ 115 h 115"/>
                <a:gd name="T12" fmla="*/ 14 w 90"/>
                <a:gd name="T13" fmla="*/ 90 h 115"/>
              </a:gdLst>
              <a:ahLst/>
              <a:cxnLst>
                <a:cxn ang="0">
                  <a:pos x="T0" y="T1"/>
                </a:cxn>
                <a:cxn ang="0">
                  <a:pos x="T2" y="T3"/>
                </a:cxn>
                <a:cxn ang="0">
                  <a:pos x="T4" y="T5"/>
                </a:cxn>
                <a:cxn ang="0">
                  <a:pos x="T6" y="T7"/>
                </a:cxn>
                <a:cxn ang="0">
                  <a:pos x="T8" y="T9"/>
                </a:cxn>
                <a:cxn ang="0">
                  <a:pos x="T10" y="T11"/>
                </a:cxn>
                <a:cxn ang="0">
                  <a:pos x="T12" y="T13"/>
                </a:cxn>
              </a:cxnLst>
              <a:rect l="0" t="0" r="r" b="b"/>
              <a:pathLst>
                <a:path w="90" h="115">
                  <a:moveTo>
                    <a:pt x="14" y="90"/>
                  </a:moveTo>
                  <a:cubicBezTo>
                    <a:pt x="6" y="74"/>
                    <a:pt x="0" y="57"/>
                    <a:pt x="3" y="40"/>
                  </a:cubicBezTo>
                  <a:cubicBezTo>
                    <a:pt x="9" y="0"/>
                    <a:pt x="53" y="4"/>
                    <a:pt x="71" y="33"/>
                  </a:cubicBezTo>
                  <a:cubicBezTo>
                    <a:pt x="78" y="44"/>
                    <a:pt x="80" y="58"/>
                    <a:pt x="84" y="70"/>
                  </a:cubicBezTo>
                  <a:cubicBezTo>
                    <a:pt x="86" y="79"/>
                    <a:pt x="88" y="87"/>
                    <a:pt x="90" y="95"/>
                  </a:cubicBezTo>
                  <a:cubicBezTo>
                    <a:pt x="22" y="115"/>
                    <a:pt x="22" y="115"/>
                    <a:pt x="22" y="115"/>
                  </a:cubicBezTo>
                  <a:cubicBezTo>
                    <a:pt x="20" y="111"/>
                    <a:pt x="16" y="95"/>
                    <a:pt x="14" y="90"/>
                  </a:cubicBezTo>
                  <a:close/>
                </a:path>
              </a:pathLst>
            </a:custGeom>
            <a:solidFill>
              <a:srgbClr val="E3B9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3" name="任意多边形 103">
              <a:extLst>
                <a:ext uri="{FF2B5EF4-FFF2-40B4-BE49-F238E27FC236}">
                  <a16:creationId xmlns:a16="http://schemas.microsoft.com/office/drawing/2014/main" id="{5A97F516-25B2-8D3A-70A9-87929F20FD4E}"/>
                </a:ext>
              </a:extLst>
            </p:cNvPr>
            <p:cNvSpPr/>
            <p:nvPr/>
          </p:nvSpPr>
          <p:spPr bwMode="auto">
            <a:xfrm>
              <a:off x="4676303" y="4561785"/>
              <a:ext cx="63058" cy="79272"/>
            </a:xfrm>
            <a:custGeom>
              <a:avLst/>
              <a:gdLst>
                <a:gd name="T0" fmla="*/ 37 w 41"/>
                <a:gd name="T1" fmla="*/ 38 h 52"/>
                <a:gd name="T2" fmla="*/ 35 w 41"/>
                <a:gd name="T3" fmla="*/ 45 h 52"/>
                <a:gd name="T4" fmla="*/ 27 w 41"/>
                <a:gd name="T5" fmla="*/ 48 h 52"/>
                <a:gd name="T6" fmla="*/ 7 w 41"/>
                <a:gd name="T7" fmla="*/ 51 h 52"/>
                <a:gd name="T8" fmla="*/ 1 w 41"/>
                <a:gd name="T9" fmla="*/ 50 h 52"/>
                <a:gd name="T10" fmla="*/ 0 w 41"/>
                <a:gd name="T11" fmla="*/ 45 h 52"/>
                <a:gd name="T12" fmla="*/ 3 w 41"/>
                <a:gd name="T13" fmla="*/ 27 h 52"/>
                <a:gd name="T14" fmla="*/ 8 w 41"/>
                <a:gd name="T15" fmla="*/ 12 h 52"/>
                <a:gd name="T16" fmla="*/ 35 w 41"/>
                <a:gd name="T17" fmla="*/ 6 h 52"/>
                <a:gd name="T18" fmla="*/ 37 w 41"/>
                <a:gd name="T19" fmla="*/ 3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52">
                  <a:moveTo>
                    <a:pt x="37" y="38"/>
                  </a:moveTo>
                  <a:cubicBezTo>
                    <a:pt x="37" y="40"/>
                    <a:pt x="37" y="43"/>
                    <a:pt x="35" y="45"/>
                  </a:cubicBezTo>
                  <a:cubicBezTo>
                    <a:pt x="33" y="47"/>
                    <a:pt x="30" y="48"/>
                    <a:pt x="27" y="48"/>
                  </a:cubicBezTo>
                  <a:cubicBezTo>
                    <a:pt x="20" y="49"/>
                    <a:pt x="14" y="50"/>
                    <a:pt x="7" y="51"/>
                  </a:cubicBezTo>
                  <a:cubicBezTo>
                    <a:pt x="5" y="52"/>
                    <a:pt x="2" y="52"/>
                    <a:pt x="1" y="50"/>
                  </a:cubicBezTo>
                  <a:cubicBezTo>
                    <a:pt x="0" y="49"/>
                    <a:pt x="0" y="47"/>
                    <a:pt x="0" y="45"/>
                  </a:cubicBezTo>
                  <a:cubicBezTo>
                    <a:pt x="1" y="39"/>
                    <a:pt x="2" y="33"/>
                    <a:pt x="3" y="27"/>
                  </a:cubicBezTo>
                  <a:cubicBezTo>
                    <a:pt x="4" y="22"/>
                    <a:pt x="5" y="16"/>
                    <a:pt x="8" y="12"/>
                  </a:cubicBezTo>
                  <a:cubicBezTo>
                    <a:pt x="13" y="6"/>
                    <a:pt x="29" y="0"/>
                    <a:pt x="35" y="6"/>
                  </a:cubicBezTo>
                  <a:cubicBezTo>
                    <a:pt x="41" y="13"/>
                    <a:pt x="37" y="30"/>
                    <a:pt x="37" y="38"/>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4" name="任意多边形 104">
              <a:extLst>
                <a:ext uri="{FF2B5EF4-FFF2-40B4-BE49-F238E27FC236}">
                  <a16:creationId xmlns:a16="http://schemas.microsoft.com/office/drawing/2014/main" id="{F479BD78-8E40-A3EC-9390-C3A2E320F9D9}"/>
                </a:ext>
              </a:extLst>
            </p:cNvPr>
            <p:cNvSpPr/>
            <p:nvPr/>
          </p:nvSpPr>
          <p:spPr bwMode="auto">
            <a:xfrm>
              <a:off x="4576311" y="4610430"/>
              <a:ext cx="182867" cy="93686"/>
            </a:xfrm>
            <a:custGeom>
              <a:avLst/>
              <a:gdLst>
                <a:gd name="T0" fmla="*/ 2 w 119"/>
                <a:gd name="T1" fmla="*/ 56 h 61"/>
                <a:gd name="T2" fmla="*/ 9 w 119"/>
                <a:gd name="T3" fmla="*/ 43 h 61"/>
                <a:gd name="T4" fmla="*/ 25 w 119"/>
                <a:gd name="T5" fmla="*/ 39 h 61"/>
                <a:gd name="T6" fmla="*/ 56 w 119"/>
                <a:gd name="T7" fmla="*/ 8 h 61"/>
                <a:gd name="T8" fmla="*/ 59 w 119"/>
                <a:gd name="T9" fmla="*/ 2 h 61"/>
                <a:gd name="T10" fmla="*/ 67 w 119"/>
                <a:gd name="T11" fmla="*/ 2 h 61"/>
                <a:gd name="T12" fmla="*/ 74 w 119"/>
                <a:gd name="T13" fmla="*/ 6 h 61"/>
                <a:gd name="T14" fmla="*/ 88 w 119"/>
                <a:gd name="T15" fmla="*/ 9 h 61"/>
                <a:gd name="T16" fmla="*/ 101 w 119"/>
                <a:gd name="T17" fmla="*/ 5 h 61"/>
                <a:gd name="T18" fmla="*/ 108 w 119"/>
                <a:gd name="T19" fmla="*/ 14 h 61"/>
                <a:gd name="T20" fmla="*/ 117 w 119"/>
                <a:gd name="T21" fmla="*/ 31 h 61"/>
                <a:gd name="T22" fmla="*/ 119 w 119"/>
                <a:gd name="T23" fmla="*/ 34 h 61"/>
                <a:gd name="T24" fmla="*/ 90 w 119"/>
                <a:gd name="T25" fmla="*/ 41 h 61"/>
                <a:gd name="T26" fmla="*/ 85 w 119"/>
                <a:gd name="T27" fmla="*/ 32 h 61"/>
                <a:gd name="T28" fmla="*/ 84 w 119"/>
                <a:gd name="T29" fmla="*/ 42 h 61"/>
                <a:gd name="T30" fmla="*/ 5 w 119"/>
                <a:gd name="T31" fmla="*/ 61 h 61"/>
                <a:gd name="T32" fmla="*/ 2 w 119"/>
                <a:gd name="T33" fmla="*/ 5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9" h="61">
                  <a:moveTo>
                    <a:pt x="2" y="56"/>
                  </a:moveTo>
                  <a:cubicBezTo>
                    <a:pt x="0" y="51"/>
                    <a:pt x="4" y="45"/>
                    <a:pt x="9" y="43"/>
                  </a:cubicBezTo>
                  <a:cubicBezTo>
                    <a:pt x="14" y="40"/>
                    <a:pt x="19" y="40"/>
                    <a:pt x="25" y="39"/>
                  </a:cubicBezTo>
                  <a:cubicBezTo>
                    <a:pt x="40" y="35"/>
                    <a:pt x="52" y="23"/>
                    <a:pt x="56" y="8"/>
                  </a:cubicBezTo>
                  <a:cubicBezTo>
                    <a:pt x="57" y="6"/>
                    <a:pt x="57" y="3"/>
                    <a:pt x="59" y="2"/>
                  </a:cubicBezTo>
                  <a:cubicBezTo>
                    <a:pt x="61" y="0"/>
                    <a:pt x="64" y="0"/>
                    <a:pt x="67" y="2"/>
                  </a:cubicBezTo>
                  <a:cubicBezTo>
                    <a:pt x="69" y="3"/>
                    <a:pt x="71" y="5"/>
                    <a:pt x="74" y="6"/>
                  </a:cubicBezTo>
                  <a:cubicBezTo>
                    <a:pt x="78" y="9"/>
                    <a:pt x="83" y="10"/>
                    <a:pt x="88" y="9"/>
                  </a:cubicBezTo>
                  <a:cubicBezTo>
                    <a:pt x="92" y="8"/>
                    <a:pt x="96" y="3"/>
                    <a:pt x="101" y="5"/>
                  </a:cubicBezTo>
                  <a:cubicBezTo>
                    <a:pt x="105" y="6"/>
                    <a:pt x="107" y="10"/>
                    <a:pt x="108" y="14"/>
                  </a:cubicBezTo>
                  <a:cubicBezTo>
                    <a:pt x="111" y="19"/>
                    <a:pt x="114" y="25"/>
                    <a:pt x="117" y="31"/>
                  </a:cubicBezTo>
                  <a:cubicBezTo>
                    <a:pt x="118" y="32"/>
                    <a:pt x="118" y="33"/>
                    <a:pt x="119" y="34"/>
                  </a:cubicBezTo>
                  <a:cubicBezTo>
                    <a:pt x="90" y="41"/>
                    <a:pt x="90" y="41"/>
                    <a:pt x="90" y="41"/>
                  </a:cubicBezTo>
                  <a:cubicBezTo>
                    <a:pt x="88" y="40"/>
                    <a:pt x="86" y="34"/>
                    <a:pt x="85" y="32"/>
                  </a:cubicBezTo>
                  <a:cubicBezTo>
                    <a:pt x="85" y="35"/>
                    <a:pt x="85" y="40"/>
                    <a:pt x="84" y="42"/>
                  </a:cubicBezTo>
                  <a:cubicBezTo>
                    <a:pt x="5" y="61"/>
                    <a:pt x="5" y="61"/>
                    <a:pt x="5" y="61"/>
                  </a:cubicBezTo>
                  <a:cubicBezTo>
                    <a:pt x="4" y="59"/>
                    <a:pt x="2" y="58"/>
                    <a:pt x="2" y="56"/>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5" name="任意多边形 105">
              <a:extLst>
                <a:ext uri="{FF2B5EF4-FFF2-40B4-BE49-F238E27FC236}">
                  <a16:creationId xmlns:a16="http://schemas.microsoft.com/office/drawing/2014/main" id="{B7D7E693-8943-5584-5D59-DF60F18508F0}"/>
                </a:ext>
              </a:extLst>
            </p:cNvPr>
            <p:cNvSpPr/>
            <p:nvPr/>
          </p:nvSpPr>
          <p:spPr bwMode="auto">
            <a:xfrm>
              <a:off x="4522262" y="4474406"/>
              <a:ext cx="170256" cy="83777"/>
            </a:xfrm>
            <a:custGeom>
              <a:avLst/>
              <a:gdLst>
                <a:gd name="T0" fmla="*/ 87 w 111"/>
                <a:gd name="T1" fmla="*/ 53 h 55"/>
                <a:gd name="T2" fmla="*/ 69 w 111"/>
                <a:gd name="T3" fmla="*/ 45 h 55"/>
                <a:gd name="T4" fmla="*/ 31 w 111"/>
                <a:gd name="T5" fmla="*/ 39 h 55"/>
                <a:gd name="T6" fmla="*/ 1 w 111"/>
                <a:gd name="T7" fmla="*/ 13 h 55"/>
                <a:gd name="T8" fmla="*/ 1 w 111"/>
                <a:gd name="T9" fmla="*/ 5 h 55"/>
                <a:gd name="T10" fmla="*/ 8 w 111"/>
                <a:gd name="T11" fmla="*/ 2 h 55"/>
                <a:gd name="T12" fmla="*/ 56 w 111"/>
                <a:gd name="T13" fmla="*/ 9 h 55"/>
                <a:gd name="T14" fmla="*/ 98 w 111"/>
                <a:gd name="T15" fmla="*/ 10 h 55"/>
                <a:gd name="T16" fmla="*/ 110 w 111"/>
                <a:gd name="T17" fmla="*/ 25 h 55"/>
                <a:gd name="T18" fmla="*/ 105 w 111"/>
                <a:gd name="T19" fmla="*/ 51 h 55"/>
                <a:gd name="T20" fmla="*/ 87 w 111"/>
                <a:gd name="T21"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55">
                  <a:moveTo>
                    <a:pt x="87" y="53"/>
                  </a:moveTo>
                  <a:cubicBezTo>
                    <a:pt x="80" y="51"/>
                    <a:pt x="75" y="47"/>
                    <a:pt x="69" y="45"/>
                  </a:cubicBezTo>
                  <a:cubicBezTo>
                    <a:pt x="57" y="40"/>
                    <a:pt x="44" y="43"/>
                    <a:pt x="31" y="39"/>
                  </a:cubicBezTo>
                  <a:cubicBezTo>
                    <a:pt x="18" y="36"/>
                    <a:pt x="7" y="26"/>
                    <a:pt x="1" y="13"/>
                  </a:cubicBezTo>
                  <a:cubicBezTo>
                    <a:pt x="0" y="11"/>
                    <a:pt x="0" y="7"/>
                    <a:pt x="1" y="5"/>
                  </a:cubicBezTo>
                  <a:cubicBezTo>
                    <a:pt x="3" y="3"/>
                    <a:pt x="6" y="2"/>
                    <a:pt x="8" y="2"/>
                  </a:cubicBezTo>
                  <a:cubicBezTo>
                    <a:pt x="30" y="0"/>
                    <a:pt x="35" y="8"/>
                    <a:pt x="56" y="9"/>
                  </a:cubicBezTo>
                  <a:cubicBezTo>
                    <a:pt x="62" y="9"/>
                    <a:pt x="86" y="6"/>
                    <a:pt x="98" y="10"/>
                  </a:cubicBezTo>
                  <a:cubicBezTo>
                    <a:pt x="111" y="15"/>
                    <a:pt x="109" y="20"/>
                    <a:pt x="110" y="25"/>
                  </a:cubicBezTo>
                  <a:cubicBezTo>
                    <a:pt x="110" y="30"/>
                    <a:pt x="110" y="47"/>
                    <a:pt x="105" y="51"/>
                  </a:cubicBezTo>
                  <a:cubicBezTo>
                    <a:pt x="100" y="55"/>
                    <a:pt x="93" y="55"/>
                    <a:pt x="87" y="53"/>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6" name="任意多边形 106">
              <a:extLst>
                <a:ext uri="{FF2B5EF4-FFF2-40B4-BE49-F238E27FC236}">
                  <a16:creationId xmlns:a16="http://schemas.microsoft.com/office/drawing/2014/main" id="{BAB0CAB6-889A-5489-16A1-C26A925A49E2}"/>
                </a:ext>
              </a:extLst>
            </p:cNvPr>
            <p:cNvSpPr/>
            <p:nvPr/>
          </p:nvSpPr>
          <p:spPr bwMode="auto">
            <a:xfrm>
              <a:off x="4634865" y="4450984"/>
              <a:ext cx="56752" cy="86479"/>
            </a:xfrm>
            <a:custGeom>
              <a:avLst/>
              <a:gdLst>
                <a:gd name="T0" fmla="*/ 36 w 37"/>
                <a:gd name="T1" fmla="*/ 21 h 56"/>
                <a:gd name="T2" fmla="*/ 36 w 37"/>
                <a:gd name="T3" fmla="*/ 14 h 56"/>
                <a:gd name="T4" fmla="*/ 29 w 37"/>
                <a:gd name="T5" fmla="*/ 9 h 56"/>
                <a:gd name="T6" fmla="*/ 10 w 37"/>
                <a:gd name="T7" fmla="*/ 1 h 56"/>
                <a:gd name="T8" fmla="*/ 4 w 37"/>
                <a:gd name="T9" fmla="*/ 1 h 56"/>
                <a:gd name="T10" fmla="*/ 2 w 37"/>
                <a:gd name="T11" fmla="*/ 6 h 56"/>
                <a:gd name="T12" fmla="*/ 0 w 37"/>
                <a:gd name="T13" fmla="*/ 24 h 56"/>
                <a:gd name="T14" fmla="*/ 2 w 37"/>
                <a:gd name="T15" fmla="*/ 40 h 56"/>
                <a:gd name="T16" fmla="*/ 27 w 37"/>
                <a:gd name="T17" fmla="*/ 51 h 56"/>
                <a:gd name="T18" fmla="*/ 36 w 37"/>
                <a:gd name="T19" fmla="*/ 2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56">
                  <a:moveTo>
                    <a:pt x="36" y="21"/>
                  </a:moveTo>
                  <a:cubicBezTo>
                    <a:pt x="36" y="19"/>
                    <a:pt x="37" y="16"/>
                    <a:pt x="36" y="14"/>
                  </a:cubicBezTo>
                  <a:cubicBezTo>
                    <a:pt x="35" y="11"/>
                    <a:pt x="31" y="10"/>
                    <a:pt x="29" y="9"/>
                  </a:cubicBezTo>
                  <a:cubicBezTo>
                    <a:pt x="22" y="6"/>
                    <a:pt x="16" y="4"/>
                    <a:pt x="10" y="1"/>
                  </a:cubicBezTo>
                  <a:cubicBezTo>
                    <a:pt x="8" y="0"/>
                    <a:pt x="5" y="0"/>
                    <a:pt x="4" y="1"/>
                  </a:cubicBezTo>
                  <a:cubicBezTo>
                    <a:pt x="2" y="2"/>
                    <a:pt x="2" y="4"/>
                    <a:pt x="2" y="6"/>
                  </a:cubicBezTo>
                  <a:cubicBezTo>
                    <a:pt x="1" y="12"/>
                    <a:pt x="1" y="18"/>
                    <a:pt x="0" y="24"/>
                  </a:cubicBezTo>
                  <a:cubicBezTo>
                    <a:pt x="0" y="30"/>
                    <a:pt x="0" y="35"/>
                    <a:pt x="2" y="40"/>
                  </a:cubicBezTo>
                  <a:cubicBezTo>
                    <a:pt x="5" y="47"/>
                    <a:pt x="19" y="56"/>
                    <a:pt x="27" y="51"/>
                  </a:cubicBezTo>
                  <a:cubicBezTo>
                    <a:pt x="34" y="47"/>
                    <a:pt x="34" y="28"/>
                    <a:pt x="36" y="21"/>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7" name="任意多边形 107">
              <a:extLst>
                <a:ext uri="{FF2B5EF4-FFF2-40B4-BE49-F238E27FC236}">
                  <a16:creationId xmlns:a16="http://schemas.microsoft.com/office/drawing/2014/main" id="{ADD8F2EB-D239-3C6A-93E5-1388B18907AF}"/>
                </a:ext>
              </a:extLst>
            </p:cNvPr>
            <p:cNvSpPr/>
            <p:nvPr/>
          </p:nvSpPr>
          <p:spPr bwMode="auto">
            <a:xfrm>
              <a:off x="4620451" y="4159118"/>
              <a:ext cx="156743" cy="353123"/>
            </a:xfrm>
            <a:custGeom>
              <a:avLst/>
              <a:gdLst>
                <a:gd name="T0" fmla="*/ 35 w 102"/>
                <a:gd name="T1" fmla="*/ 29 h 230"/>
                <a:gd name="T2" fmla="*/ 46 w 102"/>
                <a:gd name="T3" fmla="*/ 0 h 230"/>
                <a:gd name="T4" fmla="*/ 102 w 102"/>
                <a:gd name="T5" fmla="*/ 68 h 230"/>
                <a:gd name="T6" fmla="*/ 76 w 102"/>
                <a:gd name="T7" fmla="*/ 107 h 230"/>
                <a:gd name="T8" fmla="*/ 42 w 102"/>
                <a:gd name="T9" fmla="*/ 224 h 230"/>
                <a:gd name="T10" fmla="*/ 7 w 102"/>
                <a:gd name="T11" fmla="*/ 219 h 230"/>
                <a:gd name="T12" fmla="*/ 35 w 102"/>
                <a:gd name="T13" fmla="*/ 29 h 230"/>
              </a:gdLst>
              <a:ahLst/>
              <a:cxnLst>
                <a:cxn ang="0">
                  <a:pos x="T0" y="T1"/>
                </a:cxn>
                <a:cxn ang="0">
                  <a:pos x="T2" y="T3"/>
                </a:cxn>
                <a:cxn ang="0">
                  <a:pos x="T4" y="T5"/>
                </a:cxn>
                <a:cxn ang="0">
                  <a:pos x="T6" y="T7"/>
                </a:cxn>
                <a:cxn ang="0">
                  <a:pos x="T8" y="T9"/>
                </a:cxn>
                <a:cxn ang="0">
                  <a:pos x="T10" y="T11"/>
                </a:cxn>
                <a:cxn ang="0">
                  <a:pos x="T12" y="T13"/>
                </a:cxn>
              </a:cxnLst>
              <a:rect l="0" t="0" r="r" b="b"/>
              <a:pathLst>
                <a:path w="102" h="230">
                  <a:moveTo>
                    <a:pt x="35" y="29"/>
                  </a:moveTo>
                  <a:cubicBezTo>
                    <a:pt x="38" y="19"/>
                    <a:pt x="41" y="9"/>
                    <a:pt x="46" y="0"/>
                  </a:cubicBezTo>
                  <a:cubicBezTo>
                    <a:pt x="102" y="68"/>
                    <a:pt x="102" y="68"/>
                    <a:pt x="102" y="68"/>
                  </a:cubicBezTo>
                  <a:cubicBezTo>
                    <a:pt x="89" y="72"/>
                    <a:pt x="81" y="85"/>
                    <a:pt x="76" y="107"/>
                  </a:cubicBezTo>
                  <a:cubicBezTo>
                    <a:pt x="55" y="187"/>
                    <a:pt x="47" y="216"/>
                    <a:pt x="42" y="224"/>
                  </a:cubicBezTo>
                  <a:cubicBezTo>
                    <a:pt x="38" y="230"/>
                    <a:pt x="10" y="226"/>
                    <a:pt x="7" y="219"/>
                  </a:cubicBezTo>
                  <a:cubicBezTo>
                    <a:pt x="0" y="199"/>
                    <a:pt x="23" y="79"/>
                    <a:pt x="35" y="29"/>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8" name="任意多边形 108">
              <a:extLst>
                <a:ext uri="{FF2B5EF4-FFF2-40B4-BE49-F238E27FC236}">
                  <a16:creationId xmlns:a16="http://schemas.microsoft.com/office/drawing/2014/main" id="{43D61517-67AD-B4BE-33B8-DB502E5D1A6A}"/>
                </a:ext>
              </a:extLst>
            </p:cNvPr>
            <p:cNvSpPr/>
            <p:nvPr/>
          </p:nvSpPr>
          <p:spPr bwMode="auto">
            <a:xfrm>
              <a:off x="4674501" y="4200555"/>
              <a:ext cx="535990" cy="404470"/>
            </a:xfrm>
            <a:custGeom>
              <a:avLst/>
              <a:gdLst>
                <a:gd name="T0" fmla="*/ 334 w 349"/>
                <a:gd name="T1" fmla="*/ 96 h 263"/>
                <a:gd name="T2" fmla="*/ 230 w 349"/>
                <a:gd name="T3" fmla="*/ 107 h 263"/>
                <a:gd name="T4" fmla="*/ 156 w 349"/>
                <a:gd name="T5" fmla="*/ 101 h 263"/>
                <a:gd name="T6" fmla="*/ 105 w 349"/>
                <a:gd name="T7" fmla="*/ 97 h 263"/>
                <a:gd name="T8" fmla="*/ 42 w 349"/>
                <a:gd name="T9" fmla="*/ 254 h 263"/>
                <a:gd name="T10" fmla="*/ 3 w 349"/>
                <a:gd name="T11" fmla="*/ 253 h 263"/>
                <a:gd name="T12" fmla="*/ 24 w 349"/>
                <a:gd name="T13" fmla="*/ 98 h 263"/>
                <a:gd name="T14" fmla="*/ 36 w 349"/>
                <a:gd name="T15" fmla="*/ 51 h 263"/>
                <a:gd name="T16" fmla="*/ 64 w 349"/>
                <a:gd name="T17" fmla="*/ 13 h 263"/>
                <a:gd name="T18" fmla="*/ 274 w 349"/>
                <a:gd name="T19" fmla="*/ 12 h 263"/>
                <a:gd name="T20" fmla="*/ 334 w 349"/>
                <a:gd name="T21" fmla="*/ 96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9" h="263">
                  <a:moveTo>
                    <a:pt x="334" y="96"/>
                  </a:moveTo>
                  <a:cubicBezTo>
                    <a:pt x="320" y="106"/>
                    <a:pt x="247" y="108"/>
                    <a:pt x="230" y="107"/>
                  </a:cubicBezTo>
                  <a:cubicBezTo>
                    <a:pt x="206" y="105"/>
                    <a:pt x="181" y="103"/>
                    <a:pt x="156" y="101"/>
                  </a:cubicBezTo>
                  <a:cubicBezTo>
                    <a:pt x="144" y="100"/>
                    <a:pt x="114" y="90"/>
                    <a:pt x="105" y="97"/>
                  </a:cubicBezTo>
                  <a:cubicBezTo>
                    <a:pt x="92" y="107"/>
                    <a:pt x="53" y="238"/>
                    <a:pt x="42" y="254"/>
                  </a:cubicBezTo>
                  <a:cubicBezTo>
                    <a:pt x="38" y="260"/>
                    <a:pt x="7" y="263"/>
                    <a:pt x="3" y="253"/>
                  </a:cubicBezTo>
                  <a:cubicBezTo>
                    <a:pt x="0" y="243"/>
                    <a:pt x="17" y="139"/>
                    <a:pt x="24" y="98"/>
                  </a:cubicBezTo>
                  <a:cubicBezTo>
                    <a:pt x="27" y="82"/>
                    <a:pt x="30" y="66"/>
                    <a:pt x="36" y="51"/>
                  </a:cubicBezTo>
                  <a:cubicBezTo>
                    <a:pt x="41" y="36"/>
                    <a:pt x="51" y="22"/>
                    <a:pt x="64" y="13"/>
                  </a:cubicBezTo>
                  <a:cubicBezTo>
                    <a:pt x="83" y="0"/>
                    <a:pt x="265" y="8"/>
                    <a:pt x="274" y="12"/>
                  </a:cubicBezTo>
                  <a:cubicBezTo>
                    <a:pt x="286" y="19"/>
                    <a:pt x="349" y="85"/>
                    <a:pt x="334" y="96"/>
                  </a:cubicBezTo>
                  <a:close/>
                </a:path>
              </a:pathLst>
            </a:custGeom>
            <a:solidFill>
              <a:srgbClr val="2D6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19" name="任意多边形 109">
              <a:extLst>
                <a:ext uri="{FF2B5EF4-FFF2-40B4-BE49-F238E27FC236}">
                  <a16:creationId xmlns:a16="http://schemas.microsoft.com/office/drawing/2014/main" id="{9DB88522-C551-02CC-A725-C5CE40227148}"/>
                </a:ext>
              </a:extLst>
            </p:cNvPr>
            <p:cNvSpPr/>
            <p:nvPr/>
          </p:nvSpPr>
          <p:spPr bwMode="auto">
            <a:xfrm>
              <a:off x="5025822" y="4154613"/>
              <a:ext cx="287363" cy="220702"/>
            </a:xfrm>
            <a:custGeom>
              <a:avLst/>
              <a:gdLst>
                <a:gd name="T0" fmla="*/ 158 w 187"/>
                <a:gd name="T1" fmla="*/ 12 h 144"/>
                <a:gd name="T2" fmla="*/ 178 w 187"/>
                <a:gd name="T3" fmla="*/ 41 h 144"/>
                <a:gd name="T4" fmla="*/ 152 w 187"/>
                <a:gd name="T5" fmla="*/ 125 h 144"/>
                <a:gd name="T6" fmla="*/ 25 w 187"/>
                <a:gd name="T7" fmla="*/ 113 h 144"/>
                <a:gd name="T8" fmla="*/ 31 w 187"/>
                <a:gd name="T9" fmla="*/ 47 h 144"/>
                <a:gd name="T10" fmla="*/ 60 w 187"/>
                <a:gd name="T11" fmla="*/ 10 h 144"/>
                <a:gd name="T12" fmla="*/ 115 w 187"/>
                <a:gd name="T13" fmla="*/ 11 h 144"/>
                <a:gd name="T14" fmla="*/ 158 w 187"/>
                <a:gd name="T15" fmla="*/ 12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7" h="144">
                  <a:moveTo>
                    <a:pt x="158" y="12"/>
                  </a:moveTo>
                  <a:cubicBezTo>
                    <a:pt x="167" y="19"/>
                    <a:pt x="174" y="29"/>
                    <a:pt x="178" y="41"/>
                  </a:cubicBezTo>
                  <a:cubicBezTo>
                    <a:pt x="187" y="70"/>
                    <a:pt x="177" y="106"/>
                    <a:pt x="152" y="125"/>
                  </a:cubicBezTo>
                  <a:cubicBezTo>
                    <a:pt x="127" y="144"/>
                    <a:pt x="62" y="143"/>
                    <a:pt x="25" y="113"/>
                  </a:cubicBezTo>
                  <a:cubicBezTo>
                    <a:pt x="0" y="94"/>
                    <a:pt x="24" y="77"/>
                    <a:pt x="31" y="47"/>
                  </a:cubicBezTo>
                  <a:cubicBezTo>
                    <a:pt x="35" y="31"/>
                    <a:pt x="45" y="15"/>
                    <a:pt x="60" y="10"/>
                  </a:cubicBezTo>
                  <a:cubicBezTo>
                    <a:pt x="85" y="7"/>
                    <a:pt x="96" y="14"/>
                    <a:pt x="115" y="11"/>
                  </a:cubicBezTo>
                  <a:cubicBezTo>
                    <a:pt x="131" y="9"/>
                    <a:pt x="141" y="0"/>
                    <a:pt x="158" y="12"/>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0" name="任意多边形 110">
              <a:extLst>
                <a:ext uri="{FF2B5EF4-FFF2-40B4-BE49-F238E27FC236}">
                  <a16:creationId xmlns:a16="http://schemas.microsoft.com/office/drawing/2014/main" id="{9B9401B7-8F66-02DC-C5A4-1C560CE59994}"/>
                </a:ext>
              </a:extLst>
            </p:cNvPr>
            <p:cNvSpPr/>
            <p:nvPr/>
          </p:nvSpPr>
          <p:spPr bwMode="auto">
            <a:xfrm>
              <a:off x="4691617" y="4117680"/>
              <a:ext cx="455817" cy="239619"/>
            </a:xfrm>
            <a:custGeom>
              <a:avLst/>
              <a:gdLst>
                <a:gd name="T0" fmla="*/ 9 w 297"/>
                <a:gd name="T1" fmla="*/ 18 h 156"/>
                <a:gd name="T2" fmla="*/ 280 w 297"/>
                <a:gd name="T3" fmla="*/ 34 h 156"/>
                <a:gd name="T4" fmla="*/ 290 w 297"/>
                <a:gd name="T5" fmla="*/ 126 h 156"/>
                <a:gd name="T6" fmla="*/ 223 w 297"/>
                <a:gd name="T7" fmla="*/ 147 h 156"/>
                <a:gd name="T8" fmla="*/ 102 w 297"/>
                <a:gd name="T9" fmla="*/ 103 h 156"/>
                <a:gd name="T10" fmla="*/ 30 w 297"/>
                <a:gd name="T11" fmla="*/ 92 h 156"/>
                <a:gd name="T12" fmla="*/ 0 w 297"/>
                <a:gd name="T13" fmla="*/ 27 h 156"/>
                <a:gd name="T14" fmla="*/ 9 w 297"/>
                <a:gd name="T15" fmla="*/ 18 h 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 h="156">
                  <a:moveTo>
                    <a:pt x="9" y="18"/>
                  </a:moveTo>
                  <a:cubicBezTo>
                    <a:pt x="106" y="0"/>
                    <a:pt x="228" y="27"/>
                    <a:pt x="280" y="34"/>
                  </a:cubicBezTo>
                  <a:cubicBezTo>
                    <a:pt x="294" y="51"/>
                    <a:pt x="297" y="107"/>
                    <a:pt x="290" y="126"/>
                  </a:cubicBezTo>
                  <a:cubicBezTo>
                    <a:pt x="279" y="156"/>
                    <a:pt x="249" y="154"/>
                    <a:pt x="223" y="147"/>
                  </a:cubicBezTo>
                  <a:cubicBezTo>
                    <a:pt x="182" y="135"/>
                    <a:pt x="141" y="121"/>
                    <a:pt x="102" y="103"/>
                  </a:cubicBezTo>
                  <a:cubicBezTo>
                    <a:pt x="81" y="94"/>
                    <a:pt x="40" y="75"/>
                    <a:pt x="30" y="92"/>
                  </a:cubicBezTo>
                  <a:cubicBezTo>
                    <a:pt x="0" y="27"/>
                    <a:pt x="0" y="27"/>
                    <a:pt x="0" y="27"/>
                  </a:cubicBezTo>
                  <a:cubicBezTo>
                    <a:pt x="3" y="24"/>
                    <a:pt x="5" y="19"/>
                    <a:pt x="9" y="18"/>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1" name="任意多边形 111">
              <a:extLst>
                <a:ext uri="{FF2B5EF4-FFF2-40B4-BE49-F238E27FC236}">
                  <a16:creationId xmlns:a16="http://schemas.microsoft.com/office/drawing/2014/main" id="{B5778529-995C-328E-2920-BDB8F9D9F190}"/>
                </a:ext>
              </a:extLst>
            </p:cNvPr>
            <p:cNvSpPr/>
            <p:nvPr/>
          </p:nvSpPr>
          <p:spPr bwMode="auto">
            <a:xfrm>
              <a:off x="5213193" y="3904184"/>
              <a:ext cx="374743" cy="450412"/>
            </a:xfrm>
            <a:custGeom>
              <a:avLst/>
              <a:gdLst>
                <a:gd name="T0" fmla="*/ 232 w 244"/>
                <a:gd name="T1" fmla="*/ 23 h 293"/>
                <a:gd name="T2" fmla="*/ 241 w 244"/>
                <a:gd name="T3" fmla="*/ 54 h 293"/>
                <a:gd name="T4" fmla="*/ 190 w 244"/>
                <a:gd name="T5" fmla="*/ 188 h 293"/>
                <a:gd name="T6" fmla="*/ 74 w 244"/>
                <a:gd name="T7" fmla="*/ 279 h 293"/>
                <a:gd name="T8" fmla="*/ 21 w 244"/>
                <a:gd name="T9" fmla="*/ 293 h 293"/>
                <a:gd name="T10" fmla="*/ 6 w 244"/>
                <a:gd name="T11" fmla="*/ 201 h 293"/>
                <a:gd name="T12" fmla="*/ 2 w 244"/>
                <a:gd name="T13" fmla="*/ 172 h 293"/>
                <a:gd name="T14" fmla="*/ 36 w 244"/>
                <a:gd name="T15" fmla="*/ 141 h 293"/>
                <a:gd name="T16" fmla="*/ 136 w 244"/>
                <a:gd name="T17" fmla="*/ 60 h 293"/>
                <a:gd name="T18" fmla="*/ 166 w 244"/>
                <a:gd name="T19" fmla="*/ 27 h 293"/>
                <a:gd name="T20" fmla="*/ 232 w 244"/>
                <a:gd name="T21" fmla="*/ 2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293">
                  <a:moveTo>
                    <a:pt x="232" y="23"/>
                  </a:moveTo>
                  <a:cubicBezTo>
                    <a:pt x="238" y="32"/>
                    <a:pt x="240" y="43"/>
                    <a:pt x="241" y="54"/>
                  </a:cubicBezTo>
                  <a:cubicBezTo>
                    <a:pt x="244" y="103"/>
                    <a:pt x="222" y="151"/>
                    <a:pt x="190" y="188"/>
                  </a:cubicBezTo>
                  <a:cubicBezTo>
                    <a:pt x="157" y="225"/>
                    <a:pt x="116" y="253"/>
                    <a:pt x="74" y="279"/>
                  </a:cubicBezTo>
                  <a:cubicBezTo>
                    <a:pt x="61" y="287"/>
                    <a:pt x="42" y="293"/>
                    <a:pt x="21" y="293"/>
                  </a:cubicBezTo>
                  <a:cubicBezTo>
                    <a:pt x="15" y="275"/>
                    <a:pt x="12" y="220"/>
                    <a:pt x="6" y="201"/>
                  </a:cubicBezTo>
                  <a:cubicBezTo>
                    <a:pt x="3" y="192"/>
                    <a:pt x="0" y="181"/>
                    <a:pt x="2" y="172"/>
                  </a:cubicBezTo>
                  <a:cubicBezTo>
                    <a:pt x="6" y="157"/>
                    <a:pt x="22" y="148"/>
                    <a:pt x="36" y="141"/>
                  </a:cubicBezTo>
                  <a:cubicBezTo>
                    <a:pt x="74" y="120"/>
                    <a:pt x="108" y="93"/>
                    <a:pt x="136" y="60"/>
                  </a:cubicBezTo>
                  <a:cubicBezTo>
                    <a:pt x="146" y="49"/>
                    <a:pt x="155" y="37"/>
                    <a:pt x="166" y="27"/>
                  </a:cubicBezTo>
                  <a:cubicBezTo>
                    <a:pt x="183" y="12"/>
                    <a:pt x="215" y="0"/>
                    <a:pt x="232" y="23"/>
                  </a:cubicBezTo>
                  <a:close/>
                </a:path>
              </a:pathLst>
            </a:custGeom>
            <a:solidFill>
              <a:srgbClr val="FDD2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2" name="任意多边形 112">
              <a:extLst>
                <a:ext uri="{FF2B5EF4-FFF2-40B4-BE49-F238E27FC236}">
                  <a16:creationId xmlns:a16="http://schemas.microsoft.com/office/drawing/2014/main" id="{2E7E0E82-C545-ED86-4206-9046811E71D1}"/>
                </a:ext>
              </a:extLst>
            </p:cNvPr>
            <p:cNvSpPr/>
            <p:nvPr/>
          </p:nvSpPr>
          <p:spPr bwMode="auto">
            <a:xfrm>
              <a:off x="5474432" y="3827615"/>
              <a:ext cx="87380" cy="122512"/>
            </a:xfrm>
            <a:custGeom>
              <a:avLst/>
              <a:gdLst>
                <a:gd name="T0" fmla="*/ 55 w 57"/>
                <a:gd name="T1" fmla="*/ 62 h 80"/>
                <a:gd name="T2" fmla="*/ 57 w 57"/>
                <a:gd name="T3" fmla="*/ 71 h 80"/>
                <a:gd name="T4" fmla="*/ 52 w 57"/>
                <a:gd name="T5" fmla="*/ 79 h 80"/>
                <a:gd name="T6" fmla="*/ 46 w 57"/>
                <a:gd name="T7" fmla="*/ 79 h 80"/>
                <a:gd name="T8" fmla="*/ 10 w 57"/>
                <a:gd name="T9" fmla="*/ 73 h 80"/>
                <a:gd name="T10" fmla="*/ 4 w 57"/>
                <a:gd name="T11" fmla="*/ 31 h 80"/>
                <a:gd name="T12" fmla="*/ 1 w 57"/>
                <a:gd name="T13" fmla="*/ 21 h 80"/>
                <a:gd name="T14" fmla="*/ 9 w 57"/>
                <a:gd name="T15" fmla="*/ 13 h 80"/>
                <a:gd name="T16" fmla="*/ 34 w 57"/>
                <a:gd name="T17" fmla="*/ 5 h 80"/>
                <a:gd name="T18" fmla="*/ 50 w 57"/>
                <a:gd name="T19" fmla="*/ 10 h 80"/>
                <a:gd name="T20" fmla="*/ 55 w 57"/>
                <a:gd name="T21" fmla="*/ 6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80">
                  <a:moveTo>
                    <a:pt x="55" y="62"/>
                  </a:moveTo>
                  <a:cubicBezTo>
                    <a:pt x="56" y="65"/>
                    <a:pt x="57" y="68"/>
                    <a:pt x="57" y="71"/>
                  </a:cubicBezTo>
                  <a:cubicBezTo>
                    <a:pt x="57" y="74"/>
                    <a:pt x="55" y="78"/>
                    <a:pt x="52" y="79"/>
                  </a:cubicBezTo>
                  <a:cubicBezTo>
                    <a:pt x="50" y="80"/>
                    <a:pt x="48" y="79"/>
                    <a:pt x="46" y="79"/>
                  </a:cubicBezTo>
                  <a:cubicBezTo>
                    <a:pt x="34" y="77"/>
                    <a:pt x="22" y="75"/>
                    <a:pt x="10" y="73"/>
                  </a:cubicBezTo>
                  <a:cubicBezTo>
                    <a:pt x="13" y="59"/>
                    <a:pt x="11" y="44"/>
                    <a:pt x="4" y="31"/>
                  </a:cubicBezTo>
                  <a:cubicBezTo>
                    <a:pt x="2" y="28"/>
                    <a:pt x="0" y="24"/>
                    <a:pt x="1" y="21"/>
                  </a:cubicBezTo>
                  <a:cubicBezTo>
                    <a:pt x="2" y="17"/>
                    <a:pt x="5" y="14"/>
                    <a:pt x="9" y="13"/>
                  </a:cubicBezTo>
                  <a:cubicBezTo>
                    <a:pt x="17" y="9"/>
                    <a:pt x="26" y="6"/>
                    <a:pt x="34" y="5"/>
                  </a:cubicBezTo>
                  <a:cubicBezTo>
                    <a:pt x="44" y="3"/>
                    <a:pt x="49" y="0"/>
                    <a:pt x="50" y="10"/>
                  </a:cubicBezTo>
                  <a:cubicBezTo>
                    <a:pt x="50" y="28"/>
                    <a:pt x="49" y="44"/>
                    <a:pt x="55" y="6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3" name="任意多边形 113">
              <a:extLst>
                <a:ext uri="{FF2B5EF4-FFF2-40B4-BE49-F238E27FC236}">
                  <a16:creationId xmlns:a16="http://schemas.microsoft.com/office/drawing/2014/main" id="{1F7E58E3-F38A-146B-E181-3A335CF79DDF}"/>
                </a:ext>
              </a:extLst>
            </p:cNvPr>
            <p:cNvSpPr/>
            <p:nvPr/>
          </p:nvSpPr>
          <p:spPr bwMode="auto">
            <a:xfrm>
              <a:off x="5431193" y="3721317"/>
              <a:ext cx="163049" cy="152239"/>
            </a:xfrm>
            <a:custGeom>
              <a:avLst/>
              <a:gdLst>
                <a:gd name="T0" fmla="*/ 99 w 106"/>
                <a:gd name="T1" fmla="*/ 40 h 99"/>
                <a:gd name="T2" fmla="*/ 97 w 106"/>
                <a:gd name="T3" fmla="*/ 75 h 99"/>
                <a:gd name="T4" fmla="*/ 77 w 106"/>
                <a:gd name="T5" fmla="*/ 85 h 99"/>
                <a:gd name="T6" fmla="*/ 39 w 106"/>
                <a:gd name="T7" fmla="*/ 96 h 99"/>
                <a:gd name="T8" fmla="*/ 6 w 106"/>
                <a:gd name="T9" fmla="*/ 91 h 99"/>
                <a:gd name="T10" fmla="*/ 6 w 106"/>
                <a:gd name="T11" fmla="*/ 73 h 99"/>
                <a:gd name="T12" fmla="*/ 23 w 106"/>
                <a:gd name="T13" fmla="*/ 30 h 99"/>
                <a:gd name="T14" fmla="*/ 40 w 106"/>
                <a:gd name="T15" fmla="*/ 7 h 99"/>
                <a:gd name="T16" fmla="*/ 99 w 106"/>
                <a:gd name="T17" fmla="*/ 4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99">
                  <a:moveTo>
                    <a:pt x="99" y="40"/>
                  </a:moveTo>
                  <a:cubicBezTo>
                    <a:pt x="105" y="51"/>
                    <a:pt x="106" y="66"/>
                    <a:pt x="97" y="75"/>
                  </a:cubicBezTo>
                  <a:cubicBezTo>
                    <a:pt x="92" y="81"/>
                    <a:pt x="84" y="83"/>
                    <a:pt x="77" y="85"/>
                  </a:cubicBezTo>
                  <a:cubicBezTo>
                    <a:pt x="65" y="89"/>
                    <a:pt x="52" y="93"/>
                    <a:pt x="39" y="96"/>
                  </a:cubicBezTo>
                  <a:cubicBezTo>
                    <a:pt x="32" y="99"/>
                    <a:pt x="13" y="95"/>
                    <a:pt x="6" y="91"/>
                  </a:cubicBezTo>
                  <a:cubicBezTo>
                    <a:pt x="0" y="86"/>
                    <a:pt x="6" y="81"/>
                    <a:pt x="6" y="73"/>
                  </a:cubicBezTo>
                  <a:cubicBezTo>
                    <a:pt x="6" y="60"/>
                    <a:pt x="18" y="42"/>
                    <a:pt x="23" y="30"/>
                  </a:cubicBezTo>
                  <a:cubicBezTo>
                    <a:pt x="27" y="17"/>
                    <a:pt x="28" y="12"/>
                    <a:pt x="40" y="7"/>
                  </a:cubicBezTo>
                  <a:cubicBezTo>
                    <a:pt x="62" y="0"/>
                    <a:pt x="88" y="23"/>
                    <a:pt x="99" y="40"/>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4" name="任意多边形 114">
              <a:extLst>
                <a:ext uri="{FF2B5EF4-FFF2-40B4-BE49-F238E27FC236}">
                  <a16:creationId xmlns:a16="http://schemas.microsoft.com/office/drawing/2014/main" id="{8617F302-672C-D553-AE6F-AA041728219E}"/>
                </a:ext>
              </a:extLst>
            </p:cNvPr>
            <p:cNvSpPr/>
            <p:nvPr/>
          </p:nvSpPr>
          <p:spPr bwMode="auto">
            <a:xfrm>
              <a:off x="5487044" y="3670871"/>
              <a:ext cx="150438" cy="216198"/>
            </a:xfrm>
            <a:custGeom>
              <a:avLst/>
              <a:gdLst>
                <a:gd name="T0" fmla="*/ 75 w 98"/>
                <a:gd name="T1" fmla="*/ 117 h 141"/>
                <a:gd name="T2" fmla="*/ 63 w 98"/>
                <a:gd name="T3" fmla="*/ 134 h 141"/>
                <a:gd name="T4" fmla="*/ 43 w 98"/>
                <a:gd name="T5" fmla="*/ 137 h 141"/>
                <a:gd name="T6" fmla="*/ 32 w 98"/>
                <a:gd name="T7" fmla="*/ 114 h 141"/>
                <a:gd name="T8" fmla="*/ 20 w 98"/>
                <a:gd name="T9" fmla="*/ 98 h 141"/>
                <a:gd name="T10" fmla="*/ 25 w 98"/>
                <a:gd name="T11" fmla="*/ 68 h 141"/>
                <a:gd name="T12" fmla="*/ 6 w 98"/>
                <a:gd name="T13" fmla="*/ 40 h 141"/>
                <a:gd name="T14" fmla="*/ 19 w 98"/>
                <a:gd name="T15" fmla="*/ 6 h 141"/>
                <a:gd name="T16" fmla="*/ 54 w 98"/>
                <a:gd name="T17" fmla="*/ 19 h 141"/>
                <a:gd name="T18" fmla="*/ 62 w 98"/>
                <a:gd name="T19" fmla="*/ 47 h 141"/>
                <a:gd name="T20" fmla="*/ 79 w 98"/>
                <a:gd name="T21" fmla="*/ 59 h 141"/>
                <a:gd name="T22" fmla="*/ 75 w 98"/>
                <a:gd name="T23" fmla="*/ 117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41">
                  <a:moveTo>
                    <a:pt x="75" y="117"/>
                  </a:moveTo>
                  <a:cubicBezTo>
                    <a:pt x="72" y="123"/>
                    <a:pt x="68" y="130"/>
                    <a:pt x="63" y="134"/>
                  </a:cubicBezTo>
                  <a:cubicBezTo>
                    <a:pt x="57" y="138"/>
                    <a:pt x="49" y="141"/>
                    <a:pt x="43" y="137"/>
                  </a:cubicBezTo>
                  <a:cubicBezTo>
                    <a:pt x="35" y="133"/>
                    <a:pt x="33" y="123"/>
                    <a:pt x="32" y="114"/>
                  </a:cubicBezTo>
                  <a:cubicBezTo>
                    <a:pt x="30" y="103"/>
                    <a:pt x="22" y="109"/>
                    <a:pt x="20" y="98"/>
                  </a:cubicBezTo>
                  <a:cubicBezTo>
                    <a:pt x="20" y="94"/>
                    <a:pt x="27" y="72"/>
                    <a:pt x="25" y="68"/>
                  </a:cubicBezTo>
                  <a:cubicBezTo>
                    <a:pt x="20" y="57"/>
                    <a:pt x="10" y="51"/>
                    <a:pt x="6" y="40"/>
                  </a:cubicBezTo>
                  <a:cubicBezTo>
                    <a:pt x="0" y="28"/>
                    <a:pt x="7" y="11"/>
                    <a:pt x="19" y="6"/>
                  </a:cubicBezTo>
                  <a:cubicBezTo>
                    <a:pt x="32" y="0"/>
                    <a:pt x="48" y="6"/>
                    <a:pt x="54" y="19"/>
                  </a:cubicBezTo>
                  <a:cubicBezTo>
                    <a:pt x="58" y="28"/>
                    <a:pt x="57" y="39"/>
                    <a:pt x="62" y="47"/>
                  </a:cubicBezTo>
                  <a:cubicBezTo>
                    <a:pt x="66" y="55"/>
                    <a:pt x="73" y="54"/>
                    <a:pt x="79" y="59"/>
                  </a:cubicBezTo>
                  <a:cubicBezTo>
                    <a:pt x="98" y="73"/>
                    <a:pt x="84" y="101"/>
                    <a:pt x="75" y="117"/>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5" name="任意多边形 115">
              <a:extLst>
                <a:ext uri="{FF2B5EF4-FFF2-40B4-BE49-F238E27FC236}">
                  <a16:creationId xmlns:a16="http://schemas.microsoft.com/office/drawing/2014/main" id="{827A62B9-DDBB-BAA5-1FAA-BCB4985E5E4A}"/>
                </a:ext>
              </a:extLst>
            </p:cNvPr>
            <p:cNvSpPr/>
            <p:nvPr/>
          </p:nvSpPr>
          <p:spPr bwMode="auto">
            <a:xfrm>
              <a:off x="5517672" y="3803292"/>
              <a:ext cx="47744" cy="45942"/>
            </a:xfrm>
            <a:custGeom>
              <a:avLst/>
              <a:gdLst>
                <a:gd name="T0" fmla="*/ 30 w 31"/>
                <a:gd name="T1" fmla="*/ 17 h 30"/>
                <a:gd name="T2" fmla="*/ 18 w 31"/>
                <a:gd name="T3" fmla="*/ 1 h 30"/>
                <a:gd name="T4" fmla="*/ 3 w 31"/>
                <a:gd name="T5" fmla="*/ 28 h 30"/>
                <a:gd name="T6" fmla="*/ 30 w 31"/>
                <a:gd name="T7" fmla="*/ 17 h 30"/>
              </a:gdLst>
              <a:ahLst/>
              <a:cxnLst>
                <a:cxn ang="0">
                  <a:pos x="T0" y="T1"/>
                </a:cxn>
                <a:cxn ang="0">
                  <a:pos x="T2" y="T3"/>
                </a:cxn>
                <a:cxn ang="0">
                  <a:pos x="T4" y="T5"/>
                </a:cxn>
                <a:cxn ang="0">
                  <a:pos x="T6" y="T7"/>
                </a:cxn>
              </a:cxnLst>
              <a:rect l="0" t="0" r="r" b="b"/>
              <a:pathLst>
                <a:path w="31" h="30">
                  <a:moveTo>
                    <a:pt x="30" y="17"/>
                  </a:moveTo>
                  <a:cubicBezTo>
                    <a:pt x="31" y="10"/>
                    <a:pt x="25" y="2"/>
                    <a:pt x="18" y="1"/>
                  </a:cubicBezTo>
                  <a:cubicBezTo>
                    <a:pt x="11" y="0"/>
                    <a:pt x="0" y="25"/>
                    <a:pt x="3" y="28"/>
                  </a:cubicBezTo>
                  <a:cubicBezTo>
                    <a:pt x="16" y="30"/>
                    <a:pt x="26" y="26"/>
                    <a:pt x="30" y="17"/>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6" name="任意多边形 116">
              <a:extLst>
                <a:ext uri="{FF2B5EF4-FFF2-40B4-BE49-F238E27FC236}">
                  <a16:creationId xmlns:a16="http://schemas.microsoft.com/office/drawing/2014/main" id="{D3B3A249-5F6D-1C71-EF73-D3CAB34FA645}"/>
                </a:ext>
              </a:extLst>
            </p:cNvPr>
            <p:cNvSpPr/>
            <p:nvPr/>
          </p:nvSpPr>
          <p:spPr bwMode="auto">
            <a:xfrm>
              <a:off x="5147434" y="3824011"/>
              <a:ext cx="305379" cy="275652"/>
            </a:xfrm>
            <a:custGeom>
              <a:avLst/>
              <a:gdLst>
                <a:gd name="T0" fmla="*/ 26 w 199"/>
                <a:gd name="T1" fmla="*/ 6 h 179"/>
                <a:gd name="T2" fmla="*/ 70 w 199"/>
                <a:gd name="T3" fmla="*/ 89 h 179"/>
                <a:gd name="T4" fmla="*/ 144 w 199"/>
                <a:gd name="T5" fmla="*/ 111 h 179"/>
                <a:gd name="T6" fmla="*/ 178 w 199"/>
                <a:gd name="T7" fmla="*/ 93 h 179"/>
                <a:gd name="T8" fmla="*/ 199 w 199"/>
                <a:gd name="T9" fmla="*/ 160 h 179"/>
                <a:gd name="T10" fmla="*/ 162 w 199"/>
                <a:gd name="T11" fmla="*/ 172 h 179"/>
                <a:gd name="T12" fmla="*/ 62 w 199"/>
                <a:gd name="T13" fmla="*/ 154 h 179"/>
                <a:gd name="T14" fmla="*/ 22 w 199"/>
                <a:gd name="T15" fmla="*/ 99 h 179"/>
                <a:gd name="T16" fmla="*/ 2 w 199"/>
                <a:gd name="T17" fmla="*/ 14 h 179"/>
                <a:gd name="T18" fmla="*/ 26 w 199"/>
                <a:gd name="T19" fmla="*/ 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9" h="179">
                  <a:moveTo>
                    <a:pt x="26" y="6"/>
                  </a:moveTo>
                  <a:cubicBezTo>
                    <a:pt x="34" y="32"/>
                    <a:pt x="50" y="70"/>
                    <a:pt x="70" y="89"/>
                  </a:cubicBezTo>
                  <a:cubicBezTo>
                    <a:pt x="90" y="107"/>
                    <a:pt x="118" y="118"/>
                    <a:pt x="144" y="111"/>
                  </a:cubicBezTo>
                  <a:cubicBezTo>
                    <a:pt x="157" y="108"/>
                    <a:pt x="167" y="101"/>
                    <a:pt x="178" y="93"/>
                  </a:cubicBezTo>
                  <a:cubicBezTo>
                    <a:pt x="199" y="160"/>
                    <a:pt x="199" y="160"/>
                    <a:pt x="199" y="160"/>
                  </a:cubicBezTo>
                  <a:cubicBezTo>
                    <a:pt x="187" y="165"/>
                    <a:pt x="175" y="169"/>
                    <a:pt x="162" y="172"/>
                  </a:cubicBezTo>
                  <a:cubicBezTo>
                    <a:pt x="128" y="179"/>
                    <a:pt x="90" y="175"/>
                    <a:pt x="62" y="154"/>
                  </a:cubicBezTo>
                  <a:cubicBezTo>
                    <a:pt x="44" y="140"/>
                    <a:pt x="31" y="120"/>
                    <a:pt x="22" y="99"/>
                  </a:cubicBezTo>
                  <a:cubicBezTo>
                    <a:pt x="14" y="78"/>
                    <a:pt x="6" y="37"/>
                    <a:pt x="2" y="14"/>
                  </a:cubicBezTo>
                  <a:cubicBezTo>
                    <a:pt x="0" y="8"/>
                    <a:pt x="24" y="0"/>
                    <a:pt x="26" y="6"/>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7" name="任意多边形 117">
              <a:extLst>
                <a:ext uri="{FF2B5EF4-FFF2-40B4-BE49-F238E27FC236}">
                  <a16:creationId xmlns:a16="http://schemas.microsoft.com/office/drawing/2014/main" id="{840D4844-3438-6460-02E5-2EAB2768A1FB}"/>
                </a:ext>
              </a:extLst>
            </p:cNvPr>
            <p:cNvSpPr/>
            <p:nvPr/>
          </p:nvSpPr>
          <p:spPr bwMode="auto">
            <a:xfrm>
              <a:off x="5402366" y="3923102"/>
              <a:ext cx="178363" cy="146835"/>
            </a:xfrm>
            <a:custGeom>
              <a:avLst/>
              <a:gdLst>
                <a:gd name="T0" fmla="*/ 24 w 116"/>
                <a:gd name="T1" fmla="*/ 21 h 96"/>
                <a:gd name="T2" fmla="*/ 71 w 116"/>
                <a:gd name="T3" fmla="*/ 0 h 96"/>
                <a:gd name="T4" fmla="*/ 91 w 116"/>
                <a:gd name="T5" fmla="*/ 66 h 96"/>
                <a:gd name="T6" fmla="*/ 56 w 116"/>
                <a:gd name="T7" fmla="*/ 86 h 96"/>
                <a:gd name="T8" fmla="*/ 33 w 116"/>
                <a:gd name="T9" fmla="*/ 96 h 96"/>
                <a:gd name="T10" fmla="*/ 0 w 116"/>
                <a:gd name="T11" fmla="*/ 33 h 96"/>
                <a:gd name="T12" fmla="*/ 24 w 116"/>
                <a:gd name="T13" fmla="*/ 21 h 96"/>
              </a:gdLst>
              <a:ahLst/>
              <a:cxnLst>
                <a:cxn ang="0">
                  <a:pos x="T0" y="T1"/>
                </a:cxn>
                <a:cxn ang="0">
                  <a:pos x="T2" y="T3"/>
                </a:cxn>
                <a:cxn ang="0">
                  <a:pos x="T4" y="T5"/>
                </a:cxn>
                <a:cxn ang="0">
                  <a:pos x="T6" y="T7"/>
                </a:cxn>
                <a:cxn ang="0">
                  <a:pos x="T8" y="T9"/>
                </a:cxn>
                <a:cxn ang="0">
                  <a:pos x="T10" y="T11"/>
                </a:cxn>
                <a:cxn ang="0">
                  <a:pos x="T12" y="T13"/>
                </a:cxn>
              </a:cxnLst>
              <a:rect l="0" t="0" r="r" b="b"/>
              <a:pathLst>
                <a:path w="116" h="96">
                  <a:moveTo>
                    <a:pt x="24" y="21"/>
                  </a:moveTo>
                  <a:cubicBezTo>
                    <a:pt x="38" y="10"/>
                    <a:pt x="54" y="1"/>
                    <a:pt x="71" y="0"/>
                  </a:cubicBezTo>
                  <a:cubicBezTo>
                    <a:pt x="112" y="0"/>
                    <a:pt x="116" y="44"/>
                    <a:pt x="91" y="66"/>
                  </a:cubicBezTo>
                  <a:cubicBezTo>
                    <a:pt x="81" y="75"/>
                    <a:pt x="67" y="80"/>
                    <a:pt x="56" y="86"/>
                  </a:cubicBezTo>
                  <a:cubicBezTo>
                    <a:pt x="48" y="90"/>
                    <a:pt x="40" y="93"/>
                    <a:pt x="33" y="96"/>
                  </a:cubicBezTo>
                  <a:cubicBezTo>
                    <a:pt x="0" y="33"/>
                    <a:pt x="0" y="33"/>
                    <a:pt x="0" y="33"/>
                  </a:cubicBezTo>
                  <a:cubicBezTo>
                    <a:pt x="5" y="30"/>
                    <a:pt x="20" y="24"/>
                    <a:pt x="24" y="21"/>
                  </a:cubicBezTo>
                  <a:close/>
                </a:path>
              </a:pathLst>
            </a:custGeom>
            <a:solidFill>
              <a:srgbClr val="FDD2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8" name="任意多边形 118">
              <a:extLst>
                <a:ext uri="{FF2B5EF4-FFF2-40B4-BE49-F238E27FC236}">
                  <a16:creationId xmlns:a16="http://schemas.microsoft.com/office/drawing/2014/main" id="{39850494-B9CC-B874-FC30-F25C56B090A4}"/>
                </a:ext>
              </a:extLst>
            </p:cNvPr>
            <p:cNvSpPr/>
            <p:nvPr/>
          </p:nvSpPr>
          <p:spPr bwMode="auto">
            <a:xfrm>
              <a:off x="5099690" y="3677177"/>
              <a:ext cx="93686" cy="116207"/>
            </a:xfrm>
            <a:custGeom>
              <a:avLst/>
              <a:gdLst>
                <a:gd name="T0" fmla="*/ 58 w 61"/>
                <a:gd name="T1" fmla="*/ 76 h 76"/>
                <a:gd name="T2" fmla="*/ 26 w 61"/>
                <a:gd name="T3" fmla="*/ 76 h 76"/>
                <a:gd name="T4" fmla="*/ 21 w 61"/>
                <a:gd name="T5" fmla="*/ 73 h 76"/>
                <a:gd name="T6" fmla="*/ 1 w 61"/>
                <a:gd name="T7" fmla="*/ 3 h 76"/>
                <a:gd name="T8" fmla="*/ 4 w 61"/>
                <a:gd name="T9" fmla="*/ 0 h 76"/>
                <a:gd name="T10" fmla="*/ 36 w 61"/>
                <a:gd name="T11" fmla="*/ 0 h 76"/>
                <a:gd name="T12" fmla="*/ 41 w 61"/>
                <a:gd name="T13" fmla="*/ 3 h 76"/>
                <a:gd name="T14" fmla="*/ 61 w 61"/>
                <a:gd name="T15" fmla="*/ 73 h 76"/>
                <a:gd name="T16" fmla="*/ 58 w 61"/>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76">
                  <a:moveTo>
                    <a:pt x="58" y="76"/>
                  </a:moveTo>
                  <a:cubicBezTo>
                    <a:pt x="26" y="76"/>
                    <a:pt x="26" y="76"/>
                    <a:pt x="26" y="76"/>
                  </a:cubicBezTo>
                  <a:cubicBezTo>
                    <a:pt x="24" y="76"/>
                    <a:pt x="22" y="75"/>
                    <a:pt x="21" y="73"/>
                  </a:cubicBezTo>
                  <a:cubicBezTo>
                    <a:pt x="1" y="3"/>
                    <a:pt x="1" y="3"/>
                    <a:pt x="1" y="3"/>
                  </a:cubicBezTo>
                  <a:cubicBezTo>
                    <a:pt x="0" y="1"/>
                    <a:pt x="2" y="0"/>
                    <a:pt x="4" y="0"/>
                  </a:cubicBezTo>
                  <a:cubicBezTo>
                    <a:pt x="36" y="0"/>
                    <a:pt x="36" y="0"/>
                    <a:pt x="36" y="0"/>
                  </a:cubicBezTo>
                  <a:cubicBezTo>
                    <a:pt x="38" y="0"/>
                    <a:pt x="40" y="1"/>
                    <a:pt x="41" y="3"/>
                  </a:cubicBezTo>
                  <a:cubicBezTo>
                    <a:pt x="61" y="73"/>
                    <a:pt x="61" y="73"/>
                    <a:pt x="61" y="73"/>
                  </a:cubicBezTo>
                  <a:cubicBezTo>
                    <a:pt x="61" y="75"/>
                    <a:pt x="60" y="76"/>
                    <a:pt x="58" y="76"/>
                  </a:cubicBezTo>
                  <a:close/>
                </a:path>
              </a:pathLst>
            </a:custGeom>
            <a:solidFill>
              <a:srgbClr val="3C79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29" name="任意多边形 119">
              <a:extLst>
                <a:ext uri="{FF2B5EF4-FFF2-40B4-BE49-F238E27FC236}">
                  <a16:creationId xmlns:a16="http://schemas.microsoft.com/office/drawing/2014/main" id="{667C40D5-B9DB-ED73-6AE9-0DF01CB6AEDD}"/>
                </a:ext>
              </a:extLst>
            </p:cNvPr>
            <p:cNvSpPr/>
            <p:nvPr/>
          </p:nvSpPr>
          <p:spPr bwMode="auto">
            <a:xfrm>
              <a:off x="5105996" y="3677177"/>
              <a:ext cx="93686" cy="116207"/>
            </a:xfrm>
            <a:custGeom>
              <a:avLst/>
              <a:gdLst>
                <a:gd name="T0" fmla="*/ 58 w 61"/>
                <a:gd name="T1" fmla="*/ 76 h 76"/>
                <a:gd name="T2" fmla="*/ 25 w 61"/>
                <a:gd name="T3" fmla="*/ 76 h 76"/>
                <a:gd name="T4" fmla="*/ 20 w 61"/>
                <a:gd name="T5" fmla="*/ 73 h 76"/>
                <a:gd name="T6" fmla="*/ 0 w 61"/>
                <a:gd name="T7" fmla="*/ 3 h 76"/>
                <a:gd name="T8" fmla="*/ 3 w 61"/>
                <a:gd name="T9" fmla="*/ 0 h 76"/>
                <a:gd name="T10" fmla="*/ 36 w 61"/>
                <a:gd name="T11" fmla="*/ 0 h 76"/>
                <a:gd name="T12" fmla="*/ 40 w 61"/>
                <a:gd name="T13" fmla="*/ 3 h 76"/>
                <a:gd name="T14" fmla="*/ 60 w 61"/>
                <a:gd name="T15" fmla="*/ 73 h 76"/>
                <a:gd name="T16" fmla="*/ 58 w 61"/>
                <a:gd name="T17"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76">
                  <a:moveTo>
                    <a:pt x="58" y="76"/>
                  </a:moveTo>
                  <a:cubicBezTo>
                    <a:pt x="25" y="76"/>
                    <a:pt x="25" y="76"/>
                    <a:pt x="25" y="76"/>
                  </a:cubicBezTo>
                  <a:cubicBezTo>
                    <a:pt x="23" y="76"/>
                    <a:pt x="21" y="75"/>
                    <a:pt x="20" y="73"/>
                  </a:cubicBezTo>
                  <a:cubicBezTo>
                    <a:pt x="0" y="3"/>
                    <a:pt x="0" y="3"/>
                    <a:pt x="0" y="3"/>
                  </a:cubicBezTo>
                  <a:cubicBezTo>
                    <a:pt x="0" y="1"/>
                    <a:pt x="1" y="0"/>
                    <a:pt x="3" y="0"/>
                  </a:cubicBezTo>
                  <a:cubicBezTo>
                    <a:pt x="36" y="0"/>
                    <a:pt x="36" y="0"/>
                    <a:pt x="36" y="0"/>
                  </a:cubicBezTo>
                  <a:cubicBezTo>
                    <a:pt x="38" y="0"/>
                    <a:pt x="40" y="1"/>
                    <a:pt x="40" y="3"/>
                  </a:cubicBezTo>
                  <a:cubicBezTo>
                    <a:pt x="60" y="73"/>
                    <a:pt x="60" y="73"/>
                    <a:pt x="60" y="73"/>
                  </a:cubicBezTo>
                  <a:cubicBezTo>
                    <a:pt x="61" y="75"/>
                    <a:pt x="60" y="76"/>
                    <a:pt x="58" y="76"/>
                  </a:cubicBezTo>
                  <a:close/>
                </a:path>
              </a:pathLst>
            </a:custGeom>
            <a:solidFill>
              <a:srgbClr val="A2D1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0" name="任意多边形 120">
              <a:extLst>
                <a:ext uri="{FF2B5EF4-FFF2-40B4-BE49-F238E27FC236}">
                  <a16:creationId xmlns:a16="http://schemas.microsoft.com/office/drawing/2014/main" id="{A3514951-6785-95E4-DC68-C88771D1938E}"/>
                </a:ext>
              </a:extLst>
            </p:cNvPr>
            <p:cNvSpPr/>
            <p:nvPr/>
          </p:nvSpPr>
          <p:spPr bwMode="auto">
            <a:xfrm>
              <a:off x="5110500" y="3681681"/>
              <a:ext cx="84677" cy="107198"/>
            </a:xfrm>
            <a:custGeom>
              <a:avLst/>
              <a:gdLst>
                <a:gd name="T0" fmla="*/ 52 w 55"/>
                <a:gd name="T1" fmla="*/ 70 h 70"/>
                <a:gd name="T2" fmla="*/ 22 w 55"/>
                <a:gd name="T3" fmla="*/ 70 h 70"/>
                <a:gd name="T4" fmla="*/ 18 w 55"/>
                <a:gd name="T5" fmla="*/ 66 h 70"/>
                <a:gd name="T6" fmla="*/ 0 w 55"/>
                <a:gd name="T7" fmla="*/ 4 h 70"/>
                <a:gd name="T8" fmla="*/ 2 w 55"/>
                <a:gd name="T9" fmla="*/ 0 h 70"/>
                <a:gd name="T10" fmla="*/ 32 w 55"/>
                <a:gd name="T11" fmla="*/ 0 h 70"/>
                <a:gd name="T12" fmla="*/ 36 w 55"/>
                <a:gd name="T13" fmla="*/ 4 h 70"/>
                <a:gd name="T14" fmla="*/ 54 w 55"/>
                <a:gd name="T15" fmla="*/ 66 h 70"/>
                <a:gd name="T16" fmla="*/ 52 w 55"/>
                <a:gd name="T17"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70">
                  <a:moveTo>
                    <a:pt x="52" y="70"/>
                  </a:moveTo>
                  <a:cubicBezTo>
                    <a:pt x="22" y="70"/>
                    <a:pt x="22" y="70"/>
                    <a:pt x="22" y="70"/>
                  </a:cubicBezTo>
                  <a:cubicBezTo>
                    <a:pt x="21" y="70"/>
                    <a:pt x="19" y="68"/>
                    <a:pt x="18" y="66"/>
                  </a:cubicBezTo>
                  <a:cubicBezTo>
                    <a:pt x="0" y="4"/>
                    <a:pt x="0" y="4"/>
                    <a:pt x="0" y="4"/>
                  </a:cubicBezTo>
                  <a:cubicBezTo>
                    <a:pt x="0" y="2"/>
                    <a:pt x="1" y="0"/>
                    <a:pt x="2" y="0"/>
                  </a:cubicBezTo>
                  <a:cubicBezTo>
                    <a:pt x="32" y="0"/>
                    <a:pt x="32" y="0"/>
                    <a:pt x="32" y="0"/>
                  </a:cubicBezTo>
                  <a:cubicBezTo>
                    <a:pt x="34" y="0"/>
                    <a:pt x="36" y="2"/>
                    <a:pt x="36" y="4"/>
                  </a:cubicBezTo>
                  <a:cubicBezTo>
                    <a:pt x="54" y="66"/>
                    <a:pt x="54" y="66"/>
                    <a:pt x="54" y="66"/>
                  </a:cubicBezTo>
                  <a:cubicBezTo>
                    <a:pt x="55" y="68"/>
                    <a:pt x="54" y="70"/>
                    <a:pt x="52" y="70"/>
                  </a:cubicBezTo>
                  <a:close/>
                </a:path>
              </a:pathLst>
            </a:custGeom>
            <a:solidFill>
              <a:srgbClr val="3C79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1" name="任意多边形 121">
              <a:extLst>
                <a:ext uri="{FF2B5EF4-FFF2-40B4-BE49-F238E27FC236}">
                  <a16:creationId xmlns:a16="http://schemas.microsoft.com/office/drawing/2014/main" id="{A2E0F215-D21A-2DBC-92DB-35770C87EC57}"/>
                </a:ext>
              </a:extLst>
            </p:cNvPr>
            <p:cNvSpPr/>
            <p:nvPr/>
          </p:nvSpPr>
          <p:spPr bwMode="auto">
            <a:xfrm>
              <a:off x="5105996" y="3732127"/>
              <a:ext cx="89182" cy="124314"/>
            </a:xfrm>
            <a:custGeom>
              <a:avLst/>
              <a:gdLst>
                <a:gd name="T0" fmla="*/ 49 w 58"/>
                <a:gd name="T1" fmla="*/ 32 h 81"/>
                <a:gd name="T2" fmla="*/ 36 w 58"/>
                <a:gd name="T3" fmla="*/ 6 h 81"/>
                <a:gd name="T4" fmla="*/ 35 w 58"/>
                <a:gd name="T5" fmla="*/ 27 h 81"/>
                <a:gd name="T6" fmla="*/ 6 w 58"/>
                <a:gd name="T7" fmla="*/ 0 h 81"/>
                <a:gd name="T8" fmla="*/ 0 w 58"/>
                <a:gd name="T9" fmla="*/ 10 h 81"/>
                <a:gd name="T10" fmla="*/ 4 w 58"/>
                <a:gd name="T11" fmla="*/ 32 h 81"/>
                <a:gd name="T12" fmla="*/ 3 w 58"/>
                <a:gd name="T13" fmla="*/ 46 h 81"/>
                <a:gd name="T14" fmla="*/ 20 w 58"/>
                <a:gd name="T15" fmla="*/ 66 h 81"/>
                <a:gd name="T16" fmla="*/ 33 w 58"/>
                <a:gd name="T17" fmla="*/ 73 h 81"/>
                <a:gd name="T18" fmla="*/ 49 w 58"/>
                <a:gd name="T19" fmla="*/ 3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81">
                  <a:moveTo>
                    <a:pt x="49" y="32"/>
                  </a:moveTo>
                  <a:cubicBezTo>
                    <a:pt x="48" y="27"/>
                    <a:pt x="40" y="16"/>
                    <a:pt x="36" y="6"/>
                  </a:cubicBezTo>
                  <a:cubicBezTo>
                    <a:pt x="29" y="3"/>
                    <a:pt x="33" y="24"/>
                    <a:pt x="35" y="27"/>
                  </a:cubicBezTo>
                  <a:cubicBezTo>
                    <a:pt x="26" y="25"/>
                    <a:pt x="10" y="15"/>
                    <a:pt x="6" y="0"/>
                  </a:cubicBezTo>
                  <a:cubicBezTo>
                    <a:pt x="5" y="1"/>
                    <a:pt x="0" y="8"/>
                    <a:pt x="0" y="10"/>
                  </a:cubicBezTo>
                  <a:cubicBezTo>
                    <a:pt x="0" y="18"/>
                    <a:pt x="5" y="25"/>
                    <a:pt x="4" y="32"/>
                  </a:cubicBezTo>
                  <a:cubicBezTo>
                    <a:pt x="4" y="38"/>
                    <a:pt x="1" y="41"/>
                    <a:pt x="3" y="46"/>
                  </a:cubicBezTo>
                  <a:cubicBezTo>
                    <a:pt x="6" y="55"/>
                    <a:pt x="13" y="61"/>
                    <a:pt x="20" y="66"/>
                  </a:cubicBezTo>
                  <a:cubicBezTo>
                    <a:pt x="24" y="69"/>
                    <a:pt x="28" y="72"/>
                    <a:pt x="33" y="73"/>
                  </a:cubicBezTo>
                  <a:cubicBezTo>
                    <a:pt x="58" y="81"/>
                    <a:pt x="53" y="44"/>
                    <a:pt x="49" y="32"/>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2" name="任意多边形 122">
              <a:extLst>
                <a:ext uri="{FF2B5EF4-FFF2-40B4-BE49-F238E27FC236}">
                  <a16:creationId xmlns:a16="http://schemas.microsoft.com/office/drawing/2014/main" id="{A879A15E-9D92-0833-8CD8-2200302B42B3}"/>
                </a:ext>
              </a:extLst>
            </p:cNvPr>
            <p:cNvSpPr/>
            <p:nvPr/>
          </p:nvSpPr>
          <p:spPr bwMode="auto">
            <a:xfrm>
              <a:off x="7078799" y="4161820"/>
              <a:ext cx="810741" cy="369338"/>
            </a:xfrm>
            <a:custGeom>
              <a:avLst/>
              <a:gdLst>
                <a:gd name="T0" fmla="*/ 22 w 528"/>
                <a:gd name="T1" fmla="*/ 0 h 240"/>
                <a:gd name="T2" fmla="*/ 0 w 528"/>
                <a:gd name="T3" fmla="*/ 22 h 240"/>
                <a:gd name="T4" fmla="*/ 0 w 528"/>
                <a:gd name="T5" fmla="*/ 218 h 240"/>
                <a:gd name="T6" fmla="*/ 22 w 528"/>
                <a:gd name="T7" fmla="*/ 240 h 240"/>
                <a:gd name="T8" fmla="*/ 528 w 528"/>
                <a:gd name="T9" fmla="*/ 240 h 240"/>
                <a:gd name="T10" fmla="*/ 528 w 528"/>
                <a:gd name="T11" fmla="*/ 0 h 240"/>
                <a:gd name="T12" fmla="*/ 22 w 528"/>
                <a:gd name="T13" fmla="*/ 0 h 240"/>
              </a:gdLst>
              <a:ahLst/>
              <a:cxnLst>
                <a:cxn ang="0">
                  <a:pos x="T0" y="T1"/>
                </a:cxn>
                <a:cxn ang="0">
                  <a:pos x="T2" y="T3"/>
                </a:cxn>
                <a:cxn ang="0">
                  <a:pos x="T4" y="T5"/>
                </a:cxn>
                <a:cxn ang="0">
                  <a:pos x="T6" y="T7"/>
                </a:cxn>
                <a:cxn ang="0">
                  <a:pos x="T8" y="T9"/>
                </a:cxn>
                <a:cxn ang="0">
                  <a:pos x="T10" y="T11"/>
                </a:cxn>
                <a:cxn ang="0">
                  <a:pos x="T12" y="T13"/>
                </a:cxn>
              </a:cxnLst>
              <a:rect l="0" t="0" r="r" b="b"/>
              <a:pathLst>
                <a:path w="528" h="240">
                  <a:moveTo>
                    <a:pt x="22" y="0"/>
                  </a:moveTo>
                  <a:cubicBezTo>
                    <a:pt x="10" y="0"/>
                    <a:pt x="0" y="10"/>
                    <a:pt x="0" y="22"/>
                  </a:cubicBezTo>
                  <a:cubicBezTo>
                    <a:pt x="0" y="218"/>
                    <a:pt x="0" y="218"/>
                    <a:pt x="0" y="218"/>
                  </a:cubicBezTo>
                  <a:cubicBezTo>
                    <a:pt x="0" y="230"/>
                    <a:pt x="10" y="240"/>
                    <a:pt x="22" y="240"/>
                  </a:cubicBezTo>
                  <a:cubicBezTo>
                    <a:pt x="528" y="240"/>
                    <a:pt x="528" y="240"/>
                    <a:pt x="528" y="240"/>
                  </a:cubicBezTo>
                  <a:cubicBezTo>
                    <a:pt x="528" y="0"/>
                    <a:pt x="528" y="0"/>
                    <a:pt x="528" y="0"/>
                  </a:cubicBezTo>
                  <a:lnTo>
                    <a:pt x="22" y="0"/>
                  </a:lnTo>
                  <a:close/>
                </a:path>
              </a:pathLst>
            </a:custGeom>
            <a:solidFill>
              <a:srgbClr val="6498A8">
                <a:alpha val="30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3" name="任意多边形 123">
              <a:extLst>
                <a:ext uri="{FF2B5EF4-FFF2-40B4-BE49-F238E27FC236}">
                  <a16:creationId xmlns:a16="http://schemas.microsoft.com/office/drawing/2014/main" id="{10F6F0E2-3CCC-2C61-6DA4-046CEBD7A184}"/>
                </a:ext>
              </a:extLst>
            </p:cNvPr>
            <p:cNvSpPr/>
            <p:nvPr/>
          </p:nvSpPr>
          <p:spPr bwMode="auto">
            <a:xfrm>
              <a:off x="8188614" y="4214068"/>
              <a:ext cx="210793" cy="526982"/>
            </a:xfrm>
            <a:custGeom>
              <a:avLst/>
              <a:gdLst>
                <a:gd name="T0" fmla="*/ 61 w 137"/>
                <a:gd name="T1" fmla="*/ 313 h 343"/>
                <a:gd name="T2" fmla="*/ 37 w 137"/>
                <a:gd name="T3" fmla="*/ 341 h 343"/>
                <a:gd name="T4" fmla="*/ 4 w 137"/>
                <a:gd name="T5" fmla="*/ 323 h 343"/>
                <a:gd name="T6" fmla="*/ 23 w 137"/>
                <a:gd name="T7" fmla="*/ 23 h 343"/>
                <a:gd name="T8" fmla="*/ 133 w 137"/>
                <a:gd name="T9" fmla="*/ 71 h 343"/>
                <a:gd name="T10" fmla="*/ 97 w 137"/>
                <a:gd name="T11" fmla="*/ 224 h 343"/>
                <a:gd name="T12" fmla="*/ 61 w 137"/>
                <a:gd name="T13" fmla="*/ 313 h 343"/>
              </a:gdLst>
              <a:ahLst/>
              <a:cxnLst>
                <a:cxn ang="0">
                  <a:pos x="T0" y="T1"/>
                </a:cxn>
                <a:cxn ang="0">
                  <a:pos x="T2" y="T3"/>
                </a:cxn>
                <a:cxn ang="0">
                  <a:pos x="T4" y="T5"/>
                </a:cxn>
                <a:cxn ang="0">
                  <a:pos x="T6" y="T7"/>
                </a:cxn>
                <a:cxn ang="0">
                  <a:pos x="T8" y="T9"/>
                </a:cxn>
                <a:cxn ang="0">
                  <a:pos x="T10" y="T11"/>
                </a:cxn>
                <a:cxn ang="0">
                  <a:pos x="T12" y="T13"/>
                </a:cxn>
              </a:cxnLst>
              <a:rect l="0" t="0" r="r" b="b"/>
              <a:pathLst>
                <a:path w="137" h="343">
                  <a:moveTo>
                    <a:pt x="61" y="313"/>
                  </a:moveTo>
                  <a:cubicBezTo>
                    <a:pt x="56" y="324"/>
                    <a:pt x="48" y="338"/>
                    <a:pt x="37" y="341"/>
                  </a:cubicBezTo>
                  <a:cubicBezTo>
                    <a:pt x="30" y="343"/>
                    <a:pt x="8" y="329"/>
                    <a:pt x="4" y="323"/>
                  </a:cubicBezTo>
                  <a:cubicBezTo>
                    <a:pt x="0" y="317"/>
                    <a:pt x="13" y="40"/>
                    <a:pt x="23" y="23"/>
                  </a:cubicBezTo>
                  <a:cubicBezTo>
                    <a:pt x="36" y="0"/>
                    <a:pt x="137" y="32"/>
                    <a:pt x="133" y="71"/>
                  </a:cubicBezTo>
                  <a:cubicBezTo>
                    <a:pt x="129" y="121"/>
                    <a:pt x="114" y="175"/>
                    <a:pt x="97" y="224"/>
                  </a:cubicBezTo>
                  <a:cubicBezTo>
                    <a:pt x="87" y="254"/>
                    <a:pt x="75" y="284"/>
                    <a:pt x="61" y="313"/>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4" name="任意多边形 124">
              <a:extLst>
                <a:ext uri="{FF2B5EF4-FFF2-40B4-BE49-F238E27FC236}">
                  <a16:creationId xmlns:a16="http://schemas.microsoft.com/office/drawing/2014/main" id="{76588553-8FE3-9A4C-0AD6-B6197BC6DAAE}"/>
                </a:ext>
              </a:extLst>
            </p:cNvPr>
            <p:cNvSpPr/>
            <p:nvPr/>
          </p:nvSpPr>
          <p:spPr bwMode="auto">
            <a:xfrm>
              <a:off x="8506604" y="5010395"/>
              <a:ext cx="54049" cy="82876"/>
            </a:xfrm>
            <a:custGeom>
              <a:avLst/>
              <a:gdLst>
                <a:gd name="T0" fmla="*/ 35 w 35"/>
                <a:gd name="T1" fmla="*/ 52 h 54"/>
                <a:gd name="T2" fmla="*/ 2 w 35"/>
                <a:gd name="T3" fmla="*/ 50 h 54"/>
                <a:gd name="T4" fmla="*/ 0 w 35"/>
                <a:gd name="T5" fmla="*/ 11 h 54"/>
                <a:gd name="T6" fmla="*/ 1 w 35"/>
                <a:gd name="T7" fmla="*/ 6 h 54"/>
                <a:gd name="T8" fmla="*/ 7 w 35"/>
                <a:gd name="T9" fmla="*/ 3 h 54"/>
                <a:gd name="T10" fmla="*/ 31 w 35"/>
                <a:gd name="T11" fmla="*/ 12 h 54"/>
                <a:gd name="T12" fmla="*/ 35 w 35"/>
                <a:gd name="T13" fmla="*/ 52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5" y="52"/>
                  </a:moveTo>
                  <a:cubicBezTo>
                    <a:pt x="24" y="54"/>
                    <a:pt x="13" y="53"/>
                    <a:pt x="2" y="50"/>
                  </a:cubicBezTo>
                  <a:cubicBezTo>
                    <a:pt x="1" y="37"/>
                    <a:pt x="1" y="24"/>
                    <a:pt x="0" y="11"/>
                  </a:cubicBezTo>
                  <a:cubicBezTo>
                    <a:pt x="0" y="9"/>
                    <a:pt x="0" y="7"/>
                    <a:pt x="1" y="6"/>
                  </a:cubicBezTo>
                  <a:cubicBezTo>
                    <a:pt x="2" y="4"/>
                    <a:pt x="4" y="3"/>
                    <a:pt x="7" y="3"/>
                  </a:cubicBezTo>
                  <a:cubicBezTo>
                    <a:pt x="15" y="1"/>
                    <a:pt x="29" y="0"/>
                    <a:pt x="31" y="12"/>
                  </a:cubicBezTo>
                  <a:cubicBezTo>
                    <a:pt x="32" y="25"/>
                    <a:pt x="34" y="39"/>
                    <a:pt x="35" y="5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5" name="任意多边形 125">
              <a:extLst>
                <a:ext uri="{FF2B5EF4-FFF2-40B4-BE49-F238E27FC236}">
                  <a16:creationId xmlns:a16="http://schemas.microsoft.com/office/drawing/2014/main" id="{5C741250-8B4D-AD74-4CF3-2A37BBF83499}"/>
                </a:ext>
              </a:extLst>
            </p:cNvPr>
            <p:cNvSpPr/>
            <p:nvPr/>
          </p:nvSpPr>
          <p:spPr bwMode="auto">
            <a:xfrm>
              <a:off x="8144473" y="5010395"/>
              <a:ext cx="58554" cy="82876"/>
            </a:xfrm>
            <a:custGeom>
              <a:avLst/>
              <a:gdLst>
                <a:gd name="T0" fmla="*/ 33 w 38"/>
                <a:gd name="T1" fmla="*/ 52 h 54"/>
                <a:gd name="T2" fmla="*/ 0 w 38"/>
                <a:gd name="T3" fmla="*/ 50 h 54"/>
                <a:gd name="T4" fmla="*/ 7 w 38"/>
                <a:gd name="T5" fmla="*/ 11 h 54"/>
                <a:gd name="T6" fmla="*/ 9 w 38"/>
                <a:gd name="T7" fmla="*/ 6 h 54"/>
                <a:gd name="T8" fmla="*/ 15 w 38"/>
                <a:gd name="T9" fmla="*/ 3 h 54"/>
                <a:gd name="T10" fmla="*/ 37 w 38"/>
                <a:gd name="T11" fmla="*/ 12 h 54"/>
                <a:gd name="T12" fmla="*/ 33 w 38"/>
                <a:gd name="T13" fmla="*/ 52 h 54"/>
              </a:gdLst>
              <a:ahLst/>
              <a:cxnLst>
                <a:cxn ang="0">
                  <a:pos x="T0" y="T1"/>
                </a:cxn>
                <a:cxn ang="0">
                  <a:pos x="T2" y="T3"/>
                </a:cxn>
                <a:cxn ang="0">
                  <a:pos x="T4" y="T5"/>
                </a:cxn>
                <a:cxn ang="0">
                  <a:pos x="T6" y="T7"/>
                </a:cxn>
                <a:cxn ang="0">
                  <a:pos x="T8" y="T9"/>
                </a:cxn>
                <a:cxn ang="0">
                  <a:pos x="T10" y="T11"/>
                </a:cxn>
                <a:cxn ang="0">
                  <a:pos x="T12" y="T13"/>
                </a:cxn>
              </a:cxnLst>
              <a:rect l="0" t="0" r="r" b="b"/>
              <a:pathLst>
                <a:path w="38" h="54">
                  <a:moveTo>
                    <a:pt x="33" y="52"/>
                  </a:moveTo>
                  <a:cubicBezTo>
                    <a:pt x="21" y="54"/>
                    <a:pt x="10" y="53"/>
                    <a:pt x="0" y="50"/>
                  </a:cubicBezTo>
                  <a:cubicBezTo>
                    <a:pt x="2" y="37"/>
                    <a:pt x="5" y="24"/>
                    <a:pt x="7" y="11"/>
                  </a:cubicBezTo>
                  <a:cubicBezTo>
                    <a:pt x="7" y="9"/>
                    <a:pt x="8" y="7"/>
                    <a:pt x="9" y="6"/>
                  </a:cubicBezTo>
                  <a:cubicBezTo>
                    <a:pt x="10" y="4"/>
                    <a:pt x="13" y="3"/>
                    <a:pt x="15" y="3"/>
                  </a:cubicBezTo>
                  <a:cubicBezTo>
                    <a:pt x="25" y="1"/>
                    <a:pt x="38" y="0"/>
                    <a:pt x="37" y="12"/>
                  </a:cubicBezTo>
                  <a:cubicBezTo>
                    <a:pt x="36" y="25"/>
                    <a:pt x="34" y="39"/>
                    <a:pt x="33" y="5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6" name="任意多边形 126">
              <a:extLst>
                <a:ext uri="{FF2B5EF4-FFF2-40B4-BE49-F238E27FC236}">
                  <a16:creationId xmlns:a16="http://schemas.microsoft.com/office/drawing/2014/main" id="{9B93D8B9-6A1A-C6D9-B832-7CD79E872D06}"/>
                </a:ext>
              </a:extLst>
            </p:cNvPr>
            <p:cNvSpPr/>
            <p:nvPr/>
          </p:nvSpPr>
          <p:spPr bwMode="auto">
            <a:xfrm>
              <a:off x="8147176" y="4586108"/>
              <a:ext cx="184669" cy="444106"/>
            </a:xfrm>
            <a:custGeom>
              <a:avLst/>
              <a:gdLst>
                <a:gd name="T0" fmla="*/ 34 w 120"/>
                <a:gd name="T1" fmla="*/ 39 h 289"/>
                <a:gd name="T2" fmla="*/ 98 w 120"/>
                <a:gd name="T3" fmla="*/ 40 h 289"/>
                <a:gd name="T4" fmla="*/ 39 w 120"/>
                <a:gd name="T5" fmla="*/ 289 h 289"/>
                <a:gd name="T6" fmla="*/ 1 w 120"/>
                <a:gd name="T7" fmla="*/ 289 h 289"/>
                <a:gd name="T8" fmla="*/ 34 w 120"/>
                <a:gd name="T9" fmla="*/ 39 h 289"/>
              </a:gdLst>
              <a:ahLst/>
              <a:cxnLst>
                <a:cxn ang="0">
                  <a:pos x="T0" y="T1"/>
                </a:cxn>
                <a:cxn ang="0">
                  <a:pos x="T2" y="T3"/>
                </a:cxn>
                <a:cxn ang="0">
                  <a:pos x="T4" y="T5"/>
                </a:cxn>
                <a:cxn ang="0">
                  <a:pos x="T6" y="T7"/>
                </a:cxn>
                <a:cxn ang="0">
                  <a:pos x="T8" y="T9"/>
                </a:cxn>
              </a:cxnLst>
              <a:rect l="0" t="0" r="r" b="b"/>
              <a:pathLst>
                <a:path w="120" h="289">
                  <a:moveTo>
                    <a:pt x="34" y="39"/>
                  </a:moveTo>
                  <a:cubicBezTo>
                    <a:pt x="49" y="16"/>
                    <a:pt x="83" y="0"/>
                    <a:pt x="98" y="40"/>
                  </a:cubicBezTo>
                  <a:cubicBezTo>
                    <a:pt x="120" y="101"/>
                    <a:pt x="50" y="215"/>
                    <a:pt x="39" y="289"/>
                  </a:cubicBezTo>
                  <a:cubicBezTo>
                    <a:pt x="1" y="289"/>
                    <a:pt x="1" y="289"/>
                    <a:pt x="1" y="289"/>
                  </a:cubicBezTo>
                  <a:cubicBezTo>
                    <a:pt x="0" y="282"/>
                    <a:pt x="26" y="52"/>
                    <a:pt x="34" y="39"/>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7" name="任意多边形 127">
              <a:extLst>
                <a:ext uri="{FF2B5EF4-FFF2-40B4-BE49-F238E27FC236}">
                  <a16:creationId xmlns:a16="http://schemas.microsoft.com/office/drawing/2014/main" id="{3DD47D5A-BC91-6140-5621-484B61BF8A82}"/>
                </a:ext>
              </a:extLst>
            </p:cNvPr>
            <p:cNvSpPr/>
            <p:nvPr/>
          </p:nvSpPr>
          <p:spPr bwMode="auto">
            <a:xfrm>
              <a:off x="8318333" y="4248299"/>
              <a:ext cx="237817" cy="492751"/>
            </a:xfrm>
            <a:custGeom>
              <a:avLst/>
              <a:gdLst>
                <a:gd name="T0" fmla="*/ 139 w 155"/>
                <a:gd name="T1" fmla="*/ 289 h 321"/>
                <a:gd name="T2" fmla="*/ 112 w 155"/>
                <a:gd name="T3" fmla="*/ 319 h 321"/>
                <a:gd name="T4" fmla="*/ 73 w 155"/>
                <a:gd name="T5" fmla="*/ 301 h 321"/>
                <a:gd name="T6" fmla="*/ 5 w 155"/>
                <a:gd name="T7" fmla="*/ 46 h 321"/>
                <a:gd name="T8" fmla="*/ 50 w 155"/>
                <a:gd name="T9" fmla="*/ 5 h 321"/>
                <a:gd name="T10" fmla="*/ 126 w 155"/>
                <a:gd name="T11" fmla="*/ 49 h 321"/>
                <a:gd name="T12" fmla="*/ 139 w 155"/>
                <a:gd name="T13" fmla="*/ 289 h 321"/>
              </a:gdLst>
              <a:ahLst/>
              <a:cxnLst>
                <a:cxn ang="0">
                  <a:pos x="T0" y="T1"/>
                </a:cxn>
                <a:cxn ang="0">
                  <a:pos x="T2" y="T3"/>
                </a:cxn>
                <a:cxn ang="0">
                  <a:pos x="T4" y="T5"/>
                </a:cxn>
                <a:cxn ang="0">
                  <a:pos x="T6" y="T7"/>
                </a:cxn>
                <a:cxn ang="0">
                  <a:pos x="T8" y="T9"/>
                </a:cxn>
                <a:cxn ang="0">
                  <a:pos x="T10" y="T11"/>
                </a:cxn>
                <a:cxn ang="0">
                  <a:pos x="T12" y="T13"/>
                </a:cxn>
              </a:cxnLst>
              <a:rect l="0" t="0" r="r" b="b"/>
              <a:pathLst>
                <a:path w="155" h="321">
                  <a:moveTo>
                    <a:pt x="139" y="289"/>
                  </a:moveTo>
                  <a:cubicBezTo>
                    <a:pt x="137" y="301"/>
                    <a:pt x="122" y="316"/>
                    <a:pt x="112" y="319"/>
                  </a:cubicBezTo>
                  <a:cubicBezTo>
                    <a:pt x="105" y="321"/>
                    <a:pt x="79" y="307"/>
                    <a:pt x="73" y="301"/>
                  </a:cubicBezTo>
                  <a:cubicBezTo>
                    <a:pt x="67" y="295"/>
                    <a:pt x="0" y="62"/>
                    <a:pt x="5" y="46"/>
                  </a:cubicBezTo>
                  <a:cubicBezTo>
                    <a:pt x="10" y="23"/>
                    <a:pt x="30" y="8"/>
                    <a:pt x="50" y="5"/>
                  </a:cubicBezTo>
                  <a:cubicBezTo>
                    <a:pt x="81" y="0"/>
                    <a:pt x="114" y="11"/>
                    <a:pt x="126" y="49"/>
                  </a:cubicBezTo>
                  <a:cubicBezTo>
                    <a:pt x="155" y="141"/>
                    <a:pt x="119" y="210"/>
                    <a:pt x="139" y="289"/>
                  </a:cubicBezTo>
                  <a:close/>
                </a:path>
              </a:pathLst>
            </a:custGeom>
            <a:solidFill>
              <a:srgbClr val="2D6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8" name="任意多边形 128">
              <a:extLst>
                <a:ext uri="{FF2B5EF4-FFF2-40B4-BE49-F238E27FC236}">
                  <a16:creationId xmlns:a16="http://schemas.microsoft.com/office/drawing/2014/main" id="{5853E7EF-5E89-2DF6-EF2A-E01450E54AD5}"/>
                </a:ext>
              </a:extLst>
            </p:cNvPr>
            <p:cNvSpPr/>
            <p:nvPr/>
          </p:nvSpPr>
          <p:spPr bwMode="auto">
            <a:xfrm>
              <a:off x="8406613" y="4583405"/>
              <a:ext cx="163049" cy="446808"/>
            </a:xfrm>
            <a:custGeom>
              <a:avLst/>
              <a:gdLst>
                <a:gd name="T0" fmla="*/ 4 w 106"/>
                <a:gd name="T1" fmla="*/ 41 h 291"/>
                <a:gd name="T2" fmla="*/ 68 w 106"/>
                <a:gd name="T3" fmla="*/ 42 h 291"/>
                <a:gd name="T4" fmla="*/ 100 w 106"/>
                <a:gd name="T5" fmla="*/ 291 h 291"/>
                <a:gd name="T6" fmla="*/ 62 w 106"/>
                <a:gd name="T7" fmla="*/ 291 h 291"/>
                <a:gd name="T8" fmla="*/ 4 w 106"/>
                <a:gd name="T9" fmla="*/ 41 h 291"/>
              </a:gdLst>
              <a:ahLst/>
              <a:cxnLst>
                <a:cxn ang="0">
                  <a:pos x="T0" y="T1"/>
                </a:cxn>
                <a:cxn ang="0">
                  <a:pos x="T2" y="T3"/>
                </a:cxn>
                <a:cxn ang="0">
                  <a:pos x="T4" y="T5"/>
                </a:cxn>
                <a:cxn ang="0">
                  <a:pos x="T6" y="T7"/>
                </a:cxn>
                <a:cxn ang="0">
                  <a:pos x="T8" y="T9"/>
                </a:cxn>
              </a:cxnLst>
              <a:rect l="0" t="0" r="r" b="b"/>
              <a:pathLst>
                <a:path w="106" h="291">
                  <a:moveTo>
                    <a:pt x="4" y="41"/>
                  </a:moveTo>
                  <a:cubicBezTo>
                    <a:pt x="10" y="18"/>
                    <a:pt x="44" y="0"/>
                    <a:pt x="68" y="42"/>
                  </a:cubicBezTo>
                  <a:cubicBezTo>
                    <a:pt x="106" y="110"/>
                    <a:pt x="97" y="212"/>
                    <a:pt x="100" y="291"/>
                  </a:cubicBezTo>
                  <a:cubicBezTo>
                    <a:pt x="62" y="291"/>
                    <a:pt x="62" y="291"/>
                    <a:pt x="62" y="291"/>
                  </a:cubicBezTo>
                  <a:cubicBezTo>
                    <a:pt x="58" y="284"/>
                    <a:pt x="0" y="54"/>
                    <a:pt x="4" y="41"/>
                  </a:cubicBezTo>
                  <a:close/>
                </a:path>
              </a:pathLst>
            </a:custGeom>
            <a:solidFill>
              <a:srgbClr val="2D6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39" name="任意多边形 129">
              <a:extLst>
                <a:ext uri="{FF2B5EF4-FFF2-40B4-BE49-F238E27FC236}">
                  <a16:creationId xmlns:a16="http://schemas.microsoft.com/office/drawing/2014/main" id="{6C84458D-CF2C-135B-68D2-7ED18510293A}"/>
                </a:ext>
              </a:extLst>
            </p:cNvPr>
            <p:cNvSpPr/>
            <p:nvPr/>
          </p:nvSpPr>
          <p:spPr bwMode="auto">
            <a:xfrm>
              <a:off x="8598488" y="3978052"/>
              <a:ext cx="0" cy="180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1"/>
                    <a:pt x="0" y="1"/>
                  </a:cubicBezTo>
                  <a:cubicBezTo>
                    <a:pt x="0" y="1"/>
                    <a:pt x="0" y="0"/>
                    <a:pt x="0" y="0"/>
                  </a:cubicBezTo>
                  <a:close/>
                </a:path>
              </a:pathLst>
            </a:custGeom>
            <a:solidFill>
              <a:srgbClr val="1889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0" name="任意多边形 130">
              <a:extLst>
                <a:ext uri="{FF2B5EF4-FFF2-40B4-BE49-F238E27FC236}">
                  <a16:creationId xmlns:a16="http://schemas.microsoft.com/office/drawing/2014/main" id="{992565C6-BA9A-1AFF-5722-A90372BB61FC}"/>
                </a:ext>
              </a:extLst>
            </p:cNvPr>
            <p:cNvSpPr/>
            <p:nvPr/>
          </p:nvSpPr>
          <p:spPr bwMode="auto">
            <a:xfrm>
              <a:off x="8331845" y="3492508"/>
              <a:ext cx="102694" cy="196380"/>
            </a:xfrm>
            <a:custGeom>
              <a:avLst/>
              <a:gdLst>
                <a:gd name="T0" fmla="*/ 6 w 67"/>
                <a:gd name="T1" fmla="*/ 19 h 128"/>
                <a:gd name="T2" fmla="*/ 61 w 67"/>
                <a:gd name="T3" fmla="*/ 27 h 128"/>
                <a:gd name="T4" fmla="*/ 65 w 67"/>
                <a:gd name="T5" fmla="*/ 62 h 128"/>
                <a:gd name="T6" fmla="*/ 58 w 67"/>
                <a:gd name="T7" fmla="*/ 126 h 128"/>
                <a:gd name="T8" fmla="*/ 32 w 67"/>
                <a:gd name="T9" fmla="*/ 120 h 128"/>
                <a:gd name="T10" fmla="*/ 20 w 67"/>
                <a:gd name="T11" fmla="*/ 95 h 128"/>
                <a:gd name="T12" fmla="*/ 23 w 67"/>
                <a:gd name="T13" fmla="*/ 63 h 128"/>
                <a:gd name="T14" fmla="*/ 12 w 67"/>
                <a:gd name="T15" fmla="*/ 48 h 128"/>
                <a:gd name="T16" fmla="*/ 1 w 67"/>
                <a:gd name="T17" fmla="*/ 35 h 128"/>
                <a:gd name="T18" fmla="*/ 6 w 67"/>
                <a:gd name="T19" fmla="*/ 1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128">
                  <a:moveTo>
                    <a:pt x="6" y="19"/>
                  </a:moveTo>
                  <a:cubicBezTo>
                    <a:pt x="12" y="14"/>
                    <a:pt x="49" y="0"/>
                    <a:pt x="61" y="27"/>
                  </a:cubicBezTo>
                  <a:cubicBezTo>
                    <a:pt x="66" y="36"/>
                    <a:pt x="67" y="52"/>
                    <a:pt x="65" y="62"/>
                  </a:cubicBezTo>
                  <a:cubicBezTo>
                    <a:pt x="62" y="76"/>
                    <a:pt x="49" y="120"/>
                    <a:pt x="58" y="126"/>
                  </a:cubicBezTo>
                  <a:cubicBezTo>
                    <a:pt x="49" y="128"/>
                    <a:pt x="39" y="126"/>
                    <a:pt x="32" y="120"/>
                  </a:cubicBezTo>
                  <a:cubicBezTo>
                    <a:pt x="24" y="114"/>
                    <a:pt x="20" y="104"/>
                    <a:pt x="20" y="95"/>
                  </a:cubicBezTo>
                  <a:cubicBezTo>
                    <a:pt x="20" y="84"/>
                    <a:pt x="26" y="74"/>
                    <a:pt x="23" y="63"/>
                  </a:cubicBezTo>
                  <a:cubicBezTo>
                    <a:pt x="21" y="57"/>
                    <a:pt x="16" y="52"/>
                    <a:pt x="12" y="48"/>
                  </a:cubicBezTo>
                  <a:cubicBezTo>
                    <a:pt x="8" y="44"/>
                    <a:pt x="2" y="40"/>
                    <a:pt x="1" y="35"/>
                  </a:cubicBezTo>
                  <a:cubicBezTo>
                    <a:pt x="0" y="29"/>
                    <a:pt x="2" y="23"/>
                    <a:pt x="6" y="19"/>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1" name="任意多边形 131">
              <a:extLst>
                <a:ext uri="{FF2B5EF4-FFF2-40B4-BE49-F238E27FC236}">
                  <a16:creationId xmlns:a16="http://schemas.microsoft.com/office/drawing/2014/main" id="{BFC4A3E0-D6E1-22D4-A0DB-79A610996716}"/>
                </a:ext>
              </a:extLst>
            </p:cNvPr>
            <p:cNvSpPr/>
            <p:nvPr/>
          </p:nvSpPr>
          <p:spPr bwMode="auto">
            <a:xfrm>
              <a:off x="8284101" y="3521335"/>
              <a:ext cx="54951" cy="58554"/>
            </a:xfrm>
            <a:custGeom>
              <a:avLst/>
              <a:gdLst>
                <a:gd name="T0" fmla="*/ 2 w 36"/>
                <a:gd name="T1" fmla="*/ 18 h 38"/>
                <a:gd name="T2" fmla="*/ 8 w 36"/>
                <a:gd name="T3" fmla="*/ 5 h 38"/>
                <a:gd name="T4" fmla="*/ 28 w 36"/>
                <a:gd name="T5" fmla="*/ 4 h 38"/>
                <a:gd name="T6" fmla="*/ 36 w 36"/>
                <a:gd name="T7" fmla="*/ 13 h 38"/>
                <a:gd name="T8" fmla="*/ 31 w 36"/>
                <a:gd name="T9" fmla="*/ 21 h 38"/>
                <a:gd name="T10" fmla="*/ 9 w 36"/>
                <a:gd name="T11" fmla="*/ 36 h 38"/>
                <a:gd name="T12" fmla="*/ 2 w 36"/>
                <a:gd name="T13" fmla="*/ 18 h 38"/>
              </a:gdLst>
              <a:ahLst/>
              <a:cxnLst>
                <a:cxn ang="0">
                  <a:pos x="T0" y="T1"/>
                </a:cxn>
                <a:cxn ang="0">
                  <a:pos x="T2" y="T3"/>
                </a:cxn>
                <a:cxn ang="0">
                  <a:pos x="T4" y="T5"/>
                </a:cxn>
                <a:cxn ang="0">
                  <a:pos x="T6" y="T7"/>
                </a:cxn>
                <a:cxn ang="0">
                  <a:pos x="T8" y="T9"/>
                </a:cxn>
                <a:cxn ang="0">
                  <a:pos x="T10" y="T11"/>
                </a:cxn>
                <a:cxn ang="0">
                  <a:pos x="T12" y="T13"/>
                </a:cxn>
              </a:cxnLst>
              <a:rect l="0" t="0" r="r" b="b"/>
              <a:pathLst>
                <a:path w="36" h="38">
                  <a:moveTo>
                    <a:pt x="2" y="18"/>
                  </a:moveTo>
                  <a:cubicBezTo>
                    <a:pt x="3" y="13"/>
                    <a:pt x="4" y="8"/>
                    <a:pt x="8" y="5"/>
                  </a:cubicBezTo>
                  <a:cubicBezTo>
                    <a:pt x="13" y="0"/>
                    <a:pt x="22" y="1"/>
                    <a:pt x="28" y="4"/>
                  </a:cubicBezTo>
                  <a:cubicBezTo>
                    <a:pt x="32" y="6"/>
                    <a:pt x="36" y="9"/>
                    <a:pt x="36" y="13"/>
                  </a:cubicBezTo>
                  <a:cubicBezTo>
                    <a:pt x="36" y="16"/>
                    <a:pt x="33" y="19"/>
                    <a:pt x="31" y="21"/>
                  </a:cubicBezTo>
                  <a:cubicBezTo>
                    <a:pt x="25" y="26"/>
                    <a:pt x="17" y="34"/>
                    <a:pt x="9" y="36"/>
                  </a:cubicBezTo>
                  <a:cubicBezTo>
                    <a:pt x="0" y="38"/>
                    <a:pt x="2" y="23"/>
                    <a:pt x="2" y="18"/>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2" name="任意多边形 132">
              <a:extLst>
                <a:ext uri="{FF2B5EF4-FFF2-40B4-BE49-F238E27FC236}">
                  <a16:creationId xmlns:a16="http://schemas.microsoft.com/office/drawing/2014/main" id="{34956776-E169-C240-403B-A4F53A804FFA}"/>
                </a:ext>
              </a:extLst>
            </p:cNvPr>
            <p:cNvSpPr/>
            <p:nvPr/>
          </p:nvSpPr>
          <p:spPr bwMode="auto">
            <a:xfrm>
              <a:off x="8319233" y="3599706"/>
              <a:ext cx="91884" cy="151338"/>
            </a:xfrm>
            <a:custGeom>
              <a:avLst/>
              <a:gdLst>
                <a:gd name="T0" fmla="*/ 2 w 60"/>
                <a:gd name="T1" fmla="*/ 27 h 98"/>
                <a:gd name="T2" fmla="*/ 33 w 60"/>
                <a:gd name="T3" fmla="*/ 6 h 98"/>
                <a:gd name="T4" fmla="*/ 60 w 60"/>
                <a:gd name="T5" fmla="*/ 85 h 98"/>
                <a:gd name="T6" fmla="*/ 1 w 60"/>
                <a:gd name="T7" fmla="*/ 85 h 98"/>
                <a:gd name="T8" fmla="*/ 2 w 60"/>
                <a:gd name="T9" fmla="*/ 27 h 98"/>
              </a:gdLst>
              <a:ahLst/>
              <a:cxnLst>
                <a:cxn ang="0">
                  <a:pos x="T0" y="T1"/>
                </a:cxn>
                <a:cxn ang="0">
                  <a:pos x="T2" y="T3"/>
                </a:cxn>
                <a:cxn ang="0">
                  <a:pos x="T4" y="T5"/>
                </a:cxn>
                <a:cxn ang="0">
                  <a:pos x="T6" y="T7"/>
                </a:cxn>
                <a:cxn ang="0">
                  <a:pos x="T8" y="T9"/>
                </a:cxn>
              </a:cxnLst>
              <a:rect l="0" t="0" r="r" b="b"/>
              <a:pathLst>
                <a:path w="60" h="98">
                  <a:moveTo>
                    <a:pt x="2" y="27"/>
                  </a:moveTo>
                  <a:cubicBezTo>
                    <a:pt x="7" y="5"/>
                    <a:pt x="23" y="0"/>
                    <a:pt x="33" y="6"/>
                  </a:cubicBezTo>
                  <a:cubicBezTo>
                    <a:pt x="39" y="46"/>
                    <a:pt x="45" y="63"/>
                    <a:pt x="60" y="85"/>
                  </a:cubicBezTo>
                  <a:cubicBezTo>
                    <a:pt x="41" y="98"/>
                    <a:pt x="8" y="95"/>
                    <a:pt x="1" y="85"/>
                  </a:cubicBezTo>
                  <a:cubicBezTo>
                    <a:pt x="0" y="82"/>
                    <a:pt x="0" y="38"/>
                    <a:pt x="2" y="27"/>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3" name="任意多边形 133">
              <a:extLst>
                <a:ext uri="{FF2B5EF4-FFF2-40B4-BE49-F238E27FC236}">
                  <a16:creationId xmlns:a16="http://schemas.microsoft.com/office/drawing/2014/main" id="{51EBCD64-E071-DE01-B612-5AE1D23254F2}"/>
                </a:ext>
              </a:extLst>
            </p:cNvPr>
            <p:cNvSpPr/>
            <p:nvPr/>
          </p:nvSpPr>
          <p:spPr bwMode="auto">
            <a:xfrm>
              <a:off x="8271490" y="3521335"/>
              <a:ext cx="123413" cy="172058"/>
            </a:xfrm>
            <a:custGeom>
              <a:avLst/>
              <a:gdLst>
                <a:gd name="T0" fmla="*/ 73 w 80"/>
                <a:gd name="T1" fmla="*/ 27 h 112"/>
                <a:gd name="T2" fmla="*/ 17 w 80"/>
                <a:gd name="T3" fmla="*/ 19 h 112"/>
                <a:gd name="T4" fmla="*/ 6 w 80"/>
                <a:gd name="T5" fmla="*/ 92 h 112"/>
                <a:gd name="T6" fmla="*/ 59 w 80"/>
                <a:gd name="T7" fmla="*/ 93 h 112"/>
                <a:gd name="T8" fmla="*/ 73 w 80"/>
                <a:gd name="T9" fmla="*/ 27 h 112"/>
              </a:gdLst>
              <a:ahLst/>
              <a:cxnLst>
                <a:cxn ang="0">
                  <a:pos x="T0" y="T1"/>
                </a:cxn>
                <a:cxn ang="0">
                  <a:pos x="T2" y="T3"/>
                </a:cxn>
                <a:cxn ang="0">
                  <a:pos x="T4" y="T5"/>
                </a:cxn>
                <a:cxn ang="0">
                  <a:pos x="T6" y="T7"/>
                </a:cxn>
                <a:cxn ang="0">
                  <a:pos x="T8" y="T9"/>
                </a:cxn>
              </a:cxnLst>
              <a:rect l="0" t="0" r="r" b="b"/>
              <a:pathLst>
                <a:path w="80" h="112">
                  <a:moveTo>
                    <a:pt x="73" y="27"/>
                  </a:moveTo>
                  <a:cubicBezTo>
                    <a:pt x="64" y="6"/>
                    <a:pt x="34" y="0"/>
                    <a:pt x="17" y="19"/>
                  </a:cubicBezTo>
                  <a:cubicBezTo>
                    <a:pt x="2" y="36"/>
                    <a:pt x="0" y="81"/>
                    <a:pt x="6" y="92"/>
                  </a:cubicBezTo>
                  <a:cubicBezTo>
                    <a:pt x="16" y="112"/>
                    <a:pt x="51" y="103"/>
                    <a:pt x="59" y="93"/>
                  </a:cubicBezTo>
                  <a:cubicBezTo>
                    <a:pt x="70" y="78"/>
                    <a:pt x="80" y="46"/>
                    <a:pt x="73" y="27"/>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4" name="任意多边形 134">
              <a:extLst>
                <a:ext uri="{FF2B5EF4-FFF2-40B4-BE49-F238E27FC236}">
                  <a16:creationId xmlns:a16="http://schemas.microsoft.com/office/drawing/2014/main" id="{E4BEDA82-22AA-1CBF-574F-50A7CD2107E2}"/>
                </a:ext>
              </a:extLst>
            </p:cNvPr>
            <p:cNvSpPr/>
            <p:nvPr/>
          </p:nvSpPr>
          <p:spPr bwMode="auto">
            <a:xfrm>
              <a:off x="8270589" y="3500615"/>
              <a:ext cx="83777" cy="98190"/>
            </a:xfrm>
            <a:custGeom>
              <a:avLst/>
              <a:gdLst>
                <a:gd name="T0" fmla="*/ 14 w 55"/>
                <a:gd name="T1" fmla="*/ 37 h 64"/>
                <a:gd name="T2" fmla="*/ 13 w 55"/>
                <a:gd name="T3" fmla="*/ 53 h 64"/>
                <a:gd name="T4" fmla="*/ 4 w 55"/>
                <a:gd name="T5" fmla="*/ 64 h 64"/>
                <a:gd name="T6" fmla="*/ 5 w 55"/>
                <a:gd name="T7" fmla="*/ 50 h 64"/>
                <a:gd name="T8" fmla="*/ 2 w 55"/>
                <a:gd name="T9" fmla="*/ 37 h 64"/>
                <a:gd name="T10" fmla="*/ 11 w 55"/>
                <a:gd name="T11" fmla="*/ 10 h 64"/>
                <a:gd name="T12" fmla="*/ 39 w 55"/>
                <a:gd name="T13" fmla="*/ 2 h 64"/>
                <a:gd name="T14" fmla="*/ 53 w 55"/>
                <a:gd name="T15" fmla="*/ 11 h 64"/>
                <a:gd name="T16" fmla="*/ 51 w 55"/>
                <a:gd name="T17" fmla="*/ 26 h 64"/>
                <a:gd name="T18" fmla="*/ 38 w 55"/>
                <a:gd name="T19" fmla="*/ 29 h 64"/>
                <a:gd name="T20" fmla="*/ 30 w 55"/>
                <a:gd name="T21" fmla="*/ 24 h 64"/>
                <a:gd name="T22" fmla="*/ 14 w 55"/>
                <a:gd name="T23" fmla="*/ 3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5" h="64">
                  <a:moveTo>
                    <a:pt x="14" y="37"/>
                  </a:moveTo>
                  <a:cubicBezTo>
                    <a:pt x="13" y="42"/>
                    <a:pt x="14" y="48"/>
                    <a:pt x="13" y="53"/>
                  </a:cubicBezTo>
                  <a:cubicBezTo>
                    <a:pt x="11" y="57"/>
                    <a:pt x="8" y="62"/>
                    <a:pt x="4" y="64"/>
                  </a:cubicBezTo>
                  <a:cubicBezTo>
                    <a:pt x="6" y="60"/>
                    <a:pt x="6" y="55"/>
                    <a:pt x="5" y="50"/>
                  </a:cubicBezTo>
                  <a:cubicBezTo>
                    <a:pt x="4" y="46"/>
                    <a:pt x="2" y="42"/>
                    <a:pt x="2" y="37"/>
                  </a:cubicBezTo>
                  <a:cubicBezTo>
                    <a:pt x="0" y="27"/>
                    <a:pt x="4" y="17"/>
                    <a:pt x="11" y="10"/>
                  </a:cubicBezTo>
                  <a:cubicBezTo>
                    <a:pt x="19" y="3"/>
                    <a:pt x="29" y="0"/>
                    <a:pt x="39" y="2"/>
                  </a:cubicBezTo>
                  <a:cubicBezTo>
                    <a:pt x="45" y="3"/>
                    <a:pt x="50" y="6"/>
                    <a:pt x="53" y="11"/>
                  </a:cubicBezTo>
                  <a:cubicBezTo>
                    <a:pt x="55" y="16"/>
                    <a:pt x="55" y="22"/>
                    <a:pt x="51" y="26"/>
                  </a:cubicBezTo>
                  <a:cubicBezTo>
                    <a:pt x="48" y="29"/>
                    <a:pt x="42" y="30"/>
                    <a:pt x="38" y="29"/>
                  </a:cubicBezTo>
                  <a:cubicBezTo>
                    <a:pt x="35" y="28"/>
                    <a:pt x="33" y="25"/>
                    <a:pt x="30" y="24"/>
                  </a:cubicBezTo>
                  <a:cubicBezTo>
                    <a:pt x="21" y="19"/>
                    <a:pt x="15" y="30"/>
                    <a:pt x="14" y="37"/>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5" name="任意多边形 135">
              <a:extLst>
                <a:ext uri="{FF2B5EF4-FFF2-40B4-BE49-F238E27FC236}">
                  <a16:creationId xmlns:a16="http://schemas.microsoft.com/office/drawing/2014/main" id="{D12D306C-6283-A7B3-4360-4950D03AD85C}"/>
                </a:ext>
              </a:extLst>
            </p:cNvPr>
            <p:cNvSpPr/>
            <p:nvPr/>
          </p:nvSpPr>
          <p:spPr bwMode="auto">
            <a:xfrm>
              <a:off x="8366977" y="3599706"/>
              <a:ext cx="44141" cy="58554"/>
            </a:xfrm>
            <a:custGeom>
              <a:avLst/>
              <a:gdLst>
                <a:gd name="T0" fmla="*/ 26 w 29"/>
                <a:gd name="T1" fmla="*/ 16 h 38"/>
                <a:gd name="T2" fmla="*/ 17 w 29"/>
                <a:gd name="T3" fmla="*/ 30 h 38"/>
                <a:gd name="T4" fmla="*/ 5 w 29"/>
                <a:gd name="T5" fmla="*/ 11 h 38"/>
                <a:gd name="T6" fmla="*/ 26 w 29"/>
                <a:gd name="T7" fmla="*/ 16 h 38"/>
              </a:gdLst>
              <a:ahLst/>
              <a:cxnLst>
                <a:cxn ang="0">
                  <a:pos x="T0" y="T1"/>
                </a:cxn>
                <a:cxn ang="0">
                  <a:pos x="T2" y="T3"/>
                </a:cxn>
                <a:cxn ang="0">
                  <a:pos x="T4" y="T5"/>
                </a:cxn>
                <a:cxn ang="0">
                  <a:pos x="T6" y="T7"/>
                </a:cxn>
              </a:cxnLst>
              <a:rect l="0" t="0" r="r" b="b"/>
              <a:pathLst>
                <a:path w="29" h="38">
                  <a:moveTo>
                    <a:pt x="26" y="16"/>
                  </a:moveTo>
                  <a:cubicBezTo>
                    <a:pt x="25" y="22"/>
                    <a:pt x="22" y="27"/>
                    <a:pt x="17" y="30"/>
                  </a:cubicBezTo>
                  <a:cubicBezTo>
                    <a:pt x="4" y="38"/>
                    <a:pt x="0" y="20"/>
                    <a:pt x="5" y="11"/>
                  </a:cubicBezTo>
                  <a:cubicBezTo>
                    <a:pt x="11" y="0"/>
                    <a:pt x="29" y="2"/>
                    <a:pt x="26" y="16"/>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6" name="任意多边形 136">
              <a:extLst>
                <a:ext uri="{FF2B5EF4-FFF2-40B4-BE49-F238E27FC236}">
                  <a16:creationId xmlns:a16="http://schemas.microsoft.com/office/drawing/2014/main" id="{9305CE78-859B-B489-3D1C-AF246120A8AC}"/>
                </a:ext>
              </a:extLst>
            </p:cNvPr>
            <p:cNvSpPr/>
            <p:nvPr/>
          </p:nvSpPr>
          <p:spPr bwMode="auto">
            <a:xfrm>
              <a:off x="8336349" y="3524938"/>
              <a:ext cx="69364" cy="118008"/>
            </a:xfrm>
            <a:custGeom>
              <a:avLst/>
              <a:gdLst>
                <a:gd name="T0" fmla="*/ 0 w 45"/>
                <a:gd name="T1" fmla="*/ 10 h 77"/>
                <a:gd name="T2" fmla="*/ 14 w 45"/>
                <a:gd name="T3" fmla="*/ 23 h 77"/>
                <a:gd name="T4" fmla="*/ 22 w 45"/>
                <a:gd name="T5" fmla="*/ 32 h 77"/>
                <a:gd name="T6" fmla="*/ 23 w 45"/>
                <a:gd name="T7" fmla="*/ 48 h 77"/>
                <a:gd name="T8" fmla="*/ 19 w 45"/>
                <a:gd name="T9" fmla="*/ 63 h 77"/>
                <a:gd name="T10" fmla="*/ 25 w 45"/>
                <a:gd name="T11" fmla="*/ 77 h 77"/>
                <a:gd name="T12" fmla="*/ 28 w 45"/>
                <a:gd name="T13" fmla="*/ 62 h 77"/>
                <a:gd name="T14" fmla="*/ 38 w 45"/>
                <a:gd name="T15" fmla="*/ 50 h 77"/>
                <a:gd name="T16" fmla="*/ 40 w 45"/>
                <a:gd name="T17" fmla="*/ 21 h 77"/>
                <a:gd name="T18" fmla="*/ 22 w 45"/>
                <a:gd name="T19" fmla="*/ 2 h 77"/>
                <a:gd name="T20" fmla="*/ 0 w 45"/>
                <a:gd name="T21" fmla="*/ 1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77">
                  <a:moveTo>
                    <a:pt x="0" y="10"/>
                  </a:moveTo>
                  <a:cubicBezTo>
                    <a:pt x="0" y="14"/>
                    <a:pt x="11" y="20"/>
                    <a:pt x="14" y="23"/>
                  </a:cubicBezTo>
                  <a:cubicBezTo>
                    <a:pt x="17" y="26"/>
                    <a:pt x="20" y="28"/>
                    <a:pt x="22" y="32"/>
                  </a:cubicBezTo>
                  <a:cubicBezTo>
                    <a:pt x="25" y="37"/>
                    <a:pt x="24" y="43"/>
                    <a:pt x="23" y="48"/>
                  </a:cubicBezTo>
                  <a:cubicBezTo>
                    <a:pt x="21" y="53"/>
                    <a:pt x="19" y="58"/>
                    <a:pt x="19" y="63"/>
                  </a:cubicBezTo>
                  <a:cubicBezTo>
                    <a:pt x="18" y="68"/>
                    <a:pt x="20" y="74"/>
                    <a:pt x="25" y="77"/>
                  </a:cubicBezTo>
                  <a:cubicBezTo>
                    <a:pt x="23" y="72"/>
                    <a:pt x="25" y="67"/>
                    <a:pt x="28" y="62"/>
                  </a:cubicBezTo>
                  <a:cubicBezTo>
                    <a:pt x="31" y="58"/>
                    <a:pt x="35" y="55"/>
                    <a:pt x="38" y="50"/>
                  </a:cubicBezTo>
                  <a:cubicBezTo>
                    <a:pt x="44" y="42"/>
                    <a:pt x="45" y="31"/>
                    <a:pt x="40" y="21"/>
                  </a:cubicBezTo>
                  <a:cubicBezTo>
                    <a:pt x="37" y="15"/>
                    <a:pt x="28" y="5"/>
                    <a:pt x="22" y="2"/>
                  </a:cubicBezTo>
                  <a:cubicBezTo>
                    <a:pt x="16" y="0"/>
                    <a:pt x="0" y="0"/>
                    <a:pt x="0" y="10"/>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7" name="任意多边形 137">
              <a:extLst>
                <a:ext uri="{FF2B5EF4-FFF2-40B4-BE49-F238E27FC236}">
                  <a16:creationId xmlns:a16="http://schemas.microsoft.com/office/drawing/2014/main" id="{EA2569B1-938A-4B68-5EC8-74A2A88A5E54}"/>
                </a:ext>
              </a:extLst>
            </p:cNvPr>
            <p:cNvSpPr/>
            <p:nvPr/>
          </p:nvSpPr>
          <p:spPr bwMode="auto">
            <a:xfrm>
              <a:off x="8031871" y="5056338"/>
              <a:ext cx="182867" cy="72066"/>
            </a:xfrm>
            <a:custGeom>
              <a:avLst/>
              <a:gdLst>
                <a:gd name="T0" fmla="*/ 1 w 119"/>
                <a:gd name="T1" fmla="*/ 41 h 47"/>
                <a:gd name="T2" fmla="*/ 11 w 119"/>
                <a:gd name="T3" fmla="*/ 30 h 47"/>
                <a:gd name="T4" fmla="*/ 27 w 119"/>
                <a:gd name="T5" fmla="*/ 30 h 47"/>
                <a:gd name="T6" fmla="*/ 64 w 119"/>
                <a:gd name="T7" fmla="*/ 7 h 47"/>
                <a:gd name="T8" fmla="*/ 68 w 119"/>
                <a:gd name="T9" fmla="*/ 2 h 47"/>
                <a:gd name="T10" fmla="*/ 76 w 119"/>
                <a:gd name="T11" fmla="*/ 3 h 47"/>
                <a:gd name="T12" fmla="*/ 82 w 119"/>
                <a:gd name="T13" fmla="*/ 9 h 47"/>
                <a:gd name="T14" fmla="*/ 96 w 119"/>
                <a:gd name="T15" fmla="*/ 15 h 47"/>
                <a:gd name="T16" fmla="*/ 109 w 119"/>
                <a:gd name="T17" fmla="*/ 14 h 47"/>
                <a:gd name="T18" fmla="*/ 114 w 119"/>
                <a:gd name="T19" fmla="*/ 24 h 47"/>
                <a:gd name="T20" fmla="*/ 119 w 119"/>
                <a:gd name="T21" fmla="*/ 43 h 47"/>
                <a:gd name="T22" fmla="*/ 119 w 119"/>
                <a:gd name="T23" fmla="*/ 47 h 47"/>
                <a:gd name="T24" fmla="*/ 90 w 119"/>
                <a:gd name="T25" fmla="*/ 47 h 47"/>
                <a:gd name="T26" fmla="*/ 87 w 119"/>
                <a:gd name="T27" fmla="*/ 37 h 47"/>
                <a:gd name="T28" fmla="*/ 84 w 119"/>
                <a:gd name="T29" fmla="*/ 47 h 47"/>
                <a:gd name="T30" fmla="*/ 3 w 119"/>
                <a:gd name="T31" fmla="*/ 47 h 47"/>
                <a:gd name="T32" fmla="*/ 1 w 119"/>
                <a:gd name="T33" fmla="*/ 4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9" h="47">
                  <a:moveTo>
                    <a:pt x="1" y="41"/>
                  </a:moveTo>
                  <a:cubicBezTo>
                    <a:pt x="0" y="36"/>
                    <a:pt x="5" y="32"/>
                    <a:pt x="11" y="30"/>
                  </a:cubicBezTo>
                  <a:cubicBezTo>
                    <a:pt x="16" y="29"/>
                    <a:pt x="21" y="30"/>
                    <a:pt x="27" y="30"/>
                  </a:cubicBezTo>
                  <a:cubicBezTo>
                    <a:pt x="42" y="30"/>
                    <a:pt x="57" y="20"/>
                    <a:pt x="64" y="7"/>
                  </a:cubicBezTo>
                  <a:cubicBezTo>
                    <a:pt x="65" y="5"/>
                    <a:pt x="66" y="3"/>
                    <a:pt x="68" y="2"/>
                  </a:cubicBezTo>
                  <a:cubicBezTo>
                    <a:pt x="71" y="0"/>
                    <a:pt x="74" y="1"/>
                    <a:pt x="76" y="3"/>
                  </a:cubicBezTo>
                  <a:cubicBezTo>
                    <a:pt x="78" y="5"/>
                    <a:pt x="80" y="7"/>
                    <a:pt x="82" y="9"/>
                  </a:cubicBezTo>
                  <a:cubicBezTo>
                    <a:pt x="85" y="13"/>
                    <a:pt x="91" y="15"/>
                    <a:pt x="96" y="15"/>
                  </a:cubicBezTo>
                  <a:cubicBezTo>
                    <a:pt x="100" y="15"/>
                    <a:pt x="105" y="12"/>
                    <a:pt x="109" y="14"/>
                  </a:cubicBezTo>
                  <a:cubicBezTo>
                    <a:pt x="112" y="16"/>
                    <a:pt x="113" y="21"/>
                    <a:pt x="114" y="24"/>
                  </a:cubicBezTo>
                  <a:cubicBezTo>
                    <a:pt x="116" y="30"/>
                    <a:pt x="117" y="36"/>
                    <a:pt x="119" y="43"/>
                  </a:cubicBezTo>
                  <a:cubicBezTo>
                    <a:pt x="119" y="44"/>
                    <a:pt x="119" y="45"/>
                    <a:pt x="119" y="47"/>
                  </a:cubicBezTo>
                  <a:cubicBezTo>
                    <a:pt x="90" y="47"/>
                    <a:pt x="90" y="47"/>
                    <a:pt x="90" y="47"/>
                  </a:cubicBezTo>
                  <a:cubicBezTo>
                    <a:pt x="89" y="45"/>
                    <a:pt x="87" y="39"/>
                    <a:pt x="87" y="37"/>
                  </a:cubicBezTo>
                  <a:cubicBezTo>
                    <a:pt x="87" y="39"/>
                    <a:pt x="86" y="45"/>
                    <a:pt x="84" y="47"/>
                  </a:cubicBezTo>
                  <a:cubicBezTo>
                    <a:pt x="3" y="47"/>
                    <a:pt x="3" y="47"/>
                    <a:pt x="3" y="47"/>
                  </a:cubicBezTo>
                  <a:cubicBezTo>
                    <a:pt x="2" y="45"/>
                    <a:pt x="1" y="43"/>
                    <a:pt x="1" y="41"/>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8" name="任意多边形 138">
              <a:extLst>
                <a:ext uri="{FF2B5EF4-FFF2-40B4-BE49-F238E27FC236}">
                  <a16:creationId xmlns:a16="http://schemas.microsoft.com/office/drawing/2014/main" id="{D29AA2E7-6DE3-9BEF-389D-12538C5FF4FE}"/>
                </a:ext>
              </a:extLst>
            </p:cNvPr>
            <p:cNvSpPr/>
            <p:nvPr/>
          </p:nvSpPr>
          <p:spPr bwMode="auto">
            <a:xfrm>
              <a:off x="8488588" y="5054536"/>
              <a:ext cx="79272" cy="73868"/>
            </a:xfrm>
            <a:custGeom>
              <a:avLst/>
              <a:gdLst>
                <a:gd name="T0" fmla="*/ 0 w 52"/>
                <a:gd name="T1" fmla="*/ 42 h 48"/>
                <a:gd name="T2" fmla="*/ 4 w 52"/>
                <a:gd name="T3" fmla="*/ 31 h 48"/>
                <a:gd name="T4" fmla="*/ 15 w 52"/>
                <a:gd name="T5" fmla="*/ 8 h 48"/>
                <a:gd name="T6" fmla="*/ 36 w 52"/>
                <a:gd name="T7" fmla="*/ 10 h 48"/>
                <a:gd name="T8" fmla="*/ 42 w 52"/>
                <a:gd name="T9" fmla="*/ 16 h 48"/>
                <a:gd name="T10" fmla="*/ 48 w 52"/>
                <a:gd name="T11" fmla="*/ 15 h 48"/>
                <a:gd name="T12" fmla="*/ 50 w 52"/>
                <a:gd name="T13" fmla="*/ 25 h 48"/>
                <a:gd name="T14" fmla="*/ 52 w 52"/>
                <a:gd name="T15" fmla="*/ 44 h 48"/>
                <a:gd name="T16" fmla="*/ 52 w 52"/>
                <a:gd name="T17" fmla="*/ 48 h 48"/>
                <a:gd name="T18" fmla="*/ 1 w 52"/>
                <a:gd name="T19" fmla="*/ 48 h 48"/>
                <a:gd name="T20" fmla="*/ 0 w 52"/>
                <a:gd name="T21" fmla="*/ 4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 h="48">
                  <a:moveTo>
                    <a:pt x="0" y="42"/>
                  </a:moveTo>
                  <a:cubicBezTo>
                    <a:pt x="0" y="37"/>
                    <a:pt x="2" y="33"/>
                    <a:pt x="4" y="31"/>
                  </a:cubicBezTo>
                  <a:cubicBezTo>
                    <a:pt x="7" y="30"/>
                    <a:pt x="10" y="21"/>
                    <a:pt x="15" y="8"/>
                  </a:cubicBezTo>
                  <a:cubicBezTo>
                    <a:pt x="17" y="2"/>
                    <a:pt x="30" y="0"/>
                    <a:pt x="36" y="10"/>
                  </a:cubicBezTo>
                  <a:cubicBezTo>
                    <a:pt x="38" y="14"/>
                    <a:pt x="40" y="16"/>
                    <a:pt x="42" y="16"/>
                  </a:cubicBezTo>
                  <a:cubicBezTo>
                    <a:pt x="44" y="16"/>
                    <a:pt x="46" y="13"/>
                    <a:pt x="48" y="15"/>
                  </a:cubicBezTo>
                  <a:cubicBezTo>
                    <a:pt x="49" y="17"/>
                    <a:pt x="50" y="22"/>
                    <a:pt x="50" y="25"/>
                  </a:cubicBezTo>
                  <a:cubicBezTo>
                    <a:pt x="51" y="31"/>
                    <a:pt x="51" y="37"/>
                    <a:pt x="52" y="44"/>
                  </a:cubicBezTo>
                  <a:cubicBezTo>
                    <a:pt x="52" y="45"/>
                    <a:pt x="52" y="46"/>
                    <a:pt x="52" y="48"/>
                  </a:cubicBezTo>
                  <a:cubicBezTo>
                    <a:pt x="1" y="48"/>
                    <a:pt x="1" y="48"/>
                    <a:pt x="1" y="48"/>
                  </a:cubicBezTo>
                  <a:cubicBezTo>
                    <a:pt x="1" y="46"/>
                    <a:pt x="0" y="44"/>
                    <a:pt x="0" y="42"/>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49" name="任意多边形 139">
              <a:extLst>
                <a:ext uri="{FF2B5EF4-FFF2-40B4-BE49-F238E27FC236}">
                  <a16:creationId xmlns:a16="http://schemas.microsoft.com/office/drawing/2014/main" id="{029E911C-6228-A938-E961-8D07CFB60A5B}"/>
                </a:ext>
              </a:extLst>
            </p:cNvPr>
            <p:cNvSpPr/>
            <p:nvPr/>
          </p:nvSpPr>
          <p:spPr bwMode="auto">
            <a:xfrm>
              <a:off x="8110242" y="3753747"/>
              <a:ext cx="175661" cy="344115"/>
            </a:xfrm>
            <a:custGeom>
              <a:avLst/>
              <a:gdLst>
                <a:gd name="T0" fmla="*/ 1 w 114"/>
                <a:gd name="T1" fmla="*/ 197 h 224"/>
                <a:gd name="T2" fmla="*/ 99 w 114"/>
                <a:gd name="T3" fmla="*/ 0 h 224"/>
                <a:gd name="T4" fmla="*/ 114 w 114"/>
                <a:gd name="T5" fmla="*/ 81 h 224"/>
                <a:gd name="T6" fmla="*/ 79 w 114"/>
                <a:gd name="T7" fmla="*/ 165 h 224"/>
                <a:gd name="T8" fmla="*/ 61 w 114"/>
                <a:gd name="T9" fmla="*/ 201 h 224"/>
                <a:gd name="T10" fmla="*/ 27 w 114"/>
                <a:gd name="T11" fmla="*/ 223 h 224"/>
                <a:gd name="T12" fmla="*/ 4 w 114"/>
                <a:gd name="T13" fmla="*/ 218 h 224"/>
                <a:gd name="T14" fmla="*/ 1 w 114"/>
                <a:gd name="T15" fmla="*/ 197 h 2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 h="224">
                  <a:moveTo>
                    <a:pt x="1" y="197"/>
                  </a:moveTo>
                  <a:cubicBezTo>
                    <a:pt x="1" y="186"/>
                    <a:pt x="38" y="43"/>
                    <a:pt x="99" y="0"/>
                  </a:cubicBezTo>
                  <a:cubicBezTo>
                    <a:pt x="114" y="81"/>
                    <a:pt x="114" y="81"/>
                    <a:pt x="114" y="81"/>
                  </a:cubicBezTo>
                  <a:cubicBezTo>
                    <a:pt x="105" y="110"/>
                    <a:pt x="91" y="137"/>
                    <a:pt x="79" y="165"/>
                  </a:cubicBezTo>
                  <a:cubicBezTo>
                    <a:pt x="74" y="177"/>
                    <a:pt x="69" y="190"/>
                    <a:pt x="61" y="201"/>
                  </a:cubicBezTo>
                  <a:cubicBezTo>
                    <a:pt x="52" y="212"/>
                    <a:pt x="41" y="221"/>
                    <a:pt x="27" y="223"/>
                  </a:cubicBezTo>
                  <a:cubicBezTo>
                    <a:pt x="20" y="224"/>
                    <a:pt x="9" y="224"/>
                    <a:pt x="4" y="218"/>
                  </a:cubicBezTo>
                  <a:cubicBezTo>
                    <a:pt x="0" y="213"/>
                    <a:pt x="1" y="203"/>
                    <a:pt x="1" y="197"/>
                  </a:cubicBezTo>
                  <a:close/>
                </a:path>
              </a:pathLst>
            </a:custGeom>
            <a:solidFill>
              <a:srgbClr val="2D6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0" name="任意多边形 140">
              <a:extLst>
                <a:ext uri="{FF2B5EF4-FFF2-40B4-BE49-F238E27FC236}">
                  <a16:creationId xmlns:a16="http://schemas.microsoft.com/office/drawing/2014/main" id="{D9DAFC5C-F8DD-84DA-61DC-D2866F24B3D7}"/>
                </a:ext>
              </a:extLst>
            </p:cNvPr>
            <p:cNvSpPr/>
            <p:nvPr/>
          </p:nvSpPr>
          <p:spPr bwMode="auto">
            <a:xfrm>
              <a:off x="7952598" y="4172630"/>
              <a:ext cx="72066" cy="64859"/>
            </a:xfrm>
            <a:custGeom>
              <a:avLst/>
              <a:gdLst>
                <a:gd name="T0" fmla="*/ 1 w 47"/>
                <a:gd name="T1" fmla="*/ 27 h 42"/>
                <a:gd name="T2" fmla="*/ 21 w 47"/>
                <a:gd name="T3" fmla="*/ 42 h 42"/>
                <a:gd name="T4" fmla="*/ 47 w 47"/>
                <a:gd name="T5" fmla="*/ 22 h 42"/>
                <a:gd name="T6" fmla="*/ 26 w 47"/>
                <a:gd name="T7" fmla="*/ 0 h 42"/>
                <a:gd name="T8" fmla="*/ 1 w 47"/>
                <a:gd name="T9" fmla="*/ 27 h 42"/>
              </a:gdLst>
              <a:ahLst/>
              <a:cxnLst>
                <a:cxn ang="0">
                  <a:pos x="T0" y="T1"/>
                </a:cxn>
                <a:cxn ang="0">
                  <a:pos x="T2" y="T3"/>
                </a:cxn>
                <a:cxn ang="0">
                  <a:pos x="T4" y="T5"/>
                </a:cxn>
                <a:cxn ang="0">
                  <a:pos x="T6" y="T7"/>
                </a:cxn>
                <a:cxn ang="0">
                  <a:pos x="T8" y="T9"/>
                </a:cxn>
              </a:cxnLst>
              <a:rect l="0" t="0" r="r" b="b"/>
              <a:pathLst>
                <a:path w="47" h="42">
                  <a:moveTo>
                    <a:pt x="1" y="27"/>
                  </a:moveTo>
                  <a:cubicBezTo>
                    <a:pt x="0" y="34"/>
                    <a:pt x="14" y="40"/>
                    <a:pt x="21" y="42"/>
                  </a:cubicBezTo>
                  <a:cubicBezTo>
                    <a:pt x="23" y="42"/>
                    <a:pt x="33" y="32"/>
                    <a:pt x="47" y="22"/>
                  </a:cubicBezTo>
                  <a:cubicBezTo>
                    <a:pt x="26" y="0"/>
                    <a:pt x="26" y="0"/>
                    <a:pt x="26" y="0"/>
                  </a:cubicBezTo>
                  <a:cubicBezTo>
                    <a:pt x="16" y="13"/>
                    <a:pt x="1" y="26"/>
                    <a:pt x="1" y="27"/>
                  </a:cubicBezTo>
                  <a:close/>
                </a:path>
              </a:pathLst>
            </a:custGeom>
            <a:solidFill>
              <a:srgbClr val="D5E5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1" name="任意多边形 141">
              <a:extLst>
                <a:ext uri="{FF2B5EF4-FFF2-40B4-BE49-F238E27FC236}">
                  <a16:creationId xmlns:a16="http://schemas.microsoft.com/office/drawing/2014/main" id="{8B880CE5-CCAC-817F-47E3-4AFD156B4C3D}"/>
                </a:ext>
              </a:extLst>
            </p:cNvPr>
            <p:cNvSpPr/>
            <p:nvPr/>
          </p:nvSpPr>
          <p:spPr bwMode="auto">
            <a:xfrm>
              <a:off x="7980523" y="4016787"/>
              <a:ext cx="244123" cy="216198"/>
            </a:xfrm>
            <a:custGeom>
              <a:avLst/>
              <a:gdLst>
                <a:gd name="T0" fmla="*/ 97 w 159"/>
                <a:gd name="T1" fmla="*/ 0 h 141"/>
                <a:gd name="T2" fmla="*/ 76 w 159"/>
                <a:gd name="T3" fmla="*/ 18 h 141"/>
                <a:gd name="T4" fmla="*/ 0 w 159"/>
                <a:gd name="T5" fmla="*/ 111 h 141"/>
                <a:gd name="T6" fmla="*/ 24 w 159"/>
                <a:gd name="T7" fmla="*/ 141 h 141"/>
                <a:gd name="T8" fmla="*/ 133 w 159"/>
                <a:gd name="T9" fmla="*/ 41 h 141"/>
                <a:gd name="T10" fmla="*/ 97 w 159"/>
                <a:gd name="T11" fmla="*/ 0 h 141"/>
              </a:gdLst>
              <a:ahLst/>
              <a:cxnLst>
                <a:cxn ang="0">
                  <a:pos x="T0" y="T1"/>
                </a:cxn>
                <a:cxn ang="0">
                  <a:pos x="T2" y="T3"/>
                </a:cxn>
                <a:cxn ang="0">
                  <a:pos x="T4" y="T5"/>
                </a:cxn>
                <a:cxn ang="0">
                  <a:pos x="T6" y="T7"/>
                </a:cxn>
                <a:cxn ang="0">
                  <a:pos x="T8" y="T9"/>
                </a:cxn>
                <a:cxn ang="0">
                  <a:pos x="T10" y="T11"/>
                </a:cxn>
              </a:cxnLst>
              <a:rect l="0" t="0" r="r" b="b"/>
              <a:pathLst>
                <a:path w="159" h="141">
                  <a:moveTo>
                    <a:pt x="97" y="0"/>
                  </a:moveTo>
                  <a:cubicBezTo>
                    <a:pt x="89" y="2"/>
                    <a:pt x="80" y="13"/>
                    <a:pt x="76" y="18"/>
                  </a:cubicBezTo>
                  <a:cubicBezTo>
                    <a:pt x="65" y="33"/>
                    <a:pt x="22" y="84"/>
                    <a:pt x="0" y="111"/>
                  </a:cubicBezTo>
                  <a:cubicBezTo>
                    <a:pt x="24" y="141"/>
                    <a:pt x="24" y="141"/>
                    <a:pt x="24" y="141"/>
                  </a:cubicBezTo>
                  <a:cubicBezTo>
                    <a:pt x="59" y="117"/>
                    <a:pt x="122" y="55"/>
                    <a:pt x="133" y="41"/>
                  </a:cubicBezTo>
                  <a:cubicBezTo>
                    <a:pt x="159" y="7"/>
                    <a:pt x="101" y="0"/>
                    <a:pt x="97" y="0"/>
                  </a:cubicBezTo>
                  <a:close/>
                </a:path>
              </a:pathLst>
            </a:custGeom>
            <a:solidFill>
              <a:srgbClr val="2D6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2" name="任意多边形 142">
              <a:extLst>
                <a:ext uri="{FF2B5EF4-FFF2-40B4-BE49-F238E27FC236}">
                  <a16:creationId xmlns:a16="http://schemas.microsoft.com/office/drawing/2014/main" id="{F79D1A5B-7F42-D63F-3B9E-68988BC88C0F}"/>
                </a:ext>
              </a:extLst>
            </p:cNvPr>
            <p:cNvSpPr/>
            <p:nvPr/>
          </p:nvSpPr>
          <p:spPr bwMode="auto">
            <a:xfrm>
              <a:off x="7937284" y="4209564"/>
              <a:ext cx="47744" cy="43240"/>
            </a:xfrm>
            <a:custGeom>
              <a:avLst/>
              <a:gdLst>
                <a:gd name="T0" fmla="*/ 30 w 31"/>
                <a:gd name="T1" fmla="*/ 16 h 28"/>
                <a:gd name="T2" fmla="*/ 15 w 31"/>
                <a:gd name="T3" fmla="*/ 1 h 28"/>
                <a:gd name="T4" fmla="*/ 1 w 31"/>
                <a:gd name="T5" fmla="*/ 23 h 28"/>
                <a:gd name="T6" fmla="*/ 0 w 31"/>
                <a:gd name="T7" fmla="*/ 28 h 28"/>
                <a:gd name="T8" fmla="*/ 31 w 31"/>
                <a:gd name="T9" fmla="*/ 28 h 28"/>
                <a:gd name="T10" fmla="*/ 30 w 31"/>
                <a:gd name="T11" fmla="*/ 16 h 28"/>
              </a:gdLst>
              <a:ahLst/>
              <a:cxnLst>
                <a:cxn ang="0">
                  <a:pos x="T0" y="T1"/>
                </a:cxn>
                <a:cxn ang="0">
                  <a:pos x="T2" y="T3"/>
                </a:cxn>
                <a:cxn ang="0">
                  <a:pos x="T4" y="T5"/>
                </a:cxn>
                <a:cxn ang="0">
                  <a:pos x="T6" y="T7"/>
                </a:cxn>
                <a:cxn ang="0">
                  <a:pos x="T8" y="T9"/>
                </a:cxn>
                <a:cxn ang="0">
                  <a:pos x="T10" y="T11"/>
                </a:cxn>
              </a:cxnLst>
              <a:rect l="0" t="0" r="r" b="b"/>
              <a:pathLst>
                <a:path w="31" h="28">
                  <a:moveTo>
                    <a:pt x="30" y="16"/>
                  </a:moveTo>
                  <a:cubicBezTo>
                    <a:pt x="30" y="9"/>
                    <a:pt x="23" y="0"/>
                    <a:pt x="15" y="1"/>
                  </a:cubicBezTo>
                  <a:cubicBezTo>
                    <a:pt x="6" y="3"/>
                    <a:pt x="2" y="16"/>
                    <a:pt x="1" y="23"/>
                  </a:cubicBezTo>
                  <a:cubicBezTo>
                    <a:pt x="1" y="25"/>
                    <a:pt x="0" y="26"/>
                    <a:pt x="0" y="28"/>
                  </a:cubicBezTo>
                  <a:cubicBezTo>
                    <a:pt x="31" y="28"/>
                    <a:pt x="31" y="28"/>
                    <a:pt x="31" y="28"/>
                  </a:cubicBezTo>
                  <a:cubicBezTo>
                    <a:pt x="29" y="25"/>
                    <a:pt x="30" y="20"/>
                    <a:pt x="30" y="16"/>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3" name="任意多边形 143">
              <a:extLst>
                <a:ext uri="{FF2B5EF4-FFF2-40B4-BE49-F238E27FC236}">
                  <a16:creationId xmlns:a16="http://schemas.microsoft.com/office/drawing/2014/main" id="{3CF12DFC-6A31-9E8C-C032-C158120F1CFA}"/>
                </a:ext>
              </a:extLst>
            </p:cNvPr>
            <p:cNvSpPr/>
            <p:nvPr/>
          </p:nvSpPr>
          <p:spPr bwMode="auto">
            <a:xfrm>
              <a:off x="8192217" y="3716813"/>
              <a:ext cx="362131" cy="642287"/>
            </a:xfrm>
            <a:custGeom>
              <a:avLst/>
              <a:gdLst>
                <a:gd name="T0" fmla="*/ 10 w 236"/>
                <a:gd name="T1" fmla="*/ 63 h 418"/>
                <a:gd name="T2" fmla="*/ 6 w 236"/>
                <a:gd name="T3" fmla="*/ 114 h 418"/>
                <a:gd name="T4" fmla="*/ 9 w 236"/>
                <a:gd name="T5" fmla="*/ 402 h 418"/>
                <a:gd name="T6" fmla="*/ 17 w 236"/>
                <a:gd name="T7" fmla="*/ 416 h 418"/>
                <a:gd name="T8" fmla="*/ 27 w 236"/>
                <a:gd name="T9" fmla="*/ 418 h 418"/>
                <a:gd name="T10" fmla="*/ 204 w 236"/>
                <a:gd name="T11" fmla="*/ 417 h 418"/>
                <a:gd name="T12" fmla="*/ 214 w 236"/>
                <a:gd name="T13" fmla="*/ 415 h 418"/>
                <a:gd name="T14" fmla="*/ 216 w 236"/>
                <a:gd name="T15" fmla="*/ 397 h 418"/>
                <a:gd name="T16" fmla="*/ 207 w 236"/>
                <a:gd name="T17" fmla="*/ 206 h 418"/>
                <a:gd name="T18" fmla="*/ 229 w 236"/>
                <a:gd name="T19" fmla="*/ 71 h 418"/>
                <a:gd name="T20" fmla="*/ 105 w 236"/>
                <a:gd name="T21" fmla="*/ 0 h 418"/>
                <a:gd name="T22" fmla="*/ 10 w 236"/>
                <a:gd name="T23" fmla="*/ 63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6" h="418">
                  <a:moveTo>
                    <a:pt x="10" y="63"/>
                  </a:moveTo>
                  <a:cubicBezTo>
                    <a:pt x="0" y="77"/>
                    <a:pt x="4" y="97"/>
                    <a:pt x="6" y="114"/>
                  </a:cubicBezTo>
                  <a:cubicBezTo>
                    <a:pt x="11" y="149"/>
                    <a:pt x="10" y="396"/>
                    <a:pt x="9" y="402"/>
                  </a:cubicBezTo>
                  <a:cubicBezTo>
                    <a:pt x="9" y="407"/>
                    <a:pt x="11" y="414"/>
                    <a:pt x="17" y="416"/>
                  </a:cubicBezTo>
                  <a:cubicBezTo>
                    <a:pt x="20" y="418"/>
                    <a:pt x="24" y="418"/>
                    <a:pt x="27" y="418"/>
                  </a:cubicBezTo>
                  <a:cubicBezTo>
                    <a:pt x="77" y="417"/>
                    <a:pt x="155" y="417"/>
                    <a:pt x="204" y="417"/>
                  </a:cubicBezTo>
                  <a:cubicBezTo>
                    <a:pt x="208" y="417"/>
                    <a:pt x="211" y="417"/>
                    <a:pt x="214" y="415"/>
                  </a:cubicBezTo>
                  <a:cubicBezTo>
                    <a:pt x="220" y="411"/>
                    <a:pt x="218" y="403"/>
                    <a:pt x="216" y="397"/>
                  </a:cubicBezTo>
                  <a:cubicBezTo>
                    <a:pt x="201" y="356"/>
                    <a:pt x="194" y="248"/>
                    <a:pt x="207" y="206"/>
                  </a:cubicBezTo>
                  <a:cubicBezTo>
                    <a:pt x="220" y="165"/>
                    <a:pt x="236" y="114"/>
                    <a:pt x="229" y="71"/>
                  </a:cubicBezTo>
                  <a:cubicBezTo>
                    <a:pt x="211" y="50"/>
                    <a:pt x="176" y="0"/>
                    <a:pt x="105" y="0"/>
                  </a:cubicBezTo>
                  <a:cubicBezTo>
                    <a:pt x="56" y="0"/>
                    <a:pt x="18" y="50"/>
                    <a:pt x="10" y="63"/>
                  </a:cubicBezTo>
                  <a:close/>
                </a:path>
              </a:pathLst>
            </a:custGeom>
            <a:solidFill>
              <a:srgbClr val="3C79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4" name="任意多边形 144">
              <a:extLst>
                <a:ext uri="{FF2B5EF4-FFF2-40B4-BE49-F238E27FC236}">
                  <a16:creationId xmlns:a16="http://schemas.microsoft.com/office/drawing/2014/main" id="{309B272A-AFD0-2F01-5521-F8031E029B1D}"/>
                </a:ext>
              </a:extLst>
            </p:cNvPr>
            <p:cNvSpPr/>
            <p:nvPr/>
          </p:nvSpPr>
          <p:spPr bwMode="auto">
            <a:xfrm>
              <a:off x="8255275" y="3712309"/>
              <a:ext cx="181066" cy="391858"/>
            </a:xfrm>
            <a:custGeom>
              <a:avLst/>
              <a:gdLst>
                <a:gd name="T0" fmla="*/ 24 w 118"/>
                <a:gd name="T1" fmla="*/ 255 h 255"/>
                <a:gd name="T2" fmla="*/ 53 w 118"/>
                <a:gd name="T3" fmla="*/ 118 h 255"/>
                <a:gd name="T4" fmla="*/ 118 w 118"/>
                <a:gd name="T5" fmla="*/ 22 h 255"/>
                <a:gd name="T6" fmla="*/ 27 w 118"/>
                <a:gd name="T7" fmla="*/ 26 h 255"/>
                <a:gd name="T8" fmla="*/ 9 w 118"/>
                <a:gd name="T9" fmla="*/ 154 h 255"/>
                <a:gd name="T10" fmla="*/ 24 w 118"/>
                <a:gd name="T11" fmla="*/ 255 h 255"/>
              </a:gdLst>
              <a:ahLst/>
              <a:cxnLst>
                <a:cxn ang="0">
                  <a:pos x="T0" y="T1"/>
                </a:cxn>
                <a:cxn ang="0">
                  <a:pos x="T2" y="T3"/>
                </a:cxn>
                <a:cxn ang="0">
                  <a:pos x="T4" y="T5"/>
                </a:cxn>
                <a:cxn ang="0">
                  <a:pos x="T6" y="T7"/>
                </a:cxn>
                <a:cxn ang="0">
                  <a:pos x="T8" y="T9"/>
                </a:cxn>
                <a:cxn ang="0">
                  <a:pos x="T10" y="T11"/>
                </a:cxn>
              </a:cxnLst>
              <a:rect l="0" t="0" r="r" b="b"/>
              <a:pathLst>
                <a:path w="118" h="255">
                  <a:moveTo>
                    <a:pt x="24" y="255"/>
                  </a:moveTo>
                  <a:cubicBezTo>
                    <a:pt x="33" y="208"/>
                    <a:pt x="42" y="161"/>
                    <a:pt x="53" y="118"/>
                  </a:cubicBezTo>
                  <a:cubicBezTo>
                    <a:pt x="63" y="77"/>
                    <a:pt x="87" y="48"/>
                    <a:pt x="118" y="22"/>
                  </a:cubicBezTo>
                  <a:cubicBezTo>
                    <a:pt x="93" y="2"/>
                    <a:pt x="48" y="0"/>
                    <a:pt x="27" y="26"/>
                  </a:cubicBezTo>
                  <a:cubicBezTo>
                    <a:pt x="0" y="58"/>
                    <a:pt x="8" y="116"/>
                    <a:pt x="9" y="154"/>
                  </a:cubicBezTo>
                  <a:cubicBezTo>
                    <a:pt x="10" y="184"/>
                    <a:pt x="19" y="255"/>
                    <a:pt x="24" y="255"/>
                  </a:cubicBezTo>
                  <a:close/>
                </a:path>
              </a:pathLst>
            </a:custGeom>
            <a:solidFill>
              <a:srgbClr val="ACCC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5" name="任意多边形 145">
              <a:extLst>
                <a:ext uri="{FF2B5EF4-FFF2-40B4-BE49-F238E27FC236}">
                  <a16:creationId xmlns:a16="http://schemas.microsoft.com/office/drawing/2014/main" id="{5E936EB0-FFE8-85F1-7E73-865FDC2E8CF2}"/>
                </a:ext>
              </a:extLst>
            </p:cNvPr>
            <p:cNvSpPr/>
            <p:nvPr/>
          </p:nvSpPr>
          <p:spPr bwMode="auto">
            <a:xfrm>
              <a:off x="8270589" y="3733929"/>
              <a:ext cx="79272" cy="370239"/>
            </a:xfrm>
            <a:custGeom>
              <a:avLst/>
              <a:gdLst>
                <a:gd name="T0" fmla="*/ 44 w 52"/>
                <a:gd name="T1" fmla="*/ 26 h 241"/>
                <a:gd name="T2" fmla="*/ 51 w 52"/>
                <a:gd name="T3" fmla="*/ 10 h 241"/>
                <a:gd name="T4" fmla="*/ 43 w 52"/>
                <a:gd name="T5" fmla="*/ 2 h 241"/>
                <a:gd name="T6" fmla="*/ 37 w 52"/>
                <a:gd name="T7" fmla="*/ 23 h 241"/>
                <a:gd name="T8" fmla="*/ 0 w 52"/>
                <a:gd name="T9" fmla="*/ 144 h 241"/>
                <a:gd name="T10" fmla="*/ 14 w 52"/>
                <a:gd name="T11" fmla="*/ 241 h 241"/>
                <a:gd name="T12" fmla="*/ 33 w 52"/>
                <a:gd name="T13" fmla="*/ 146 h 241"/>
                <a:gd name="T14" fmla="*/ 44 w 52"/>
                <a:gd name="T15" fmla="*/ 26 h 2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241">
                  <a:moveTo>
                    <a:pt x="44" y="26"/>
                  </a:moveTo>
                  <a:cubicBezTo>
                    <a:pt x="48" y="21"/>
                    <a:pt x="52" y="16"/>
                    <a:pt x="51" y="10"/>
                  </a:cubicBezTo>
                  <a:cubicBezTo>
                    <a:pt x="51" y="6"/>
                    <a:pt x="47" y="2"/>
                    <a:pt x="43" y="2"/>
                  </a:cubicBezTo>
                  <a:cubicBezTo>
                    <a:pt x="28" y="0"/>
                    <a:pt x="35" y="16"/>
                    <a:pt x="37" y="23"/>
                  </a:cubicBezTo>
                  <a:cubicBezTo>
                    <a:pt x="23" y="45"/>
                    <a:pt x="5" y="90"/>
                    <a:pt x="0" y="144"/>
                  </a:cubicBezTo>
                  <a:cubicBezTo>
                    <a:pt x="1" y="176"/>
                    <a:pt x="9" y="241"/>
                    <a:pt x="14" y="241"/>
                  </a:cubicBezTo>
                  <a:cubicBezTo>
                    <a:pt x="20" y="209"/>
                    <a:pt x="26" y="177"/>
                    <a:pt x="33" y="146"/>
                  </a:cubicBezTo>
                  <a:cubicBezTo>
                    <a:pt x="34" y="110"/>
                    <a:pt x="37" y="36"/>
                    <a:pt x="44" y="26"/>
                  </a:cubicBezTo>
                  <a:close/>
                </a:path>
              </a:pathLst>
            </a:custGeom>
            <a:solidFill>
              <a:srgbClr val="CC34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6" name="任意多边形 146">
              <a:extLst>
                <a:ext uri="{FF2B5EF4-FFF2-40B4-BE49-F238E27FC236}">
                  <a16:creationId xmlns:a16="http://schemas.microsoft.com/office/drawing/2014/main" id="{6F09E777-551E-FD89-5B58-8D80E2644D38}"/>
                </a:ext>
              </a:extLst>
            </p:cNvPr>
            <p:cNvSpPr/>
            <p:nvPr/>
          </p:nvSpPr>
          <p:spPr bwMode="auto">
            <a:xfrm>
              <a:off x="8286803" y="4145605"/>
              <a:ext cx="9909" cy="207189"/>
            </a:xfrm>
            <a:custGeom>
              <a:avLst/>
              <a:gdLst>
                <a:gd name="T0" fmla="*/ 7 w 11"/>
                <a:gd name="T1" fmla="*/ 230 h 230"/>
                <a:gd name="T2" fmla="*/ 0 w 11"/>
                <a:gd name="T3" fmla="*/ 230 h 230"/>
                <a:gd name="T4" fmla="*/ 4 w 11"/>
                <a:gd name="T5" fmla="*/ 0 h 230"/>
                <a:gd name="T6" fmla="*/ 11 w 11"/>
                <a:gd name="T7" fmla="*/ 0 h 230"/>
                <a:gd name="T8" fmla="*/ 7 w 11"/>
                <a:gd name="T9" fmla="*/ 230 h 230"/>
              </a:gdLst>
              <a:ahLst/>
              <a:cxnLst>
                <a:cxn ang="0">
                  <a:pos x="T0" y="T1"/>
                </a:cxn>
                <a:cxn ang="0">
                  <a:pos x="T2" y="T3"/>
                </a:cxn>
                <a:cxn ang="0">
                  <a:pos x="T4" y="T5"/>
                </a:cxn>
                <a:cxn ang="0">
                  <a:pos x="T6" y="T7"/>
                </a:cxn>
                <a:cxn ang="0">
                  <a:pos x="T8" y="T9"/>
                </a:cxn>
              </a:cxnLst>
              <a:rect l="0" t="0" r="r" b="b"/>
              <a:pathLst>
                <a:path w="11" h="230">
                  <a:moveTo>
                    <a:pt x="7" y="230"/>
                  </a:moveTo>
                  <a:lnTo>
                    <a:pt x="0" y="230"/>
                  </a:lnTo>
                  <a:lnTo>
                    <a:pt x="4" y="0"/>
                  </a:lnTo>
                  <a:lnTo>
                    <a:pt x="11" y="0"/>
                  </a:lnTo>
                  <a:lnTo>
                    <a:pt x="7" y="230"/>
                  </a:ln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7" name="任意多边形 147">
              <a:extLst>
                <a:ext uri="{FF2B5EF4-FFF2-40B4-BE49-F238E27FC236}">
                  <a16:creationId xmlns:a16="http://schemas.microsoft.com/office/drawing/2014/main" id="{AFD63891-F59B-C4C8-551F-39648CFD34A0}"/>
                </a:ext>
              </a:extLst>
            </p:cNvPr>
            <p:cNvSpPr/>
            <p:nvPr/>
          </p:nvSpPr>
          <p:spPr bwMode="auto">
            <a:xfrm>
              <a:off x="8303919" y="3751044"/>
              <a:ext cx="158545" cy="353123"/>
            </a:xfrm>
            <a:custGeom>
              <a:avLst/>
              <a:gdLst>
                <a:gd name="T0" fmla="*/ 4 w 103"/>
                <a:gd name="T1" fmla="*/ 230 h 230"/>
                <a:gd name="T2" fmla="*/ 0 w 103"/>
                <a:gd name="T3" fmla="*/ 228 h 230"/>
                <a:gd name="T4" fmla="*/ 89 w 103"/>
                <a:gd name="T5" fmla="*/ 116 h 230"/>
                <a:gd name="T6" fmla="*/ 63 w 103"/>
                <a:gd name="T7" fmla="*/ 97 h 230"/>
                <a:gd name="T8" fmla="*/ 89 w 103"/>
                <a:gd name="T9" fmla="*/ 88 h 230"/>
                <a:gd name="T10" fmla="*/ 86 w 103"/>
                <a:gd name="T11" fmla="*/ 2 h 230"/>
                <a:gd name="T12" fmla="*/ 89 w 103"/>
                <a:gd name="T13" fmla="*/ 0 h 230"/>
                <a:gd name="T14" fmla="*/ 93 w 103"/>
                <a:gd name="T15" fmla="*/ 90 h 230"/>
                <a:gd name="T16" fmla="*/ 92 w 103"/>
                <a:gd name="T17" fmla="*/ 92 h 230"/>
                <a:gd name="T18" fmla="*/ 72 w 103"/>
                <a:gd name="T19" fmla="*/ 98 h 230"/>
                <a:gd name="T20" fmla="*/ 95 w 103"/>
                <a:gd name="T21" fmla="*/ 115 h 230"/>
                <a:gd name="T22" fmla="*/ 93 w 103"/>
                <a:gd name="T23" fmla="*/ 117 h 230"/>
                <a:gd name="T24" fmla="*/ 4 w 103"/>
                <a:gd name="T25"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3" h="230">
                  <a:moveTo>
                    <a:pt x="4" y="230"/>
                  </a:moveTo>
                  <a:cubicBezTo>
                    <a:pt x="0" y="228"/>
                    <a:pt x="0" y="228"/>
                    <a:pt x="0" y="228"/>
                  </a:cubicBezTo>
                  <a:cubicBezTo>
                    <a:pt x="23" y="186"/>
                    <a:pt x="53" y="148"/>
                    <a:pt x="89" y="116"/>
                  </a:cubicBezTo>
                  <a:cubicBezTo>
                    <a:pt x="63" y="97"/>
                    <a:pt x="63" y="97"/>
                    <a:pt x="63" y="97"/>
                  </a:cubicBezTo>
                  <a:cubicBezTo>
                    <a:pt x="89" y="88"/>
                    <a:pt x="89" y="88"/>
                    <a:pt x="89" y="88"/>
                  </a:cubicBezTo>
                  <a:cubicBezTo>
                    <a:pt x="96" y="58"/>
                    <a:pt x="98" y="32"/>
                    <a:pt x="86" y="2"/>
                  </a:cubicBezTo>
                  <a:cubicBezTo>
                    <a:pt x="89" y="0"/>
                    <a:pt x="89" y="0"/>
                    <a:pt x="89" y="0"/>
                  </a:cubicBezTo>
                  <a:cubicBezTo>
                    <a:pt x="103" y="32"/>
                    <a:pt x="100" y="59"/>
                    <a:pt x="93" y="90"/>
                  </a:cubicBezTo>
                  <a:cubicBezTo>
                    <a:pt x="92" y="92"/>
                    <a:pt x="92" y="92"/>
                    <a:pt x="92" y="92"/>
                  </a:cubicBezTo>
                  <a:cubicBezTo>
                    <a:pt x="72" y="98"/>
                    <a:pt x="72" y="98"/>
                    <a:pt x="72" y="98"/>
                  </a:cubicBezTo>
                  <a:cubicBezTo>
                    <a:pt x="95" y="115"/>
                    <a:pt x="95" y="115"/>
                    <a:pt x="95" y="115"/>
                  </a:cubicBezTo>
                  <a:cubicBezTo>
                    <a:pt x="93" y="117"/>
                    <a:pt x="93" y="117"/>
                    <a:pt x="93" y="117"/>
                  </a:cubicBezTo>
                  <a:cubicBezTo>
                    <a:pt x="57" y="149"/>
                    <a:pt x="26" y="187"/>
                    <a:pt x="4" y="230"/>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8" name="任意多边形 148">
              <a:extLst>
                <a:ext uri="{FF2B5EF4-FFF2-40B4-BE49-F238E27FC236}">
                  <a16:creationId xmlns:a16="http://schemas.microsoft.com/office/drawing/2014/main" id="{93190DFA-A3D2-056D-6C79-CEF15B27F4A6}"/>
                </a:ext>
              </a:extLst>
            </p:cNvPr>
            <p:cNvSpPr/>
            <p:nvPr/>
          </p:nvSpPr>
          <p:spPr bwMode="auto">
            <a:xfrm>
              <a:off x="8222845" y="3760052"/>
              <a:ext cx="63058" cy="345016"/>
            </a:xfrm>
            <a:custGeom>
              <a:avLst/>
              <a:gdLst>
                <a:gd name="T0" fmla="*/ 36 w 41"/>
                <a:gd name="T1" fmla="*/ 225 h 225"/>
                <a:gd name="T2" fmla="*/ 0 w 41"/>
                <a:gd name="T3" fmla="*/ 102 h 225"/>
                <a:gd name="T4" fmla="*/ 0 w 41"/>
                <a:gd name="T5" fmla="*/ 100 h 225"/>
                <a:gd name="T6" fmla="*/ 9 w 41"/>
                <a:gd name="T7" fmla="*/ 97 h 225"/>
                <a:gd name="T8" fmla="*/ 2 w 41"/>
                <a:gd name="T9" fmla="*/ 87 h 225"/>
                <a:gd name="T10" fmla="*/ 2 w 41"/>
                <a:gd name="T11" fmla="*/ 69 h 225"/>
                <a:gd name="T12" fmla="*/ 38 w 41"/>
                <a:gd name="T13" fmla="*/ 0 h 225"/>
                <a:gd name="T14" fmla="*/ 41 w 41"/>
                <a:gd name="T15" fmla="*/ 3 h 225"/>
                <a:gd name="T16" fmla="*/ 6 w 41"/>
                <a:gd name="T17" fmla="*/ 70 h 225"/>
                <a:gd name="T18" fmla="*/ 6 w 41"/>
                <a:gd name="T19" fmla="*/ 85 h 225"/>
                <a:gd name="T20" fmla="*/ 16 w 41"/>
                <a:gd name="T21" fmla="*/ 95 h 225"/>
                <a:gd name="T22" fmla="*/ 25 w 41"/>
                <a:gd name="T23" fmla="*/ 95 h 225"/>
                <a:gd name="T24" fmla="*/ 4 w 41"/>
                <a:gd name="T25" fmla="*/ 103 h 225"/>
                <a:gd name="T26" fmla="*/ 39 w 41"/>
                <a:gd name="T27" fmla="*/ 223 h 225"/>
                <a:gd name="T28" fmla="*/ 36 w 41"/>
                <a:gd name="T29" fmla="*/ 225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 h="225">
                  <a:moveTo>
                    <a:pt x="36" y="225"/>
                  </a:moveTo>
                  <a:cubicBezTo>
                    <a:pt x="16" y="187"/>
                    <a:pt x="4" y="145"/>
                    <a:pt x="0" y="102"/>
                  </a:cubicBezTo>
                  <a:cubicBezTo>
                    <a:pt x="0" y="100"/>
                    <a:pt x="0" y="100"/>
                    <a:pt x="0" y="100"/>
                  </a:cubicBezTo>
                  <a:cubicBezTo>
                    <a:pt x="9" y="97"/>
                    <a:pt x="9" y="97"/>
                    <a:pt x="9" y="97"/>
                  </a:cubicBezTo>
                  <a:cubicBezTo>
                    <a:pt x="6" y="95"/>
                    <a:pt x="3" y="90"/>
                    <a:pt x="2" y="87"/>
                  </a:cubicBezTo>
                  <a:cubicBezTo>
                    <a:pt x="0" y="81"/>
                    <a:pt x="1" y="74"/>
                    <a:pt x="2" y="69"/>
                  </a:cubicBezTo>
                  <a:cubicBezTo>
                    <a:pt x="8" y="43"/>
                    <a:pt x="20" y="20"/>
                    <a:pt x="38" y="0"/>
                  </a:cubicBezTo>
                  <a:cubicBezTo>
                    <a:pt x="41" y="3"/>
                    <a:pt x="41" y="3"/>
                    <a:pt x="41" y="3"/>
                  </a:cubicBezTo>
                  <a:cubicBezTo>
                    <a:pt x="23" y="22"/>
                    <a:pt x="11" y="45"/>
                    <a:pt x="6" y="70"/>
                  </a:cubicBezTo>
                  <a:cubicBezTo>
                    <a:pt x="5" y="75"/>
                    <a:pt x="4" y="80"/>
                    <a:pt x="6" y="85"/>
                  </a:cubicBezTo>
                  <a:cubicBezTo>
                    <a:pt x="7" y="90"/>
                    <a:pt x="11" y="95"/>
                    <a:pt x="16" y="95"/>
                  </a:cubicBezTo>
                  <a:cubicBezTo>
                    <a:pt x="25" y="95"/>
                    <a:pt x="25" y="95"/>
                    <a:pt x="25" y="95"/>
                  </a:cubicBezTo>
                  <a:cubicBezTo>
                    <a:pt x="4" y="103"/>
                    <a:pt x="4" y="103"/>
                    <a:pt x="4" y="103"/>
                  </a:cubicBezTo>
                  <a:cubicBezTo>
                    <a:pt x="8" y="145"/>
                    <a:pt x="20" y="186"/>
                    <a:pt x="39" y="223"/>
                  </a:cubicBezTo>
                  <a:lnTo>
                    <a:pt x="36" y="225"/>
                  </a:ln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59" name="任意多边形 149">
              <a:extLst>
                <a:ext uri="{FF2B5EF4-FFF2-40B4-BE49-F238E27FC236}">
                  <a16:creationId xmlns:a16="http://schemas.microsoft.com/office/drawing/2014/main" id="{2EB02624-47D8-E93C-7102-3A12C2FF62B7}"/>
                </a:ext>
              </a:extLst>
            </p:cNvPr>
            <p:cNvSpPr/>
            <p:nvPr/>
          </p:nvSpPr>
          <p:spPr bwMode="auto">
            <a:xfrm>
              <a:off x="8328241" y="4148308"/>
              <a:ext cx="27926" cy="27926"/>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0" name="任意多边形 150">
              <a:extLst>
                <a:ext uri="{FF2B5EF4-FFF2-40B4-BE49-F238E27FC236}">
                  <a16:creationId xmlns:a16="http://schemas.microsoft.com/office/drawing/2014/main" id="{11E32C7E-0ECF-FA5D-76E0-BF832F44E317}"/>
                </a:ext>
              </a:extLst>
            </p:cNvPr>
            <p:cNvSpPr/>
            <p:nvPr/>
          </p:nvSpPr>
          <p:spPr bwMode="auto">
            <a:xfrm>
              <a:off x="8325539" y="4224877"/>
              <a:ext cx="27926" cy="27926"/>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1" name="任意多边形 151">
              <a:extLst>
                <a:ext uri="{FF2B5EF4-FFF2-40B4-BE49-F238E27FC236}">
                  <a16:creationId xmlns:a16="http://schemas.microsoft.com/office/drawing/2014/main" id="{6AB47EA0-7D32-C3A0-56C8-B16D839DADCD}"/>
                </a:ext>
              </a:extLst>
            </p:cNvPr>
            <p:cNvSpPr/>
            <p:nvPr/>
          </p:nvSpPr>
          <p:spPr bwMode="auto">
            <a:xfrm>
              <a:off x="8277795" y="4200555"/>
              <a:ext cx="49546" cy="156743"/>
            </a:xfrm>
            <a:custGeom>
              <a:avLst/>
              <a:gdLst>
                <a:gd name="T0" fmla="*/ 11 w 32"/>
                <a:gd name="T1" fmla="*/ 0 h 102"/>
                <a:gd name="T2" fmla="*/ 32 w 32"/>
                <a:gd name="T3" fmla="*/ 102 h 102"/>
                <a:gd name="T4" fmla="*/ 0 w 32"/>
                <a:gd name="T5" fmla="*/ 102 h 102"/>
                <a:gd name="T6" fmla="*/ 2 w 32"/>
                <a:gd name="T7" fmla="*/ 73 h 102"/>
                <a:gd name="T8" fmla="*/ 11 w 32"/>
                <a:gd name="T9" fmla="*/ 0 h 102"/>
              </a:gdLst>
              <a:ahLst/>
              <a:cxnLst>
                <a:cxn ang="0">
                  <a:pos x="T0" y="T1"/>
                </a:cxn>
                <a:cxn ang="0">
                  <a:pos x="T2" y="T3"/>
                </a:cxn>
                <a:cxn ang="0">
                  <a:pos x="T4" y="T5"/>
                </a:cxn>
                <a:cxn ang="0">
                  <a:pos x="T6" y="T7"/>
                </a:cxn>
                <a:cxn ang="0">
                  <a:pos x="T8" y="T9"/>
                </a:cxn>
              </a:cxnLst>
              <a:rect l="0" t="0" r="r" b="b"/>
              <a:pathLst>
                <a:path w="32" h="102">
                  <a:moveTo>
                    <a:pt x="11" y="0"/>
                  </a:moveTo>
                  <a:cubicBezTo>
                    <a:pt x="12" y="35"/>
                    <a:pt x="18" y="70"/>
                    <a:pt x="32" y="102"/>
                  </a:cubicBezTo>
                  <a:cubicBezTo>
                    <a:pt x="0" y="102"/>
                    <a:pt x="0" y="102"/>
                    <a:pt x="0" y="102"/>
                  </a:cubicBezTo>
                  <a:cubicBezTo>
                    <a:pt x="0" y="102"/>
                    <a:pt x="1" y="81"/>
                    <a:pt x="2" y="73"/>
                  </a:cubicBezTo>
                  <a:cubicBezTo>
                    <a:pt x="5" y="50"/>
                    <a:pt x="12" y="23"/>
                    <a:pt x="11" y="0"/>
                  </a:cubicBezTo>
                  <a:close/>
                </a:path>
              </a:pathLst>
            </a:custGeom>
            <a:solidFill>
              <a:srgbClr val="2558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2" name="任意多边形 152">
              <a:extLst>
                <a:ext uri="{FF2B5EF4-FFF2-40B4-BE49-F238E27FC236}">
                  <a16:creationId xmlns:a16="http://schemas.microsoft.com/office/drawing/2014/main" id="{FFD752FC-F107-C393-D2F8-12213AFE328D}"/>
                </a:ext>
              </a:extLst>
            </p:cNvPr>
            <p:cNvSpPr/>
            <p:nvPr/>
          </p:nvSpPr>
          <p:spPr bwMode="auto">
            <a:xfrm>
              <a:off x="7011237" y="3891573"/>
              <a:ext cx="1961994" cy="370239"/>
            </a:xfrm>
            <a:custGeom>
              <a:avLst/>
              <a:gdLst>
                <a:gd name="T0" fmla="*/ 1256 w 1278"/>
                <a:gd name="T1" fmla="*/ 241 h 241"/>
                <a:gd name="T2" fmla="*/ 22 w 1278"/>
                <a:gd name="T3" fmla="*/ 241 h 241"/>
                <a:gd name="T4" fmla="*/ 0 w 1278"/>
                <a:gd name="T5" fmla="*/ 219 h 241"/>
                <a:gd name="T6" fmla="*/ 0 w 1278"/>
                <a:gd name="T7" fmla="*/ 22 h 241"/>
                <a:gd name="T8" fmla="*/ 22 w 1278"/>
                <a:gd name="T9" fmla="*/ 0 h 241"/>
                <a:gd name="T10" fmla="*/ 1256 w 1278"/>
                <a:gd name="T11" fmla="*/ 0 h 241"/>
                <a:gd name="T12" fmla="*/ 1278 w 1278"/>
                <a:gd name="T13" fmla="*/ 22 h 241"/>
                <a:gd name="T14" fmla="*/ 1278 w 1278"/>
                <a:gd name="T15" fmla="*/ 219 h 241"/>
                <a:gd name="T16" fmla="*/ 1256 w 1278"/>
                <a:gd name="T17" fmla="*/ 241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8" h="241">
                  <a:moveTo>
                    <a:pt x="1256" y="241"/>
                  </a:moveTo>
                  <a:cubicBezTo>
                    <a:pt x="22" y="241"/>
                    <a:pt x="22" y="241"/>
                    <a:pt x="22" y="241"/>
                  </a:cubicBezTo>
                  <a:cubicBezTo>
                    <a:pt x="10" y="241"/>
                    <a:pt x="0" y="231"/>
                    <a:pt x="0" y="219"/>
                  </a:cubicBezTo>
                  <a:cubicBezTo>
                    <a:pt x="0" y="22"/>
                    <a:pt x="0" y="22"/>
                    <a:pt x="0" y="22"/>
                  </a:cubicBezTo>
                  <a:cubicBezTo>
                    <a:pt x="0" y="10"/>
                    <a:pt x="10" y="0"/>
                    <a:pt x="22" y="0"/>
                  </a:cubicBezTo>
                  <a:cubicBezTo>
                    <a:pt x="1256" y="0"/>
                    <a:pt x="1256" y="0"/>
                    <a:pt x="1256" y="0"/>
                  </a:cubicBezTo>
                  <a:cubicBezTo>
                    <a:pt x="1268" y="0"/>
                    <a:pt x="1278" y="10"/>
                    <a:pt x="1278" y="22"/>
                  </a:cubicBezTo>
                  <a:cubicBezTo>
                    <a:pt x="1278" y="219"/>
                    <a:pt x="1278" y="219"/>
                    <a:pt x="1278" y="219"/>
                  </a:cubicBezTo>
                  <a:cubicBezTo>
                    <a:pt x="1278" y="231"/>
                    <a:pt x="1268" y="241"/>
                    <a:pt x="1256" y="241"/>
                  </a:cubicBezTo>
                  <a:close/>
                </a:path>
              </a:pathLst>
            </a:custGeom>
            <a:solidFill>
              <a:srgbClr val="FE6B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3" name="任意多边形 153">
              <a:extLst>
                <a:ext uri="{FF2B5EF4-FFF2-40B4-BE49-F238E27FC236}">
                  <a16:creationId xmlns:a16="http://schemas.microsoft.com/office/drawing/2014/main" id="{157B3C4D-70A3-652A-5F9E-578C82FCA04A}"/>
                </a:ext>
              </a:extLst>
            </p:cNvPr>
            <p:cNvSpPr/>
            <p:nvPr/>
          </p:nvSpPr>
          <p:spPr bwMode="auto">
            <a:xfrm>
              <a:off x="7937284" y="4250100"/>
              <a:ext cx="76570" cy="35132"/>
            </a:xfrm>
            <a:custGeom>
              <a:avLst/>
              <a:gdLst>
                <a:gd name="T0" fmla="*/ 16 w 50"/>
                <a:gd name="T1" fmla="*/ 8 h 23"/>
                <a:gd name="T2" fmla="*/ 1 w 50"/>
                <a:gd name="T3" fmla="*/ 8 h 23"/>
                <a:gd name="T4" fmla="*/ 18 w 50"/>
                <a:gd name="T5" fmla="*/ 23 h 23"/>
                <a:gd name="T6" fmla="*/ 46 w 50"/>
                <a:gd name="T7" fmla="*/ 17 h 23"/>
                <a:gd name="T8" fmla="*/ 47 w 50"/>
                <a:gd name="T9" fmla="*/ 5 h 23"/>
                <a:gd name="T10" fmla="*/ 16 w 50"/>
                <a:gd name="T11" fmla="*/ 8 h 23"/>
              </a:gdLst>
              <a:ahLst/>
              <a:cxnLst>
                <a:cxn ang="0">
                  <a:pos x="T0" y="T1"/>
                </a:cxn>
                <a:cxn ang="0">
                  <a:pos x="T2" y="T3"/>
                </a:cxn>
                <a:cxn ang="0">
                  <a:pos x="T4" y="T5"/>
                </a:cxn>
                <a:cxn ang="0">
                  <a:pos x="T6" y="T7"/>
                </a:cxn>
                <a:cxn ang="0">
                  <a:pos x="T8" y="T9"/>
                </a:cxn>
                <a:cxn ang="0">
                  <a:pos x="T10" y="T11"/>
                </a:cxn>
              </a:cxnLst>
              <a:rect l="0" t="0" r="r" b="b"/>
              <a:pathLst>
                <a:path w="50" h="23">
                  <a:moveTo>
                    <a:pt x="16" y="8"/>
                  </a:moveTo>
                  <a:cubicBezTo>
                    <a:pt x="1" y="8"/>
                    <a:pt x="1" y="8"/>
                    <a:pt x="1" y="8"/>
                  </a:cubicBezTo>
                  <a:cubicBezTo>
                    <a:pt x="0" y="14"/>
                    <a:pt x="9" y="23"/>
                    <a:pt x="18" y="23"/>
                  </a:cubicBezTo>
                  <a:cubicBezTo>
                    <a:pt x="25" y="23"/>
                    <a:pt x="41" y="23"/>
                    <a:pt x="46" y="17"/>
                  </a:cubicBezTo>
                  <a:cubicBezTo>
                    <a:pt x="49" y="15"/>
                    <a:pt x="50" y="7"/>
                    <a:pt x="47" y="5"/>
                  </a:cubicBezTo>
                  <a:cubicBezTo>
                    <a:pt x="43" y="2"/>
                    <a:pt x="26" y="0"/>
                    <a:pt x="16" y="8"/>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4" name="任意多边形 154">
              <a:extLst>
                <a:ext uri="{FF2B5EF4-FFF2-40B4-BE49-F238E27FC236}">
                  <a16:creationId xmlns:a16="http://schemas.microsoft.com/office/drawing/2014/main" id="{6336C67A-2E73-AD3D-E8C8-994351A12CD7}"/>
                </a:ext>
              </a:extLst>
            </p:cNvPr>
            <p:cNvSpPr/>
            <p:nvPr/>
          </p:nvSpPr>
          <p:spPr bwMode="auto">
            <a:xfrm>
              <a:off x="8305721" y="3701499"/>
              <a:ext cx="115305" cy="75669"/>
            </a:xfrm>
            <a:custGeom>
              <a:avLst/>
              <a:gdLst>
                <a:gd name="T0" fmla="*/ 0 w 75"/>
                <a:gd name="T1" fmla="*/ 40 h 49"/>
                <a:gd name="T2" fmla="*/ 9 w 75"/>
                <a:gd name="T3" fmla="*/ 33 h 49"/>
                <a:gd name="T4" fmla="*/ 17 w 75"/>
                <a:gd name="T5" fmla="*/ 30 h 49"/>
                <a:gd name="T6" fmla="*/ 23 w 75"/>
                <a:gd name="T7" fmla="*/ 34 h 49"/>
                <a:gd name="T8" fmla="*/ 32 w 75"/>
                <a:gd name="T9" fmla="*/ 45 h 49"/>
                <a:gd name="T10" fmla="*/ 38 w 75"/>
                <a:gd name="T11" fmla="*/ 48 h 49"/>
                <a:gd name="T12" fmla="*/ 45 w 75"/>
                <a:gd name="T13" fmla="*/ 45 h 49"/>
                <a:gd name="T14" fmla="*/ 74 w 75"/>
                <a:gd name="T15" fmla="*/ 20 h 49"/>
                <a:gd name="T16" fmla="*/ 75 w 75"/>
                <a:gd name="T17" fmla="*/ 17 h 49"/>
                <a:gd name="T18" fmla="*/ 74 w 75"/>
                <a:gd name="T19" fmla="*/ 15 h 49"/>
                <a:gd name="T20" fmla="*/ 62 w 75"/>
                <a:gd name="T21" fmla="*/ 0 h 49"/>
                <a:gd name="T22" fmla="*/ 35 w 75"/>
                <a:gd name="T23" fmla="*/ 10 h 49"/>
                <a:gd name="T24" fmla="*/ 13 w 75"/>
                <a:gd name="T25" fmla="*/ 7 h 49"/>
                <a:gd name="T26" fmla="*/ 9 w 75"/>
                <a:gd name="T27" fmla="*/ 5 h 49"/>
                <a:gd name="T28" fmla="*/ 7 w 75"/>
                <a:gd name="T29" fmla="*/ 11 h 49"/>
                <a:gd name="T30" fmla="*/ 4 w 75"/>
                <a:gd name="T31" fmla="*/ 24 h 49"/>
                <a:gd name="T32" fmla="*/ 0 w 75"/>
                <a:gd name="T33" fmla="*/ 4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5" h="49">
                  <a:moveTo>
                    <a:pt x="0" y="40"/>
                  </a:moveTo>
                  <a:cubicBezTo>
                    <a:pt x="3" y="37"/>
                    <a:pt x="6" y="35"/>
                    <a:pt x="9" y="33"/>
                  </a:cubicBezTo>
                  <a:cubicBezTo>
                    <a:pt x="11" y="31"/>
                    <a:pt x="14" y="29"/>
                    <a:pt x="17" y="30"/>
                  </a:cubicBezTo>
                  <a:cubicBezTo>
                    <a:pt x="19" y="30"/>
                    <a:pt x="21" y="32"/>
                    <a:pt x="23" y="34"/>
                  </a:cubicBezTo>
                  <a:cubicBezTo>
                    <a:pt x="26" y="38"/>
                    <a:pt x="29" y="41"/>
                    <a:pt x="32" y="45"/>
                  </a:cubicBezTo>
                  <a:cubicBezTo>
                    <a:pt x="34" y="46"/>
                    <a:pt x="36" y="48"/>
                    <a:pt x="38" y="48"/>
                  </a:cubicBezTo>
                  <a:cubicBezTo>
                    <a:pt x="41" y="49"/>
                    <a:pt x="43" y="47"/>
                    <a:pt x="45" y="45"/>
                  </a:cubicBezTo>
                  <a:cubicBezTo>
                    <a:pt x="55" y="38"/>
                    <a:pt x="65" y="29"/>
                    <a:pt x="74" y="20"/>
                  </a:cubicBezTo>
                  <a:cubicBezTo>
                    <a:pt x="74" y="19"/>
                    <a:pt x="75" y="18"/>
                    <a:pt x="75" y="17"/>
                  </a:cubicBezTo>
                  <a:cubicBezTo>
                    <a:pt x="75" y="16"/>
                    <a:pt x="75" y="15"/>
                    <a:pt x="74" y="15"/>
                  </a:cubicBezTo>
                  <a:cubicBezTo>
                    <a:pt x="70" y="10"/>
                    <a:pt x="66" y="5"/>
                    <a:pt x="62" y="0"/>
                  </a:cubicBezTo>
                  <a:cubicBezTo>
                    <a:pt x="54" y="5"/>
                    <a:pt x="45" y="9"/>
                    <a:pt x="35" y="10"/>
                  </a:cubicBezTo>
                  <a:cubicBezTo>
                    <a:pt x="28" y="11"/>
                    <a:pt x="20" y="10"/>
                    <a:pt x="13" y="7"/>
                  </a:cubicBezTo>
                  <a:cubicBezTo>
                    <a:pt x="12" y="6"/>
                    <a:pt x="10" y="4"/>
                    <a:pt x="9" y="5"/>
                  </a:cubicBezTo>
                  <a:cubicBezTo>
                    <a:pt x="8" y="6"/>
                    <a:pt x="7" y="10"/>
                    <a:pt x="7" y="11"/>
                  </a:cubicBezTo>
                  <a:cubicBezTo>
                    <a:pt x="6" y="15"/>
                    <a:pt x="5" y="20"/>
                    <a:pt x="4" y="24"/>
                  </a:cubicBezTo>
                  <a:cubicBezTo>
                    <a:pt x="2" y="29"/>
                    <a:pt x="1" y="35"/>
                    <a:pt x="0" y="40"/>
                  </a:cubicBezTo>
                  <a:close/>
                </a:path>
              </a:pathLst>
            </a:custGeom>
            <a:solidFill>
              <a:srgbClr val="D5E5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5" name="任意多边形 155">
              <a:extLst>
                <a:ext uri="{FF2B5EF4-FFF2-40B4-BE49-F238E27FC236}">
                  <a16:creationId xmlns:a16="http://schemas.microsoft.com/office/drawing/2014/main" id="{541DB0FC-DF1D-21F1-64F4-EBD80ADF9BC5}"/>
                </a:ext>
              </a:extLst>
            </p:cNvPr>
            <p:cNvSpPr/>
            <p:nvPr/>
          </p:nvSpPr>
          <p:spPr bwMode="auto">
            <a:xfrm>
              <a:off x="8468770" y="3784375"/>
              <a:ext cx="218900" cy="298173"/>
            </a:xfrm>
            <a:custGeom>
              <a:avLst/>
              <a:gdLst>
                <a:gd name="T0" fmla="*/ 138 w 143"/>
                <a:gd name="T1" fmla="*/ 162 h 194"/>
                <a:gd name="T2" fmla="*/ 22 w 143"/>
                <a:gd name="T3" fmla="*/ 1 h 194"/>
                <a:gd name="T4" fmla="*/ 3 w 143"/>
                <a:gd name="T5" fmla="*/ 2 h 194"/>
                <a:gd name="T6" fmla="*/ 0 w 143"/>
                <a:gd name="T7" fmla="*/ 75 h 194"/>
                <a:gd name="T8" fmla="*/ 54 w 143"/>
                <a:gd name="T9" fmla="*/ 148 h 194"/>
                <a:gd name="T10" fmla="*/ 81 w 143"/>
                <a:gd name="T11" fmla="*/ 179 h 194"/>
                <a:gd name="T12" fmla="*/ 118 w 143"/>
                <a:gd name="T13" fmla="*/ 193 h 194"/>
                <a:gd name="T14" fmla="*/ 140 w 143"/>
                <a:gd name="T15" fmla="*/ 182 h 194"/>
                <a:gd name="T16" fmla="*/ 138 w 143"/>
                <a:gd name="T17" fmla="*/ 16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3" h="194">
                  <a:moveTo>
                    <a:pt x="138" y="162"/>
                  </a:moveTo>
                  <a:cubicBezTo>
                    <a:pt x="133" y="141"/>
                    <a:pt x="59" y="12"/>
                    <a:pt x="22" y="1"/>
                  </a:cubicBezTo>
                  <a:cubicBezTo>
                    <a:pt x="19" y="1"/>
                    <a:pt x="11" y="0"/>
                    <a:pt x="3" y="2"/>
                  </a:cubicBezTo>
                  <a:cubicBezTo>
                    <a:pt x="0" y="75"/>
                    <a:pt x="0" y="75"/>
                    <a:pt x="0" y="75"/>
                  </a:cubicBezTo>
                  <a:cubicBezTo>
                    <a:pt x="16" y="101"/>
                    <a:pt x="36" y="124"/>
                    <a:pt x="54" y="148"/>
                  </a:cubicBezTo>
                  <a:cubicBezTo>
                    <a:pt x="62" y="159"/>
                    <a:pt x="70" y="171"/>
                    <a:pt x="81" y="179"/>
                  </a:cubicBezTo>
                  <a:cubicBezTo>
                    <a:pt x="91" y="188"/>
                    <a:pt x="105" y="194"/>
                    <a:pt x="118" y="193"/>
                  </a:cubicBezTo>
                  <a:cubicBezTo>
                    <a:pt x="126" y="193"/>
                    <a:pt x="136" y="189"/>
                    <a:pt x="140" y="182"/>
                  </a:cubicBezTo>
                  <a:cubicBezTo>
                    <a:pt x="143" y="176"/>
                    <a:pt x="139" y="167"/>
                    <a:pt x="138" y="162"/>
                  </a:cubicBezTo>
                  <a:close/>
                </a:path>
              </a:pathLst>
            </a:custGeom>
            <a:solidFill>
              <a:srgbClr val="3C79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6" name="任意多边形 156">
              <a:extLst>
                <a:ext uri="{FF2B5EF4-FFF2-40B4-BE49-F238E27FC236}">
                  <a16:creationId xmlns:a16="http://schemas.microsoft.com/office/drawing/2014/main" id="{CFF615BE-9947-228E-022A-4BD1C83E7BB0}"/>
                </a:ext>
              </a:extLst>
            </p:cNvPr>
            <p:cNvSpPr/>
            <p:nvPr/>
          </p:nvSpPr>
          <p:spPr bwMode="auto">
            <a:xfrm>
              <a:off x="8442646" y="4172630"/>
              <a:ext cx="72066" cy="64859"/>
            </a:xfrm>
            <a:custGeom>
              <a:avLst/>
              <a:gdLst>
                <a:gd name="T0" fmla="*/ 0 w 47"/>
                <a:gd name="T1" fmla="*/ 27 h 42"/>
                <a:gd name="T2" fmla="*/ 20 w 47"/>
                <a:gd name="T3" fmla="*/ 42 h 42"/>
                <a:gd name="T4" fmla="*/ 47 w 47"/>
                <a:gd name="T5" fmla="*/ 22 h 42"/>
                <a:gd name="T6" fmla="*/ 25 w 47"/>
                <a:gd name="T7" fmla="*/ 0 h 42"/>
                <a:gd name="T8" fmla="*/ 0 w 47"/>
                <a:gd name="T9" fmla="*/ 27 h 42"/>
              </a:gdLst>
              <a:ahLst/>
              <a:cxnLst>
                <a:cxn ang="0">
                  <a:pos x="T0" y="T1"/>
                </a:cxn>
                <a:cxn ang="0">
                  <a:pos x="T2" y="T3"/>
                </a:cxn>
                <a:cxn ang="0">
                  <a:pos x="T4" y="T5"/>
                </a:cxn>
                <a:cxn ang="0">
                  <a:pos x="T6" y="T7"/>
                </a:cxn>
                <a:cxn ang="0">
                  <a:pos x="T8" y="T9"/>
                </a:cxn>
              </a:cxnLst>
              <a:rect l="0" t="0" r="r" b="b"/>
              <a:pathLst>
                <a:path w="47" h="42">
                  <a:moveTo>
                    <a:pt x="0" y="27"/>
                  </a:moveTo>
                  <a:cubicBezTo>
                    <a:pt x="0" y="34"/>
                    <a:pt x="14" y="40"/>
                    <a:pt x="20" y="42"/>
                  </a:cubicBezTo>
                  <a:cubicBezTo>
                    <a:pt x="22" y="42"/>
                    <a:pt x="33" y="32"/>
                    <a:pt x="47" y="22"/>
                  </a:cubicBezTo>
                  <a:cubicBezTo>
                    <a:pt x="25" y="0"/>
                    <a:pt x="25" y="0"/>
                    <a:pt x="25" y="0"/>
                  </a:cubicBezTo>
                  <a:cubicBezTo>
                    <a:pt x="15" y="13"/>
                    <a:pt x="1" y="26"/>
                    <a:pt x="0" y="27"/>
                  </a:cubicBezTo>
                  <a:close/>
                </a:path>
              </a:pathLst>
            </a:custGeom>
            <a:solidFill>
              <a:srgbClr val="D5E5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7" name="任意多边形 157">
              <a:extLst>
                <a:ext uri="{FF2B5EF4-FFF2-40B4-BE49-F238E27FC236}">
                  <a16:creationId xmlns:a16="http://schemas.microsoft.com/office/drawing/2014/main" id="{CC5FE480-5AA4-FB9C-C609-F48558D6AD36}"/>
                </a:ext>
              </a:extLst>
            </p:cNvPr>
            <p:cNvSpPr/>
            <p:nvPr/>
          </p:nvSpPr>
          <p:spPr bwMode="auto">
            <a:xfrm>
              <a:off x="8468770" y="4019490"/>
              <a:ext cx="217999" cy="213495"/>
            </a:xfrm>
            <a:custGeom>
              <a:avLst/>
              <a:gdLst>
                <a:gd name="T0" fmla="*/ 140 w 142"/>
                <a:gd name="T1" fmla="*/ 19 h 139"/>
                <a:gd name="T2" fmla="*/ 126 w 142"/>
                <a:gd name="T3" fmla="*/ 6 h 139"/>
                <a:gd name="T4" fmla="*/ 91 w 142"/>
                <a:gd name="T5" fmla="*/ 2 h 139"/>
                <a:gd name="T6" fmla="*/ 76 w 142"/>
                <a:gd name="T7" fmla="*/ 16 h 139"/>
                <a:gd name="T8" fmla="*/ 0 w 142"/>
                <a:gd name="T9" fmla="*/ 109 h 139"/>
                <a:gd name="T10" fmla="*/ 24 w 142"/>
                <a:gd name="T11" fmla="*/ 139 h 139"/>
                <a:gd name="T12" fmla="*/ 133 w 142"/>
                <a:gd name="T13" fmla="*/ 39 h 139"/>
                <a:gd name="T14" fmla="*/ 140 w 142"/>
                <a:gd name="T15" fmla="*/ 1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139">
                  <a:moveTo>
                    <a:pt x="140" y="19"/>
                  </a:moveTo>
                  <a:cubicBezTo>
                    <a:pt x="139" y="12"/>
                    <a:pt x="132" y="9"/>
                    <a:pt x="126" y="6"/>
                  </a:cubicBezTo>
                  <a:cubicBezTo>
                    <a:pt x="115" y="3"/>
                    <a:pt x="102" y="0"/>
                    <a:pt x="91" y="2"/>
                  </a:cubicBezTo>
                  <a:cubicBezTo>
                    <a:pt x="83" y="4"/>
                    <a:pt x="81" y="11"/>
                    <a:pt x="76" y="16"/>
                  </a:cubicBezTo>
                  <a:cubicBezTo>
                    <a:pt x="65" y="31"/>
                    <a:pt x="22" y="82"/>
                    <a:pt x="0" y="109"/>
                  </a:cubicBezTo>
                  <a:cubicBezTo>
                    <a:pt x="24" y="139"/>
                    <a:pt x="24" y="139"/>
                    <a:pt x="24" y="139"/>
                  </a:cubicBezTo>
                  <a:cubicBezTo>
                    <a:pt x="59" y="115"/>
                    <a:pt x="122" y="53"/>
                    <a:pt x="133" y="39"/>
                  </a:cubicBezTo>
                  <a:cubicBezTo>
                    <a:pt x="138" y="33"/>
                    <a:pt x="142" y="26"/>
                    <a:pt x="140" y="19"/>
                  </a:cubicBezTo>
                  <a:close/>
                </a:path>
              </a:pathLst>
            </a:custGeom>
            <a:solidFill>
              <a:srgbClr val="3C79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8" name="任意多边形 158">
              <a:extLst>
                <a:ext uri="{FF2B5EF4-FFF2-40B4-BE49-F238E27FC236}">
                  <a16:creationId xmlns:a16="http://schemas.microsoft.com/office/drawing/2014/main" id="{6D600EB8-4280-56FE-B065-910D237862C1}"/>
                </a:ext>
              </a:extLst>
            </p:cNvPr>
            <p:cNvSpPr/>
            <p:nvPr/>
          </p:nvSpPr>
          <p:spPr bwMode="auto">
            <a:xfrm>
              <a:off x="8425530" y="4209564"/>
              <a:ext cx="76570" cy="77471"/>
            </a:xfrm>
            <a:custGeom>
              <a:avLst/>
              <a:gdLst>
                <a:gd name="T0" fmla="*/ 1 w 50"/>
                <a:gd name="T1" fmla="*/ 23 h 50"/>
                <a:gd name="T2" fmla="*/ 4 w 50"/>
                <a:gd name="T3" fmla="*/ 41 h 50"/>
                <a:gd name="T4" fmla="*/ 19 w 50"/>
                <a:gd name="T5" fmla="*/ 49 h 50"/>
                <a:gd name="T6" fmla="*/ 35 w 50"/>
                <a:gd name="T7" fmla="*/ 48 h 50"/>
                <a:gd name="T8" fmla="*/ 46 w 50"/>
                <a:gd name="T9" fmla="*/ 43 h 50"/>
                <a:gd name="T10" fmla="*/ 47 w 50"/>
                <a:gd name="T11" fmla="*/ 33 h 50"/>
                <a:gd name="T12" fmla="*/ 33 w 50"/>
                <a:gd name="T13" fmla="*/ 30 h 50"/>
                <a:gd name="T14" fmla="*/ 31 w 50"/>
                <a:gd name="T15" fmla="*/ 16 h 50"/>
                <a:gd name="T16" fmla="*/ 15 w 50"/>
                <a:gd name="T17" fmla="*/ 1 h 50"/>
                <a:gd name="T18" fmla="*/ 1 w 50"/>
                <a:gd name="T19"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50">
                  <a:moveTo>
                    <a:pt x="1" y="23"/>
                  </a:moveTo>
                  <a:cubicBezTo>
                    <a:pt x="0" y="29"/>
                    <a:pt x="0" y="36"/>
                    <a:pt x="4" y="41"/>
                  </a:cubicBezTo>
                  <a:cubicBezTo>
                    <a:pt x="7" y="46"/>
                    <a:pt x="13" y="49"/>
                    <a:pt x="19" y="49"/>
                  </a:cubicBezTo>
                  <a:cubicBezTo>
                    <a:pt x="24" y="50"/>
                    <a:pt x="30" y="49"/>
                    <a:pt x="35" y="48"/>
                  </a:cubicBezTo>
                  <a:cubicBezTo>
                    <a:pt x="39" y="47"/>
                    <a:pt x="44" y="46"/>
                    <a:pt x="46" y="43"/>
                  </a:cubicBezTo>
                  <a:cubicBezTo>
                    <a:pt x="49" y="41"/>
                    <a:pt x="50" y="35"/>
                    <a:pt x="47" y="33"/>
                  </a:cubicBezTo>
                  <a:cubicBezTo>
                    <a:pt x="43" y="30"/>
                    <a:pt x="37" y="33"/>
                    <a:pt x="33" y="30"/>
                  </a:cubicBezTo>
                  <a:cubicBezTo>
                    <a:pt x="29" y="27"/>
                    <a:pt x="31" y="21"/>
                    <a:pt x="31" y="16"/>
                  </a:cubicBezTo>
                  <a:cubicBezTo>
                    <a:pt x="30" y="9"/>
                    <a:pt x="23" y="0"/>
                    <a:pt x="15" y="1"/>
                  </a:cubicBezTo>
                  <a:cubicBezTo>
                    <a:pt x="7" y="3"/>
                    <a:pt x="3" y="16"/>
                    <a:pt x="1" y="23"/>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69" name="任意多边形 159">
              <a:extLst>
                <a:ext uri="{FF2B5EF4-FFF2-40B4-BE49-F238E27FC236}">
                  <a16:creationId xmlns:a16="http://schemas.microsoft.com/office/drawing/2014/main" id="{B867A3A9-8A42-2354-4F72-972CDD6DABA3}"/>
                </a:ext>
              </a:extLst>
            </p:cNvPr>
            <p:cNvSpPr/>
            <p:nvPr/>
          </p:nvSpPr>
          <p:spPr bwMode="auto">
            <a:xfrm>
              <a:off x="9039892" y="4649166"/>
              <a:ext cx="111702" cy="402668"/>
            </a:xfrm>
            <a:custGeom>
              <a:avLst/>
              <a:gdLst>
                <a:gd name="T0" fmla="*/ 72 w 73"/>
                <a:gd name="T1" fmla="*/ 102 h 262"/>
                <a:gd name="T2" fmla="*/ 41 w 73"/>
                <a:gd name="T3" fmla="*/ 258 h 262"/>
                <a:gd name="T4" fmla="*/ 18 w 73"/>
                <a:gd name="T5" fmla="*/ 259 h 262"/>
                <a:gd name="T6" fmla="*/ 9 w 73"/>
                <a:gd name="T7" fmla="*/ 43 h 262"/>
                <a:gd name="T8" fmla="*/ 52 w 73"/>
                <a:gd name="T9" fmla="*/ 18 h 262"/>
                <a:gd name="T10" fmla="*/ 72 w 73"/>
                <a:gd name="T11" fmla="*/ 102 h 262"/>
              </a:gdLst>
              <a:ahLst/>
              <a:cxnLst>
                <a:cxn ang="0">
                  <a:pos x="T0" y="T1"/>
                </a:cxn>
                <a:cxn ang="0">
                  <a:pos x="T2" y="T3"/>
                </a:cxn>
                <a:cxn ang="0">
                  <a:pos x="T4" y="T5"/>
                </a:cxn>
                <a:cxn ang="0">
                  <a:pos x="T6" y="T7"/>
                </a:cxn>
                <a:cxn ang="0">
                  <a:pos x="T8" y="T9"/>
                </a:cxn>
                <a:cxn ang="0">
                  <a:pos x="T10" y="T11"/>
                </a:cxn>
              </a:cxnLst>
              <a:rect l="0" t="0" r="r" b="b"/>
              <a:pathLst>
                <a:path w="73" h="262">
                  <a:moveTo>
                    <a:pt x="72" y="102"/>
                  </a:moveTo>
                  <a:cubicBezTo>
                    <a:pt x="72" y="126"/>
                    <a:pt x="47" y="190"/>
                    <a:pt x="41" y="258"/>
                  </a:cubicBezTo>
                  <a:cubicBezTo>
                    <a:pt x="40" y="262"/>
                    <a:pt x="19" y="262"/>
                    <a:pt x="18" y="259"/>
                  </a:cubicBezTo>
                  <a:cubicBezTo>
                    <a:pt x="15" y="181"/>
                    <a:pt x="0" y="90"/>
                    <a:pt x="9" y="43"/>
                  </a:cubicBezTo>
                  <a:cubicBezTo>
                    <a:pt x="11" y="27"/>
                    <a:pt x="39" y="0"/>
                    <a:pt x="52" y="18"/>
                  </a:cubicBezTo>
                  <a:cubicBezTo>
                    <a:pt x="63" y="34"/>
                    <a:pt x="73" y="82"/>
                    <a:pt x="72" y="102"/>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0" name="任意多边形 160">
              <a:extLst>
                <a:ext uri="{FF2B5EF4-FFF2-40B4-BE49-F238E27FC236}">
                  <a16:creationId xmlns:a16="http://schemas.microsoft.com/office/drawing/2014/main" id="{9D9D456A-092E-7851-A9BF-3F6DC3D450C5}"/>
                </a:ext>
              </a:extLst>
            </p:cNvPr>
            <p:cNvSpPr/>
            <p:nvPr/>
          </p:nvSpPr>
          <p:spPr bwMode="auto">
            <a:xfrm>
              <a:off x="8985843" y="5032015"/>
              <a:ext cx="133322" cy="96388"/>
            </a:xfrm>
            <a:custGeom>
              <a:avLst/>
              <a:gdLst>
                <a:gd name="T0" fmla="*/ 86 w 87"/>
                <a:gd name="T1" fmla="*/ 36 h 63"/>
                <a:gd name="T2" fmla="*/ 86 w 87"/>
                <a:gd name="T3" fmla="*/ 16 h 63"/>
                <a:gd name="T4" fmla="*/ 77 w 87"/>
                <a:gd name="T5" fmla="*/ 0 h 63"/>
                <a:gd name="T6" fmla="*/ 69 w 87"/>
                <a:gd name="T7" fmla="*/ 7 h 63"/>
                <a:gd name="T8" fmla="*/ 51 w 87"/>
                <a:gd name="T9" fmla="*/ 3 h 63"/>
                <a:gd name="T10" fmla="*/ 38 w 87"/>
                <a:gd name="T11" fmla="*/ 35 h 63"/>
                <a:gd name="T12" fmla="*/ 12 w 87"/>
                <a:gd name="T13" fmla="*/ 47 h 63"/>
                <a:gd name="T14" fmla="*/ 3 w 87"/>
                <a:gd name="T15" fmla="*/ 53 h 63"/>
                <a:gd name="T16" fmla="*/ 1 w 87"/>
                <a:gd name="T17" fmla="*/ 62 h 63"/>
                <a:gd name="T18" fmla="*/ 1 w 87"/>
                <a:gd name="T19" fmla="*/ 63 h 63"/>
                <a:gd name="T20" fmla="*/ 59 w 87"/>
                <a:gd name="T21" fmla="*/ 63 h 63"/>
                <a:gd name="T22" fmla="*/ 63 w 87"/>
                <a:gd name="T23" fmla="*/ 57 h 63"/>
                <a:gd name="T24" fmla="*/ 75 w 87"/>
                <a:gd name="T25" fmla="*/ 34 h 63"/>
                <a:gd name="T26" fmla="*/ 78 w 87"/>
                <a:gd name="T27" fmla="*/ 63 h 63"/>
                <a:gd name="T28" fmla="*/ 84 w 87"/>
                <a:gd name="T29" fmla="*/ 63 h 63"/>
                <a:gd name="T30" fmla="*/ 86 w 87"/>
                <a:gd name="T31" fmla="*/ 3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63">
                  <a:moveTo>
                    <a:pt x="86" y="36"/>
                  </a:moveTo>
                  <a:cubicBezTo>
                    <a:pt x="87" y="30"/>
                    <a:pt x="87" y="23"/>
                    <a:pt x="86" y="16"/>
                  </a:cubicBezTo>
                  <a:cubicBezTo>
                    <a:pt x="84" y="10"/>
                    <a:pt x="82" y="4"/>
                    <a:pt x="77" y="0"/>
                  </a:cubicBezTo>
                  <a:cubicBezTo>
                    <a:pt x="76" y="3"/>
                    <a:pt x="72" y="7"/>
                    <a:pt x="69" y="7"/>
                  </a:cubicBezTo>
                  <a:cubicBezTo>
                    <a:pt x="66" y="7"/>
                    <a:pt x="53" y="2"/>
                    <a:pt x="51" y="3"/>
                  </a:cubicBezTo>
                  <a:cubicBezTo>
                    <a:pt x="49" y="3"/>
                    <a:pt x="46" y="29"/>
                    <a:pt x="38" y="35"/>
                  </a:cubicBezTo>
                  <a:cubicBezTo>
                    <a:pt x="30" y="40"/>
                    <a:pt x="20" y="43"/>
                    <a:pt x="12" y="47"/>
                  </a:cubicBezTo>
                  <a:cubicBezTo>
                    <a:pt x="8" y="49"/>
                    <a:pt x="5" y="50"/>
                    <a:pt x="3" y="53"/>
                  </a:cubicBezTo>
                  <a:cubicBezTo>
                    <a:pt x="1" y="55"/>
                    <a:pt x="0" y="59"/>
                    <a:pt x="1" y="62"/>
                  </a:cubicBezTo>
                  <a:cubicBezTo>
                    <a:pt x="1" y="62"/>
                    <a:pt x="1" y="63"/>
                    <a:pt x="1" y="63"/>
                  </a:cubicBezTo>
                  <a:cubicBezTo>
                    <a:pt x="59" y="63"/>
                    <a:pt x="59" y="63"/>
                    <a:pt x="59" y="63"/>
                  </a:cubicBezTo>
                  <a:cubicBezTo>
                    <a:pt x="61" y="61"/>
                    <a:pt x="62" y="59"/>
                    <a:pt x="63" y="57"/>
                  </a:cubicBezTo>
                  <a:cubicBezTo>
                    <a:pt x="67" y="49"/>
                    <a:pt x="71" y="41"/>
                    <a:pt x="75" y="34"/>
                  </a:cubicBezTo>
                  <a:cubicBezTo>
                    <a:pt x="78" y="43"/>
                    <a:pt x="79" y="53"/>
                    <a:pt x="78" y="63"/>
                  </a:cubicBezTo>
                  <a:cubicBezTo>
                    <a:pt x="84" y="63"/>
                    <a:pt x="84" y="63"/>
                    <a:pt x="84" y="63"/>
                  </a:cubicBezTo>
                  <a:cubicBezTo>
                    <a:pt x="85" y="54"/>
                    <a:pt x="86" y="45"/>
                    <a:pt x="86" y="36"/>
                  </a:cubicBezTo>
                  <a:close/>
                </a:path>
              </a:pathLst>
            </a:custGeom>
            <a:solidFill>
              <a:srgbClr val="2A95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1" name="任意多边形 161">
              <a:extLst>
                <a:ext uri="{FF2B5EF4-FFF2-40B4-BE49-F238E27FC236}">
                  <a16:creationId xmlns:a16="http://schemas.microsoft.com/office/drawing/2014/main" id="{0F652004-9B69-E3D6-7227-0BB7E0758756}"/>
                </a:ext>
              </a:extLst>
            </p:cNvPr>
            <p:cNvSpPr/>
            <p:nvPr/>
          </p:nvSpPr>
          <p:spPr bwMode="auto">
            <a:xfrm>
              <a:off x="8885851" y="4646463"/>
              <a:ext cx="118008" cy="401767"/>
            </a:xfrm>
            <a:custGeom>
              <a:avLst/>
              <a:gdLst>
                <a:gd name="T0" fmla="*/ 74 w 77"/>
                <a:gd name="T1" fmla="*/ 98 h 262"/>
                <a:gd name="T2" fmla="*/ 68 w 77"/>
                <a:gd name="T3" fmla="*/ 256 h 262"/>
                <a:gd name="T4" fmla="*/ 45 w 77"/>
                <a:gd name="T5" fmla="*/ 258 h 262"/>
                <a:gd name="T6" fmla="*/ 1 w 77"/>
                <a:gd name="T7" fmla="*/ 46 h 262"/>
                <a:gd name="T8" fmla="*/ 40 w 77"/>
                <a:gd name="T9" fmla="*/ 17 h 262"/>
                <a:gd name="T10" fmla="*/ 74 w 77"/>
                <a:gd name="T11" fmla="*/ 98 h 262"/>
              </a:gdLst>
              <a:ahLst/>
              <a:cxnLst>
                <a:cxn ang="0">
                  <a:pos x="T0" y="T1"/>
                </a:cxn>
                <a:cxn ang="0">
                  <a:pos x="T2" y="T3"/>
                </a:cxn>
                <a:cxn ang="0">
                  <a:pos x="T4" y="T5"/>
                </a:cxn>
                <a:cxn ang="0">
                  <a:pos x="T6" y="T7"/>
                </a:cxn>
                <a:cxn ang="0">
                  <a:pos x="T8" y="T9"/>
                </a:cxn>
                <a:cxn ang="0">
                  <a:pos x="T10" y="T11"/>
                </a:cxn>
              </a:cxnLst>
              <a:rect l="0" t="0" r="r" b="b"/>
              <a:pathLst>
                <a:path w="77" h="262">
                  <a:moveTo>
                    <a:pt x="74" y="98"/>
                  </a:moveTo>
                  <a:cubicBezTo>
                    <a:pt x="77" y="122"/>
                    <a:pt x="63" y="188"/>
                    <a:pt x="68" y="256"/>
                  </a:cubicBezTo>
                  <a:cubicBezTo>
                    <a:pt x="68" y="260"/>
                    <a:pt x="46" y="262"/>
                    <a:pt x="45" y="258"/>
                  </a:cubicBezTo>
                  <a:cubicBezTo>
                    <a:pt x="29" y="182"/>
                    <a:pt x="0" y="93"/>
                    <a:pt x="1" y="46"/>
                  </a:cubicBezTo>
                  <a:cubicBezTo>
                    <a:pt x="2" y="30"/>
                    <a:pt x="25" y="0"/>
                    <a:pt x="40" y="17"/>
                  </a:cubicBezTo>
                  <a:cubicBezTo>
                    <a:pt x="55" y="32"/>
                    <a:pt x="72" y="79"/>
                    <a:pt x="74" y="98"/>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2" name="任意多边形 162">
              <a:extLst>
                <a:ext uri="{FF2B5EF4-FFF2-40B4-BE49-F238E27FC236}">
                  <a16:creationId xmlns:a16="http://schemas.microsoft.com/office/drawing/2014/main" id="{E7A640E1-7CEB-640D-1BAE-6F16D8A95DBE}"/>
                </a:ext>
              </a:extLst>
            </p:cNvPr>
            <p:cNvSpPr/>
            <p:nvPr/>
          </p:nvSpPr>
          <p:spPr bwMode="auto">
            <a:xfrm>
              <a:off x="8870537" y="5032015"/>
              <a:ext cx="135124" cy="96388"/>
            </a:xfrm>
            <a:custGeom>
              <a:avLst/>
              <a:gdLst>
                <a:gd name="T0" fmla="*/ 87 w 88"/>
                <a:gd name="T1" fmla="*/ 36 h 63"/>
                <a:gd name="T2" fmla="*/ 86 w 88"/>
                <a:gd name="T3" fmla="*/ 16 h 63"/>
                <a:gd name="T4" fmla="*/ 78 w 88"/>
                <a:gd name="T5" fmla="*/ 0 h 63"/>
                <a:gd name="T6" fmla="*/ 70 w 88"/>
                <a:gd name="T7" fmla="*/ 7 h 63"/>
                <a:gd name="T8" fmla="*/ 51 w 88"/>
                <a:gd name="T9" fmla="*/ 3 h 63"/>
                <a:gd name="T10" fmla="*/ 39 w 88"/>
                <a:gd name="T11" fmla="*/ 35 h 63"/>
                <a:gd name="T12" fmla="*/ 12 w 88"/>
                <a:gd name="T13" fmla="*/ 47 h 63"/>
                <a:gd name="T14" fmla="*/ 4 w 88"/>
                <a:gd name="T15" fmla="*/ 53 h 63"/>
                <a:gd name="T16" fmla="*/ 2 w 88"/>
                <a:gd name="T17" fmla="*/ 62 h 63"/>
                <a:gd name="T18" fmla="*/ 2 w 88"/>
                <a:gd name="T19" fmla="*/ 63 h 63"/>
                <a:gd name="T20" fmla="*/ 60 w 88"/>
                <a:gd name="T21" fmla="*/ 63 h 63"/>
                <a:gd name="T22" fmla="*/ 64 w 88"/>
                <a:gd name="T23" fmla="*/ 57 h 63"/>
                <a:gd name="T24" fmla="*/ 76 w 88"/>
                <a:gd name="T25" fmla="*/ 34 h 63"/>
                <a:gd name="T26" fmla="*/ 79 w 88"/>
                <a:gd name="T27" fmla="*/ 63 h 63"/>
                <a:gd name="T28" fmla="*/ 85 w 88"/>
                <a:gd name="T29" fmla="*/ 63 h 63"/>
                <a:gd name="T30" fmla="*/ 87 w 88"/>
                <a:gd name="T31" fmla="*/ 3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8" h="63">
                  <a:moveTo>
                    <a:pt x="87" y="36"/>
                  </a:moveTo>
                  <a:cubicBezTo>
                    <a:pt x="88" y="30"/>
                    <a:pt x="88" y="23"/>
                    <a:pt x="86" y="16"/>
                  </a:cubicBezTo>
                  <a:cubicBezTo>
                    <a:pt x="85" y="10"/>
                    <a:pt x="83" y="4"/>
                    <a:pt x="78" y="0"/>
                  </a:cubicBezTo>
                  <a:cubicBezTo>
                    <a:pt x="76" y="3"/>
                    <a:pt x="73" y="7"/>
                    <a:pt x="70" y="7"/>
                  </a:cubicBezTo>
                  <a:cubicBezTo>
                    <a:pt x="67" y="7"/>
                    <a:pt x="54" y="2"/>
                    <a:pt x="51" y="3"/>
                  </a:cubicBezTo>
                  <a:cubicBezTo>
                    <a:pt x="49" y="3"/>
                    <a:pt x="47" y="29"/>
                    <a:pt x="39" y="35"/>
                  </a:cubicBezTo>
                  <a:cubicBezTo>
                    <a:pt x="31" y="40"/>
                    <a:pt x="21" y="43"/>
                    <a:pt x="12" y="47"/>
                  </a:cubicBezTo>
                  <a:cubicBezTo>
                    <a:pt x="9" y="49"/>
                    <a:pt x="6" y="50"/>
                    <a:pt x="4" y="53"/>
                  </a:cubicBezTo>
                  <a:cubicBezTo>
                    <a:pt x="2" y="55"/>
                    <a:pt x="0" y="59"/>
                    <a:pt x="2" y="62"/>
                  </a:cubicBezTo>
                  <a:cubicBezTo>
                    <a:pt x="2" y="62"/>
                    <a:pt x="2" y="63"/>
                    <a:pt x="2" y="63"/>
                  </a:cubicBezTo>
                  <a:cubicBezTo>
                    <a:pt x="60" y="63"/>
                    <a:pt x="60" y="63"/>
                    <a:pt x="60" y="63"/>
                  </a:cubicBezTo>
                  <a:cubicBezTo>
                    <a:pt x="62" y="61"/>
                    <a:pt x="63" y="59"/>
                    <a:pt x="64" y="57"/>
                  </a:cubicBezTo>
                  <a:cubicBezTo>
                    <a:pt x="68" y="49"/>
                    <a:pt x="72" y="41"/>
                    <a:pt x="76" y="34"/>
                  </a:cubicBezTo>
                  <a:cubicBezTo>
                    <a:pt x="78" y="43"/>
                    <a:pt x="79" y="53"/>
                    <a:pt x="79" y="63"/>
                  </a:cubicBezTo>
                  <a:cubicBezTo>
                    <a:pt x="85" y="63"/>
                    <a:pt x="85" y="63"/>
                    <a:pt x="85" y="63"/>
                  </a:cubicBezTo>
                  <a:cubicBezTo>
                    <a:pt x="86" y="54"/>
                    <a:pt x="86" y="45"/>
                    <a:pt x="87" y="36"/>
                  </a:cubicBezTo>
                  <a:close/>
                </a:path>
              </a:pathLst>
            </a:custGeom>
            <a:solidFill>
              <a:srgbClr val="2A95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3" name="任意多边形 163">
              <a:extLst>
                <a:ext uri="{FF2B5EF4-FFF2-40B4-BE49-F238E27FC236}">
                  <a16:creationId xmlns:a16="http://schemas.microsoft.com/office/drawing/2014/main" id="{F14AEE29-F4C9-B193-69E9-94E96685B76E}"/>
                </a:ext>
              </a:extLst>
            </p:cNvPr>
            <p:cNvSpPr/>
            <p:nvPr/>
          </p:nvSpPr>
          <p:spPr bwMode="auto">
            <a:xfrm>
              <a:off x="8867835" y="4146506"/>
              <a:ext cx="340511" cy="583734"/>
            </a:xfrm>
            <a:custGeom>
              <a:avLst/>
              <a:gdLst>
                <a:gd name="T0" fmla="*/ 58 w 222"/>
                <a:gd name="T1" fmla="*/ 70 h 380"/>
                <a:gd name="T2" fmla="*/ 207 w 222"/>
                <a:gd name="T3" fmla="*/ 73 h 380"/>
                <a:gd name="T4" fmla="*/ 209 w 222"/>
                <a:gd name="T5" fmla="*/ 155 h 380"/>
                <a:gd name="T6" fmla="*/ 177 w 222"/>
                <a:gd name="T7" fmla="*/ 364 h 380"/>
                <a:gd name="T8" fmla="*/ 22 w 222"/>
                <a:gd name="T9" fmla="*/ 371 h 380"/>
                <a:gd name="T10" fmla="*/ 11 w 222"/>
                <a:gd name="T11" fmla="*/ 359 h 380"/>
                <a:gd name="T12" fmla="*/ 58 w 222"/>
                <a:gd name="T13" fmla="*/ 70 h 380"/>
              </a:gdLst>
              <a:ahLst/>
              <a:cxnLst>
                <a:cxn ang="0">
                  <a:pos x="T0" y="T1"/>
                </a:cxn>
                <a:cxn ang="0">
                  <a:pos x="T2" y="T3"/>
                </a:cxn>
                <a:cxn ang="0">
                  <a:pos x="T4" y="T5"/>
                </a:cxn>
                <a:cxn ang="0">
                  <a:pos x="T6" y="T7"/>
                </a:cxn>
                <a:cxn ang="0">
                  <a:pos x="T8" y="T9"/>
                </a:cxn>
                <a:cxn ang="0">
                  <a:pos x="T10" y="T11"/>
                </a:cxn>
                <a:cxn ang="0">
                  <a:pos x="T12" y="T13"/>
                </a:cxn>
              </a:cxnLst>
              <a:rect l="0" t="0" r="r" b="b"/>
              <a:pathLst>
                <a:path w="222" h="380">
                  <a:moveTo>
                    <a:pt x="58" y="70"/>
                  </a:moveTo>
                  <a:cubicBezTo>
                    <a:pt x="103" y="0"/>
                    <a:pt x="185" y="30"/>
                    <a:pt x="207" y="73"/>
                  </a:cubicBezTo>
                  <a:cubicBezTo>
                    <a:pt x="220" y="98"/>
                    <a:pt x="222" y="131"/>
                    <a:pt x="209" y="155"/>
                  </a:cubicBezTo>
                  <a:cubicBezTo>
                    <a:pt x="202" y="189"/>
                    <a:pt x="196" y="178"/>
                    <a:pt x="177" y="364"/>
                  </a:cubicBezTo>
                  <a:cubicBezTo>
                    <a:pt x="170" y="380"/>
                    <a:pt x="57" y="378"/>
                    <a:pt x="22" y="371"/>
                  </a:cubicBezTo>
                  <a:cubicBezTo>
                    <a:pt x="12" y="370"/>
                    <a:pt x="11" y="368"/>
                    <a:pt x="11" y="359"/>
                  </a:cubicBezTo>
                  <a:cubicBezTo>
                    <a:pt x="0" y="270"/>
                    <a:pt x="30" y="115"/>
                    <a:pt x="58" y="70"/>
                  </a:cubicBezTo>
                  <a:close/>
                </a:path>
              </a:pathLst>
            </a:custGeom>
            <a:solidFill>
              <a:srgbClr val="2A95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4" name="任意多边形 164">
              <a:extLst>
                <a:ext uri="{FF2B5EF4-FFF2-40B4-BE49-F238E27FC236}">
                  <a16:creationId xmlns:a16="http://schemas.microsoft.com/office/drawing/2014/main" id="{C1281AF4-7FFE-8E37-BBC4-5EAC78A06869}"/>
                </a:ext>
              </a:extLst>
            </p:cNvPr>
            <p:cNvSpPr/>
            <p:nvPr/>
          </p:nvSpPr>
          <p:spPr bwMode="auto">
            <a:xfrm>
              <a:off x="8910173" y="3850135"/>
              <a:ext cx="256735" cy="426090"/>
            </a:xfrm>
            <a:custGeom>
              <a:avLst/>
              <a:gdLst>
                <a:gd name="T0" fmla="*/ 36 w 167"/>
                <a:gd name="T1" fmla="*/ 195 h 277"/>
                <a:gd name="T2" fmla="*/ 21 w 167"/>
                <a:gd name="T3" fmla="*/ 143 h 277"/>
                <a:gd name="T4" fmla="*/ 0 w 167"/>
                <a:gd name="T5" fmla="*/ 92 h 277"/>
                <a:gd name="T6" fmla="*/ 52 w 167"/>
                <a:gd name="T7" fmla="*/ 19 h 277"/>
                <a:gd name="T8" fmla="*/ 95 w 167"/>
                <a:gd name="T9" fmla="*/ 1 h 277"/>
                <a:gd name="T10" fmla="*/ 128 w 167"/>
                <a:gd name="T11" fmla="*/ 62 h 277"/>
                <a:gd name="T12" fmla="*/ 110 w 167"/>
                <a:gd name="T13" fmla="*/ 161 h 277"/>
                <a:gd name="T14" fmla="*/ 167 w 167"/>
                <a:gd name="T15" fmla="*/ 249 h 277"/>
                <a:gd name="T16" fmla="*/ 23 w 167"/>
                <a:gd name="T17" fmla="*/ 277 h 277"/>
                <a:gd name="T18" fmla="*/ 36 w 167"/>
                <a:gd name="T19" fmla="*/ 195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7" h="277">
                  <a:moveTo>
                    <a:pt x="36" y="195"/>
                  </a:moveTo>
                  <a:cubicBezTo>
                    <a:pt x="30" y="180"/>
                    <a:pt x="28" y="157"/>
                    <a:pt x="21" y="143"/>
                  </a:cubicBezTo>
                  <a:cubicBezTo>
                    <a:pt x="10" y="121"/>
                    <a:pt x="0" y="111"/>
                    <a:pt x="0" y="92"/>
                  </a:cubicBezTo>
                  <a:cubicBezTo>
                    <a:pt x="0" y="62"/>
                    <a:pt x="34" y="53"/>
                    <a:pt x="52" y="19"/>
                  </a:cubicBezTo>
                  <a:cubicBezTo>
                    <a:pt x="62" y="0"/>
                    <a:pt x="79" y="1"/>
                    <a:pt x="95" y="1"/>
                  </a:cubicBezTo>
                  <a:cubicBezTo>
                    <a:pt x="110" y="1"/>
                    <a:pt x="129" y="44"/>
                    <a:pt x="128" y="62"/>
                  </a:cubicBezTo>
                  <a:cubicBezTo>
                    <a:pt x="127" y="97"/>
                    <a:pt x="106" y="125"/>
                    <a:pt x="110" y="161"/>
                  </a:cubicBezTo>
                  <a:cubicBezTo>
                    <a:pt x="115" y="199"/>
                    <a:pt x="138" y="217"/>
                    <a:pt x="167" y="249"/>
                  </a:cubicBezTo>
                  <a:cubicBezTo>
                    <a:pt x="23" y="277"/>
                    <a:pt x="23" y="277"/>
                    <a:pt x="23" y="277"/>
                  </a:cubicBezTo>
                  <a:cubicBezTo>
                    <a:pt x="27" y="262"/>
                    <a:pt x="52" y="233"/>
                    <a:pt x="36" y="195"/>
                  </a:cubicBezTo>
                  <a:close/>
                </a:path>
              </a:pathLst>
            </a:custGeom>
            <a:solidFill>
              <a:srgbClr val="222B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5" name="任意多边形 165">
              <a:extLst>
                <a:ext uri="{FF2B5EF4-FFF2-40B4-BE49-F238E27FC236}">
                  <a16:creationId xmlns:a16="http://schemas.microsoft.com/office/drawing/2014/main" id="{884F7C6A-59F2-4131-1DD0-61D9468F33BD}"/>
                </a:ext>
              </a:extLst>
            </p:cNvPr>
            <p:cNvSpPr/>
            <p:nvPr/>
          </p:nvSpPr>
          <p:spPr bwMode="auto">
            <a:xfrm>
              <a:off x="8948909" y="3876259"/>
              <a:ext cx="144132" cy="307181"/>
            </a:xfrm>
            <a:custGeom>
              <a:avLst/>
              <a:gdLst>
                <a:gd name="T0" fmla="*/ 92 w 94"/>
                <a:gd name="T1" fmla="*/ 49 h 200"/>
                <a:gd name="T2" fmla="*/ 83 w 94"/>
                <a:gd name="T3" fmla="*/ 87 h 200"/>
                <a:gd name="T4" fmla="*/ 37 w 94"/>
                <a:gd name="T5" fmla="*/ 182 h 200"/>
                <a:gd name="T6" fmla="*/ 25 w 94"/>
                <a:gd name="T7" fmla="*/ 195 h 200"/>
                <a:gd name="T8" fmla="*/ 8 w 94"/>
                <a:gd name="T9" fmla="*/ 197 h 200"/>
                <a:gd name="T10" fmla="*/ 1 w 94"/>
                <a:gd name="T11" fmla="*/ 173 h 200"/>
                <a:gd name="T12" fmla="*/ 22 w 94"/>
                <a:gd name="T13" fmla="*/ 54 h 200"/>
                <a:gd name="T14" fmla="*/ 40 w 94"/>
                <a:gd name="T15" fmla="*/ 13 h 200"/>
                <a:gd name="T16" fmla="*/ 81 w 94"/>
                <a:gd name="T17" fmla="*/ 6 h 200"/>
                <a:gd name="T18" fmla="*/ 92 w 94"/>
                <a:gd name="T19" fmla="*/ 4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200">
                  <a:moveTo>
                    <a:pt x="92" y="49"/>
                  </a:moveTo>
                  <a:cubicBezTo>
                    <a:pt x="91" y="62"/>
                    <a:pt x="88" y="75"/>
                    <a:pt x="83" y="87"/>
                  </a:cubicBezTo>
                  <a:cubicBezTo>
                    <a:pt x="72" y="121"/>
                    <a:pt x="56" y="153"/>
                    <a:pt x="37" y="182"/>
                  </a:cubicBezTo>
                  <a:cubicBezTo>
                    <a:pt x="33" y="187"/>
                    <a:pt x="30" y="192"/>
                    <a:pt x="25" y="195"/>
                  </a:cubicBezTo>
                  <a:cubicBezTo>
                    <a:pt x="20" y="199"/>
                    <a:pt x="13" y="200"/>
                    <a:pt x="8" y="197"/>
                  </a:cubicBezTo>
                  <a:cubicBezTo>
                    <a:pt x="1" y="193"/>
                    <a:pt x="0" y="182"/>
                    <a:pt x="1" y="173"/>
                  </a:cubicBezTo>
                  <a:cubicBezTo>
                    <a:pt x="4" y="133"/>
                    <a:pt x="13" y="93"/>
                    <a:pt x="22" y="54"/>
                  </a:cubicBezTo>
                  <a:cubicBezTo>
                    <a:pt x="25" y="39"/>
                    <a:pt x="29" y="24"/>
                    <a:pt x="40" y="13"/>
                  </a:cubicBezTo>
                  <a:cubicBezTo>
                    <a:pt x="50" y="4"/>
                    <a:pt x="69" y="0"/>
                    <a:pt x="81" y="6"/>
                  </a:cubicBezTo>
                  <a:cubicBezTo>
                    <a:pt x="94" y="13"/>
                    <a:pt x="93" y="37"/>
                    <a:pt x="92" y="49"/>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6" name="任意多边形 166">
              <a:extLst>
                <a:ext uri="{FF2B5EF4-FFF2-40B4-BE49-F238E27FC236}">
                  <a16:creationId xmlns:a16="http://schemas.microsoft.com/office/drawing/2014/main" id="{3B4B9358-DD54-FEC7-7595-01264CC4986A}"/>
                </a:ext>
              </a:extLst>
            </p:cNvPr>
            <p:cNvSpPr/>
            <p:nvPr/>
          </p:nvSpPr>
          <p:spPr bwMode="auto">
            <a:xfrm>
              <a:off x="8804777" y="4071737"/>
              <a:ext cx="196380" cy="121611"/>
            </a:xfrm>
            <a:custGeom>
              <a:avLst/>
              <a:gdLst>
                <a:gd name="T0" fmla="*/ 5 w 128"/>
                <a:gd name="T1" fmla="*/ 0 h 79"/>
                <a:gd name="T2" fmla="*/ 2 w 128"/>
                <a:gd name="T3" fmla="*/ 15 h 79"/>
                <a:gd name="T4" fmla="*/ 108 w 128"/>
                <a:gd name="T5" fmla="*/ 72 h 79"/>
                <a:gd name="T6" fmla="*/ 128 w 128"/>
                <a:gd name="T7" fmla="*/ 45 h 79"/>
                <a:gd name="T8" fmla="*/ 5 w 128"/>
                <a:gd name="T9" fmla="*/ 0 h 79"/>
              </a:gdLst>
              <a:ahLst/>
              <a:cxnLst>
                <a:cxn ang="0">
                  <a:pos x="T0" y="T1"/>
                </a:cxn>
                <a:cxn ang="0">
                  <a:pos x="T2" y="T3"/>
                </a:cxn>
                <a:cxn ang="0">
                  <a:pos x="T4" y="T5"/>
                </a:cxn>
                <a:cxn ang="0">
                  <a:pos x="T6" y="T7"/>
                </a:cxn>
                <a:cxn ang="0">
                  <a:pos x="T8" y="T9"/>
                </a:cxn>
              </a:cxnLst>
              <a:rect l="0" t="0" r="r" b="b"/>
              <a:pathLst>
                <a:path w="128" h="79">
                  <a:moveTo>
                    <a:pt x="5" y="0"/>
                  </a:moveTo>
                  <a:cubicBezTo>
                    <a:pt x="0" y="2"/>
                    <a:pt x="0" y="10"/>
                    <a:pt x="2" y="15"/>
                  </a:cubicBezTo>
                  <a:cubicBezTo>
                    <a:pt x="8" y="29"/>
                    <a:pt x="96" y="79"/>
                    <a:pt x="108" y="72"/>
                  </a:cubicBezTo>
                  <a:cubicBezTo>
                    <a:pt x="116" y="67"/>
                    <a:pt x="128" y="53"/>
                    <a:pt x="128" y="45"/>
                  </a:cubicBezTo>
                  <a:cubicBezTo>
                    <a:pt x="127" y="34"/>
                    <a:pt x="7" y="0"/>
                    <a:pt x="5" y="0"/>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7" name="任意多边形 167">
              <a:extLst>
                <a:ext uri="{FF2B5EF4-FFF2-40B4-BE49-F238E27FC236}">
                  <a16:creationId xmlns:a16="http://schemas.microsoft.com/office/drawing/2014/main" id="{27B5124C-987C-DB76-2837-4060002C483E}"/>
                </a:ext>
              </a:extLst>
            </p:cNvPr>
            <p:cNvSpPr/>
            <p:nvPr/>
          </p:nvSpPr>
          <p:spPr bwMode="auto">
            <a:xfrm>
              <a:off x="8715595" y="3996068"/>
              <a:ext cx="106297" cy="106297"/>
            </a:xfrm>
            <a:custGeom>
              <a:avLst/>
              <a:gdLst>
                <a:gd name="T0" fmla="*/ 69 w 69"/>
                <a:gd name="T1" fmla="*/ 49 h 69"/>
                <a:gd name="T2" fmla="*/ 50 w 69"/>
                <a:gd name="T3" fmla="*/ 9 h 69"/>
                <a:gd name="T4" fmla="*/ 47 w 69"/>
                <a:gd name="T5" fmla="*/ 26 h 69"/>
                <a:gd name="T6" fmla="*/ 14 w 69"/>
                <a:gd name="T7" fmla="*/ 5 h 69"/>
                <a:gd name="T8" fmla="*/ 66 w 69"/>
                <a:gd name="T9" fmla="*/ 69 h 69"/>
                <a:gd name="T10" fmla="*/ 69 w 69"/>
                <a:gd name="T11" fmla="*/ 49 h 69"/>
              </a:gdLst>
              <a:ahLst/>
              <a:cxnLst>
                <a:cxn ang="0">
                  <a:pos x="T0" y="T1"/>
                </a:cxn>
                <a:cxn ang="0">
                  <a:pos x="T2" y="T3"/>
                </a:cxn>
                <a:cxn ang="0">
                  <a:pos x="T4" y="T5"/>
                </a:cxn>
                <a:cxn ang="0">
                  <a:pos x="T6" y="T7"/>
                </a:cxn>
                <a:cxn ang="0">
                  <a:pos x="T8" y="T9"/>
                </a:cxn>
                <a:cxn ang="0">
                  <a:pos x="T10" y="T11"/>
                </a:cxn>
              </a:cxnLst>
              <a:rect l="0" t="0" r="r" b="b"/>
              <a:pathLst>
                <a:path w="69" h="69">
                  <a:moveTo>
                    <a:pt x="69" y="49"/>
                  </a:moveTo>
                  <a:cubicBezTo>
                    <a:pt x="62" y="34"/>
                    <a:pt x="57" y="16"/>
                    <a:pt x="50" y="9"/>
                  </a:cubicBezTo>
                  <a:cubicBezTo>
                    <a:pt x="44" y="4"/>
                    <a:pt x="48" y="18"/>
                    <a:pt x="47" y="26"/>
                  </a:cubicBezTo>
                  <a:cubicBezTo>
                    <a:pt x="37" y="8"/>
                    <a:pt x="29" y="10"/>
                    <a:pt x="14" y="5"/>
                  </a:cubicBezTo>
                  <a:cubicBezTo>
                    <a:pt x="0" y="0"/>
                    <a:pt x="42" y="66"/>
                    <a:pt x="66" y="69"/>
                  </a:cubicBezTo>
                  <a:lnTo>
                    <a:pt x="69" y="49"/>
                  </a:ln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8" name="任意多边形 168">
              <a:extLst>
                <a:ext uri="{FF2B5EF4-FFF2-40B4-BE49-F238E27FC236}">
                  <a16:creationId xmlns:a16="http://schemas.microsoft.com/office/drawing/2014/main" id="{5EC5CCBE-9FB5-6E17-1902-C5CA3EC5AFF5}"/>
                </a:ext>
              </a:extLst>
            </p:cNvPr>
            <p:cNvSpPr/>
            <p:nvPr/>
          </p:nvSpPr>
          <p:spPr bwMode="auto">
            <a:xfrm>
              <a:off x="8988545" y="3751945"/>
              <a:ext cx="80174" cy="135124"/>
            </a:xfrm>
            <a:custGeom>
              <a:avLst/>
              <a:gdLst>
                <a:gd name="T0" fmla="*/ 42 w 52"/>
                <a:gd name="T1" fmla="*/ 4 h 88"/>
                <a:gd name="T2" fmla="*/ 11 w 52"/>
                <a:gd name="T3" fmla="*/ 17 h 88"/>
                <a:gd name="T4" fmla="*/ 2 w 52"/>
                <a:gd name="T5" fmla="*/ 83 h 88"/>
                <a:gd name="T6" fmla="*/ 48 w 52"/>
                <a:gd name="T7" fmla="*/ 66 h 88"/>
                <a:gd name="T8" fmla="*/ 42 w 52"/>
                <a:gd name="T9" fmla="*/ 4 h 88"/>
              </a:gdLst>
              <a:ahLst/>
              <a:cxnLst>
                <a:cxn ang="0">
                  <a:pos x="T0" y="T1"/>
                </a:cxn>
                <a:cxn ang="0">
                  <a:pos x="T2" y="T3"/>
                </a:cxn>
                <a:cxn ang="0">
                  <a:pos x="T4" y="T5"/>
                </a:cxn>
                <a:cxn ang="0">
                  <a:pos x="T6" y="T7"/>
                </a:cxn>
                <a:cxn ang="0">
                  <a:pos x="T8" y="T9"/>
                </a:cxn>
              </a:cxnLst>
              <a:rect l="0" t="0" r="r" b="b"/>
              <a:pathLst>
                <a:path w="52" h="88">
                  <a:moveTo>
                    <a:pt x="42" y="4"/>
                  </a:moveTo>
                  <a:cubicBezTo>
                    <a:pt x="40" y="0"/>
                    <a:pt x="12" y="14"/>
                    <a:pt x="11" y="17"/>
                  </a:cubicBezTo>
                  <a:cubicBezTo>
                    <a:pt x="9" y="21"/>
                    <a:pt x="7" y="59"/>
                    <a:pt x="2" y="83"/>
                  </a:cubicBezTo>
                  <a:cubicBezTo>
                    <a:pt x="0" y="88"/>
                    <a:pt x="52" y="72"/>
                    <a:pt x="48" y="66"/>
                  </a:cubicBezTo>
                  <a:cubicBezTo>
                    <a:pt x="42" y="56"/>
                    <a:pt x="36" y="17"/>
                    <a:pt x="42" y="4"/>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79" name="任意多边形 169">
              <a:extLst>
                <a:ext uri="{FF2B5EF4-FFF2-40B4-BE49-F238E27FC236}">
                  <a16:creationId xmlns:a16="http://schemas.microsoft.com/office/drawing/2014/main" id="{C8387CF4-A5D5-C66E-9A09-62AB57F97E64}"/>
                </a:ext>
              </a:extLst>
            </p:cNvPr>
            <p:cNvSpPr/>
            <p:nvPr/>
          </p:nvSpPr>
          <p:spPr bwMode="auto">
            <a:xfrm>
              <a:off x="8925488" y="3644747"/>
              <a:ext cx="147735" cy="176561"/>
            </a:xfrm>
            <a:custGeom>
              <a:avLst/>
              <a:gdLst>
                <a:gd name="T0" fmla="*/ 4 w 96"/>
                <a:gd name="T1" fmla="*/ 40 h 115"/>
                <a:gd name="T2" fmla="*/ 80 w 96"/>
                <a:gd name="T3" fmla="*/ 13 h 115"/>
                <a:gd name="T4" fmla="*/ 95 w 96"/>
                <a:gd name="T5" fmla="*/ 48 h 115"/>
                <a:gd name="T6" fmla="*/ 88 w 96"/>
                <a:gd name="T7" fmla="*/ 71 h 115"/>
                <a:gd name="T8" fmla="*/ 61 w 96"/>
                <a:gd name="T9" fmla="*/ 87 h 115"/>
                <a:gd name="T10" fmla="*/ 29 w 96"/>
                <a:gd name="T11" fmla="*/ 115 h 115"/>
                <a:gd name="T12" fmla="*/ 15 w 96"/>
                <a:gd name="T13" fmla="*/ 107 h 115"/>
                <a:gd name="T14" fmla="*/ 8 w 96"/>
                <a:gd name="T15" fmla="*/ 91 h 115"/>
                <a:gd name="T16" fmla="*/ 4 w 96"/>
                <a:gd name="T17" fmla="*/ 4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 h="115">
                  <a:moveTo>
                    <a:pt x="4" y="40"/>
                  </a:moveTo>
                  <a:cubicBezTo>
                    <a:pt x="14" y="0"/>
                    <a:pt x="68" y="9"/>
                    <a:pt x="80" y="13"/>
                  </a:cubicBezTo>
                  <a:cubicBezTo>
                    <a:pt x="93" y="16"/>
                    <a:pt x="94" y="35"/>
                    <a:pt x="95" y="48"/>
                  </a:cubicBezTo>
                  <a:cubicBezTo>
                    <a:pt x="96" y="56"/>
                    <a:pt x="93" y="64"/>
                    <a:pt x="88" y="71"/>
                  </a:cubicBezTo>
                  <a:cubicBezTo>
                    <a:pt x="83" y="77"/>
                    <a:pt x="62" y="87"/>
                    <a:pt x="61" y="87"/>
                  </a:cubicBezTo>
                  <a:cubicBezTo>
                    <a:pt x="54" y="100"/>
                    <a:pt x="41" y="115"/>
                    <a:pt x="29" y="115"/>
                  </a:cubicBezTo>
                  <a:cubicBezTo>
                    <a:pt x="23" y="115"/>
                    <a:pt x="18" y="111"/>
                    <a:pt x="15" y="107"/>
                  </a:cubicBezTo>
                  <a:cubicBezTo>
                    <a:pt x="11" y="102"/>
                    <a:pt x="9" y="96"/>
                    <a:pt x="8" y="91"/>
                  </a:cubicBezTo>
                  <a:cubicBezTo>
                    <a:pt x="2" y="74"/>
                    <a:pt x="0" y="57"/>
                    <a:pt x="4" y="40"/>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0" name="任意多边形 170">
              <a:extLst>
                <a:ext uri="{FF2B5EF4-FFF2-40B4-BE49-F238E27FC236}">
                  <a16:creationId xmlns:a16="http://schemas.microsoft.com/office/drawing/2014/main" id="{8987EE52-B532-A775-807C-7462F7D347E5}"/>
                </a:ext>
              </a:extLst>
            </p:cNvPr>
            <p:cNvSpPr/>
            <p:nvPr/>
          </p:nvSpPr>
          <p:spPr bwMode="auto">
            <a:xfrm>
              <a:off x="8922785" y="3625830"/>
              <a:ext cx="169355" cy="175661"/>
            </a:xfrm>
            <a:custGeom>
              <a:avLst/>
              <a:gdLst>
                <a:gd name="T0" fmla="*/ 100 w 110"/>
                <a:gd name="T1" fmla="*/ 75 h 114"/>
                <a:gd name="T2" fmla="*/ 109 w 110"/>
                <a:gd name="T3" fmla="*/ 55 h 114"/>
                <a:gd name="T4" fmla="*/ 102 w 110"/>
                <a:gd name="T5" fmla="*/ 30 h 114"/>
                <a:gd name="T6" fmla="*/ 53 w 110"/>
                <a:gd name="T7" fmla="*/ 0 h 114"/>
                <a:gd name="T8" fmla="*/ 3 w 110"/>
                <a:gd name="T9" fmla="*/ 43 h 114"/>
                <a:gd name="T10" fmla="*/ 15 w 110"/>
                <a:gd name="T11" fmla="*/ 53 h 114"/>
                <a:gd name="T12" fmla="*/ 44 w 110"/>
                <a:gd name="T13" fmla="*/ 64 h 114"/>
                <a:gd name="T14" fmla="*/ 67 w 110"/>
                <a:gd name="T15" fmla="*/ 93 h 114"/>
                <a:gd name="T16" fmla="*/ 83 w 110"/>
                <a:gd name="T17" fmla="*/ 114 h 114"/>
                <a:gd name="T18" fmla="*/ 100 w 110"/>
                <a:gd name="T19" fmla="*/ 75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14">
                  <a:moveTo>
                    <a:pt x="100" y="75"/>
                  </a:moveTo>
                  <a:cubicBezTo>
                    <a:pt x="104" y="69"/>
                    <a:pt x="108" y="62"/>
                    <a:pt x="109" y="55"/>
                  </a:cubicBezTo>
                  <a:cubicBezTo>
                    <a:pt x="110" y="46"/>
                    <a:pt x="107" y="37"/>
                    <a:pt x="102" y="30"/>
                  </a:cubicBezTo>
                  <a:cubicBezTo>
                    <a:pt x="93" y="17"/>
                    <a:pt x="71" y="1"/>
                    <a:pt x="53" y="0"/>
                  </a:cubicBezTo>
                  <a:cubicBezTo>
                    <a:pt x="34" y="0"/>
                    <a:pt x="0" y="19"/>
                    <a:pt x="3" y="43"/>
                  </a:cubicBezTo>
                  <a:cubicBezTo>
                    <a:pt x="4" y="50"/>
                    <a:pt x="8" y="50"/>
                    <a:pt x="15" y="53"/>
                  </a:cubicBezTo>
                  <a:cubicBezTo>
                    <a:pt x="24" y="56"/>
                    <a:pt x="36" y="58"/>
                    <a:pt x="44" y="64"/>
                  </a:cubicBezTo>
                  <a:cubicBezTo>
                    <a:pt x="53" y="71"/>
                    <a:pt x="49" y="88"/>
                    <a:pt x="67" y="93"/>
                  </a:cubicBezTo>
                  <a:cubicBezTo>
                    <a:pt x="73" y="95"/>
                    <a:pt x="79" y="105"/>
                    <a:pt x="83" y="114"/>
                  </a:cubicBezTo>
                  <a:cubicBezTo>
                    <a:pt x="88" y="108"/>
                    <a:pt x="95" y="80"/>
                    <a:pt x="100" y="75"/>
                  </a:cubicBezTo>
                  <a:close/>
                </a:path>
              </a:pathLst>
            </a:custGeom>
            <a:solidFill>
              <a:srgbClr val="CC34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1" name="任意多边形 171">
              <a:extLst>
                <a:ext uri="{FF2B5EF4-FFF2-40B4-BE49-F238E27FC236}">
                  <a16:creationId xmlns:a16="http://schemas.microsoft.com/office/drawing/2014/main" id="{3D5A6957-D79F-34A4-CB2F-54DC0910D7E6}"/>
                </a:ext>
              </a:extLst>
            </p:cNvPr>
            <p:cNvSpPr/>
            <p:nvPr/>
          </p:nvSpPr>
          <p:spPr bwMode="auto">
            <a:xfrm>
              <a:off x="9007462" y="3740234"/>
              <a:ext cx="35132" cy="39636"/>
            </a:xfrm>
            <a:custGeom>
              <a:avLst/>
              <a:gdLst>
                <a:gd name="T0" fmla="*/ 20 w 23"/>
                <a:gd name="T1" fmla="*/ 4 h 26"/>
                <a:gd name="T2" fmla="*/ 22 w 23"/>
                <a:gd name="T3" fmla="*/ 7 h 26"/>
                <a:gd name="T4" fmla="*/ 20 w 23"/>
                <a:gd name="T5" fmla="*/ 19 h 26"/>
                <a:gd name="T6" fmla="*/ 10 w 23"/>
                <a:gd name="T7" fmla="*/ 26 h 26"/>
                <a:gd name="T8" fmla="*/ 5 w 23"/>
                <a:gd name="T9" fmla="*/ 25 h 26"/>
                <a:gd name="T10" fmla="*/ 5 w 23"/>
                <a:gd name="T11" fmla="*/ 8 h 26"/>
                <a:gd name="T12" fmla="*/ 20 w 23"/>
                <a:gd name="T13" fmla="*/ 4 h 26"/>
              </a:gdLst>
              <a:ahLst/>
              <a:cxnLst>
                <a:cxn ang="0">
                  <a:pos x="T0" y="T1"/>
                </a:cxn>
                <a:cxn ang="0">
                  <a:pos x="T2" y="T3"/>
                </a:cxn>
                <a:cxn ang="0">
                  <a:pos x="T4" y="T5"/>
                </a:cxn>
                <a:cxn ang="0">
                  <a:pos x="T6" y="T7"/>
                </a:cxn>
                <a:cxn ang="0">
                  <a:pos x="T8" y="T9"/>
                </a:cxn>
                <a:cxn ang="0">
                  <a:pos x="T10" y="T11"/>
                </a:cxn>
                <a:cxn ang="0">
                  <a:pos x="T12" y="T13"/>
                </a:cxn>
              </a:cxnLst>
              <a:rect l="0" t="0" r="r" b="b"/>
              <a:pathLst>
                <a:path w="23" h="26">
                  <a:moveTo>
                    <a:pt x="20" y="4"/>
                  </a:moveTo>
                  <a:cubicBezTo>
                    <a:pt x="21" y="5"/>
                    <a:pt x="22" y="6"/>
                    <a:pt x="22" y="7"/>
                  </a:cubicBezTo>
                  <a:cubicBezTo>
                    <a:pt x="23" y="11"/>
                    <a:pt x="22" y="16"/>
                    <a:pt x="20" y="19"/>
                  </a:cubicBezTo>
                  <a:cubicBezTo>
                    <a:pt x="18" y="22"/>
                    <a:pt x="14" y="25"/>
                    <a:pt x="10" y="26"/>
                  </a:cubicBezTo>
                  <a:cubicBezTo>
                    <a:pt x="8" y="26"/>
                    <a:pt x="7" y="26"/>
                    <a:pt x="5" y="25"/>
                  </a:cubicBezTo>
                  <a:cubicBezTo>
                    <a:pt x="0" y="22"/>
                    <a:pt x="3" y="12"/>
                    <a:pt x="5" y="8"/>
                  </a:cubicBezTo>
                  <a:cubicBezTo>
                    <a:pt x="8" y="4"/>
                    <a:pt x="16" y="0"/>
                    <a:pt x="20" y="4"/>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2" name="任意多边形 172">
              <a:extLst>
                <a:ext uri="{FF2B5EF4-FFF2-40B4-BE49-F238E27FC236}">
                  <a16:creationId xmlns:a16="http://schemas.microsoft.com/office/drawing/2014/main" id="{DDD157AD-9FC1-2E5F-48CB-38CF017A97B4}"/>
                </a:ext>
              </a:extLst>
            </p:cNvPr>
            <p:cNvSpPr/>
            <p:nvPr/>
          </p:nvSpPr>
          <p:spPr bwMode="auto">
            <a:xfrm>
              <a:off x="9064214" y="3749243"/>
              <a:ext cx="124314" cy="219801"/>
            </a:xfrm>
            <a:custGeom>
              <a:avLst/>
              <a:gdLst>
                <a:gd name="T0" fmla="*/ 28 w 81"/>
                <a:gd name="T1" fmla="*/ 10 h 143"/>
                <a:gd name="T2" fmla="*/ 38 w 81"/>
                <a:gd name="T3" fmla="*/ 38 h 143"/>
                <a:gd name="T4" fmla="*/ 31 w 81"/>
                <a:gd name="T5" fmla="*/ 66 h 143"/>
                <a:gd name="T6" fmla="*/ 39 w 81"/>
                <a:gd name="T7" fmla="*/ 88 h 143"/>
                <a:gd name="T8" fmla="*/ 78 w 81"/>
                <a:gd name="T9" fmla="*/ 134 h 143"/>
                <a:gd name="T10" fmla="*/ 81 w 81"/>
                <a:gd name="T11" fmla="*/ 139 h 143"/>
                <a:gd name="T12" fmla="*/ 74 w 81"/>
                <a:gd name="T13" fmla="*/ 143 h 143"/>
                <a:gd name="T14" fmla="*/ 44 w 81"/>
                <a:gd name="T15" fmla="*/ 141 h 143"/>
                <a:gd name="T16" fmla="*/ 18 w 81"/>
                <a:gd name="T17" fmla="*/ 127 h 143"/>
                <a:gd name="T18" fmla="*/ 4 w 81"/>
                <a:gd name="T19" fmla="*/ 96 h 143"/>
                <a:gd name="T20" fmla="*/ 10 w 81"/>
                <a:gd name="T21" fmla="*/ 63 h 143"/>
                <a:gd name="T22" fmla="*/ 17 w 81"/>
                <a:gd name="T23" fmla="*/ 45 h 143"/>
                <a:gd name="T24" fmla="*/ 16 w 81"/>
                <a:gd name="T25" fmla="*/ 26 h 143"/>
                <a:gd name="T26" fmla="*/ 4 w 81"/>
                <a:gd name="T27" fmla="*/ 14 h 143"/>
                <a:gd name="T28" fmla="*/ 0 w 81"/>
                <a:gd name="T29" fmla="*/ 4 h 143"/>
                <a:gd name="T30" fmla="*/ 8 w 81"/>
                <a:gd name="T31" fmla="*/ 1 h 143"/>
                <a:gd name="T32" fmla="*/ 28 w 81"/>
                <a:gd name="T33" fmla="*/ 1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43">
                  <a:moveTo>
                    <a:pt x="28" y="10"/>
                  </a:moveTo>
                  <a:cubicBezTo>
                    <a:pt x="36" y="17"/>
                    <a:pt x="40" y="27"/>
                    <a:pt x="38" y="38"/>
                  </a:cubicBezTo>
                  <a:cubicBezTo>
                    <a:pt x="37" y="47"/>
                    <a:pt x="31" y="56"/>
                    <a:pt x="31" y="66"/>
                  </a:cubicBezTo>
                  <a:cubicBezTo>
                    <a:pt x="31" y="74"/>
                    <a:pt x="35" y="82"/>
                    <a:pt x="39" y="88"/>
                  </a:cubicBezTo>
                  <a:cubicBezTo>
                    <a:pt x="49" y="106"/>
                    <a:pt x="62" y="121"/>
                    <a:pt x="78" y="134"/>
                  </a:cubicBezTo>
                  <a:cubicBezTo>
                    <a:pt x="79" y="135"/>
                    <a:pt x="81" y="137"/>
                    <a:pt x="81" y="139"/>
                  </a:cubicBezTo>
                  <a:cubicBezTo>
                    <a:pt x="80" y="142"/>
                    <a:pt x="77" y="143"/>
                    <a:pt x="74" y="143"/>
                  </a:cubicBezTo>
                  <a:cubicBezTo>
                    <a:pt x="64" y="143"/>
                    <a:pt x="54" y="143"/>
                    <a:pt x="44" y="141"/>
                  </a:cubicBezTo>
                  <a:cubicBezTo>
                    <a:pt x="34" y="138"/>
                    <a:pt x="25" y="134"/>
                    <a:pt x="18" y="127"/>
                  </a:cubicBezTo>
                  <a:cubicBezTo>
                    <a:pt x="10" y="119"/>
                    <a:pt x="5" y="108"/>
                    <a:pt x="4" y="96"/>
                  </a:cubicBezTo>
                  <a:cubicBezTo>
                    <a:pt x="3" y="85"/>
                    <a:pt x="6" y="74"/>
                    <a:pt x="10" y="63"/>
                  </a:cubicBezTo>
                  <a:cubicBezTo>
                    <a:pt x="12" y="57"/>
                    <a:pt x="16" y="52"/>
                    <a:pt x="17" y="45"/>
                  </a:cubicBezTo>
                  <a:cubicBezTo>
                    <a:pt x="19" y="39"/>
                    <a:pt x="19" y="32"/>
                    <a:pt x="16" y="26"/>
                  </a:cubicBezTo>
                  <a:cubicBezTo>
                    <a:pt x="13" y="21"/>
                    <a:pt x="7" y="18"/>
                    <a:pt x="4" y="14"/>
                  </a:cubicBezTo>
                  <a:cubicBezTo>
                    <a:pt x="2" y="11"/>
                    <a:pt x="0" y="7"/>
                    <a:pt x="0" y="4"/>
                  </a:cubicBezTo>
                  <a:cubicBezTo>
                    <a:pt x="1" y="0"/>
                    <a:pt x="5" y="1"/>
                    <a:pt x="8" y="1"/>
                  </a:cubicBezTo>
                  <a:cubicBezTo>
                    <a:pt x="15" y="2"/>
                    <a:pt x="23" y="5"/>
                    <a:pt x="28" y="10"/>
                  </a:cubicBezTo>
                  <a:close/>
                </a:path>
              </a:pathLst>
            </a:custGeom>
            <a:solidFill>
              <a:srgbClr val="CC34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3" name="任意多边形 173">
              <a:extLst>
                <a:ext uri="{FF2B5EF4-FFF2-40B4-BE49-F238E27FC236}">
                  <a16:creationId xmlns:a16="http://schemas.microsoft.com/office/drawing/2014/main" id="{F6F05F50-A7C2-926A-6DBD-F66BF2321141}"/>
                </a:ext>
              </a:extLst>
            </p:cNvPr>
            <p:cNvSpPr/>
            <p:nvPr/>
          </p:nvSpPr>
          <p:spPr bwMode="auto">
            <a:xfrm>
              <a:off x="9053405" y="3742937"/>
              <a:ext cx="38736" cy="36934"/>
            </a:xfrm>
            <a:custGeom>
              <a:avLst/>
              <a:gdLst>
                <a:gd name="T0" fmla="*/ 22 w 25"/>
                <a:gd name="T1" fmla="*/ 13 h 24"/>
                <a:gd name="T2" fmla="*/ 16 w 25"/>
                <a:gd name="T3" fmla="*/ 19 h 24"/>
                <a:gd name="T4" fmla="*/ 10 w 25"/>
                <a:gd name="T5" fmla="*/ 23 h 24"/>
                <a:gd name="T6" fmla="*/ 4 w 25"/>
                <a:gd name="T7" fmla="*/ 23 h 24"/>
                <a:gd name="T8" fmla="*/ 0 w 25"/>
                <a:gd name="T9" fmla="*/ 15 h 24"/>
                <a:gd name="T10" fmla="*/ 11 w 25"/>
                <a:gd name="T11" fmla="*/ 0 h 24"/>
                <a:gd name="T12" fmla="*/ 22 w 25"/>
                <a:gd name="T13" fmla="*/ 13 h 24"/>
              </a:gdLst>
              <a:ahLst/>
              <a:cxnLst>
                <a:cxn ang="0">
                  <a:pos x="T0" y="T1"/>
                </a:cxn>
                <a:cxn ang="0">
                  <a:pos x="T2" y="T3"/>
                </a:cxn>
                <a:cxn ang="0">
                  <a:pos x="T4" y="T5"/>
                </a:cxn>
                <a:cxn ang="0">
                  <a:pos x="T6" y="T7"/>
                </a:cxn>
                <a:cxn ang="0">
                  <a:pos x="T8" y="T9"/>
                </a:cxn>
                <a:cxn ang="0">
                  <a:pos x="T10" y="T11"/>
                </a:cxn>
                <a:cxn ang="0">
                  <a:pos x="T12" y="T13"/>
                </a:cxn>
              </a:cxnLst>
              <a:rect l="0" t="0" r="r" b="b"/>
              <a:pathLst>
                <a:path w="25" h="24">
                  <a:moveTo>
                    <a:pt x="22" y="13"/>
                  </a:moveTo>
                  <a:cubicBezTo>
                    <a:pt x="20" y="15"/>
                    <a:pt x="18" y="17"/>
                    <a:pt x="16" y="19"/>
                  </a:cubicBezTo>
                  <a:cubicBezTo>
                    <a:pt x="15" y="21"/>
                    <a:pt x="13" y="22"/>
                    <a:pt x="10" y="23"/>
                  </a:cubicBezTo>
                  <a:cubicBezTo>
                    <a:pt x="8" y="24"/>
                    <a:pt x="6" y="24"/>
                    <a:pt x="4" y="23"/>
                  </a:cubicBezTo>
                  <a:cubicBezTo>
                    <a:pt x="1" y="21"/>
                    <a:pt x="0" y="18"/>
                    <a:pt x="0" y="15"/>
                  </a:cubicBezTo>
                  <a:cubicBezTo>
                    <a:pt x="1" y="10"/>
                    <a:pt x="5" y="1"/>
                    <a:pt x="11" y="0"/>
                  </a:cubicBezTo>
                  <a:cubicBezTo>
                    <a:pt x="18" y="0"/>
                    <a:pt x="25" y="5"/>
                    <a:pt x="22" y="13"/>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4" name="任意多边形 174">
              <a:extLst>
                <a:ext uri="{FF2B5EF4-FFF2-40B4-BE49-F238E27FC236}">
                  <a16:creationId xmlns:a16="http://schemas.microsoft.com/office/drawing/2014/main" id="{BBE397AE-42C3-AEBB-5D10-4736713E3FF2}"/>
                </a:ext>
              </a:extLst>
            </p:cNvPr>
            <p:cNvSpPr/>
            <p:nvPr/>
          </p:nvSpPr>
          <p:spPr bwMode="auto">
            <a:xfrm>
              <a:off x="5337507" y="1970117"/>
              <a:ext cx="316189" cy="217099"/>
            </a:xfrm>
            <a:custGeom>
              <a:avLst/>
              <a:gdLst>
                <a:gd name="T0" fmla="*/ 131 w 206"/>
                <a:gd name="T1" fmla="*/ 31 h 141"/>
                <a:gd name="T2" fmla="*/ 19 w 206"/>
                <a:gd name="T3" fmla="*/ 0 h 141"/>
                <a:gd name="T4" fmla="*/ 1 w 206"/>
                <a:gd name="T5" fmla="*/ 8 h 141"/>
                <a:gd name="T6" fmla="*/ 2 w 206"/>
                <a:gd name="T7" fmla="*/ 19 h 141"/>
                <a:gd name="T8" fmla="*/ 9 w 206"/>
                <a:gd name="T9" fmla="*/ 28 h 141"/>
                <a:gd name="T10" fmla="*/ 113 w 206"/>
                <a:gd name="T11" fmla="*/ 113 h 141"/>
                <a:gd name="T12" fmla="*/ 148 w 206"/>
                <a:gd name="T13" fmla="*/ 135 h 141"/>
                <a:gd name="T14" fmla="*/ 188 w 206"/>
                <a:gd name="T15" fmla="*/ 136 h 141"/>
                <a:gd name="T16" fmla="*/ 205 w 206"/>
                <a:gd name="T17" fmla="*/ 119 h 141"/>
                <a:gd name="T18" fmla="*/ 197 w 206"/>
                <a:gd name="T19" fmla="*/ 100 h 141"/>
                <a:gd name="T20" fmla="*/ 159 w 206"/>
                <a:gd name="T21" fmla="*/ 53 h 141"/>
                <a:gd name="T22" fmla="*/ 131 w 206"/>
                <a:gd name="T23" fmla="*/ 3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6" h="141">
                  <a:moveTo>
                    <a:pt x="131" y="31"/>
                  </a:moveTo>
                  <a:cubicBezTo>
                    <a:pt x="98" y="11"/>
                    <a:pt x="58" y="0"/>
                    <a:pt x="19" y="0"/>
                  </a:cubicBezTo>
                  <a:cubicBezTo>
                    <a:pt x="12" y="0"/>
                    <a:pt x="4" y="2"/>
                    <a:pt x="1" y="8"/>
                  </a:cubicBezTo>
                  <a:cubicBezTo>
                    <a:pt x="0" y="12"/>
                    <a:pt x="0" y="16"/>
                    <a:pt x="2" y="19"/>
                  </a:cubicBezTo>
                  <a:cubicBezTo>
                    <a:pt x="4" y="23"/>
                    <a:pt x="7" y="25"/>
                    <a:pt x="9" y="28"/>
                  </a:cubicBezTo>
                  <a:cubicBezTo>
                    <a:pt x="41" y="60"/>
                    <a:pt x="77" y="86"/>
                    <a:pt x="113" y="113"/>
                  </a:cubicBezTo>
                  <a:cubicBezTo>
                    <a:pt x="124" y="121"/>
                    <a:pt x="135" y="129"/>
                    <a:pt x="148" y="135"/>
                  </a:cubicBezTo>
                  <a:cubicBezTo>
                    <a:pt x="161" y="140"/>
                    <a:pt x="176" y="141"/>
                    <a:pt x="188" y="136"/>
                  </a:cubicBezTo>
                  <a:cubicBezTo>
                    <a:pt x="195" y="133"/>
                    <a:pt x="204" y="127"/>
                    <a:pt x="205" y="119"/>
                  </a:cubicBezTo>
                  <a:cubicBezTo>
                    <a:pt x="206" y="113"/>
                    <a:pt x="200" y="105"/>
                    <a:pt x="197" y="100"/>
                  </a:cubicBezTo>
                  <a:cubicBezTo>
                    <a:pt x="187" y="82"/>
                    <a:pt x="174" y="66"/>
                    <a:pt x="159" y="53"/>
                  </a:cubicBezTo>
                  <a:cubicBezTo>
                    <a:pt x="150" y="45"/>
                    <a:pt x="141" y="38"/>
                    <a:pt x="131" y="31"/>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5" name="任意多边形 175">
              <a:extLst>
                <a:ext uri="{FF2B5EF4-FFF2-40B4-BE49-F238E27FC236}">
                  <a16:creationId xmlns:a16="http://schemas.microsoft.com/office/drawing/2014/main" id="{FB6E883D-91B7-D451-DB12-096B1D4CB129}"/>
                </a:ext>
              </a:extLst>
            </p:cNvPr>
            <p:cNvSpPr/>
            <p:nvPr/>
          </p:nvSpPr>
          <p:spPr bwMode="auto">
            <a:xfrm>
              <a:off x="5313185" y="1939489"/>
              <a:ext cx="231512" cy="164851"/>
            </a:xfrm>
            <a:custGeom>
              <a:avLst/>
              <a:gdLst>
                <a:gd name="T0" fmla="*/ 9 w 151"/>
                <a:gd name="T1" fmla="*/ 33 h 107"/>
                <a:gd name="T2" fmla="*/ 3 w 151"/>
                <a:gd name="T3" fmla="*/ 14 h 107"/>
                <a:gd name="T4" fmla="*/ 26 w 151"/>
                <a:gd name="T5" fmla="*/ 2 h 107"/>
                <a:gd name="T6" fmla="*/ 151 w 151"/>
                <a:gd name="T7" fmla="*/ 43 h 107"/>
                <a:gd name="T8" fmla="*/ 90 w 151"/>
                <a:gd name="T9" fmla="*/ 107 h 107"/>
                <a:gd name="T10" fmla="*/ 9 w 151"/>
                <a:gd name="T11" fmla="*/ 33 h 107"/>
              </a:gdLst>
              <a:ahLst/>
              <a:cxnLst>
                <a:cxn ang="0">
                  <a:pos x="T0" y="T1"/>
                </a:cxn>
                <a:cxn ang="0">
                  <a:pos x="T2" y="T3"/>
                </a:cxn>
                <a:cxn ang="0">
                  <a:pos x="T4" y="T5"/>
                </a:cxn>
                <a:cxn ang="0">
                  <a:pos x="T6" y="T7"/>
                </a:cxn>
                <a:cxn ang="0">
                  <a:pos x="T8" y="T9"/>
                </a:cxn>
                <a:cxn ang="0">
                  <a:pos x="T10" y="T11"/>
                </a:cxn>
              </a:cxnLst>
              <a:rect l="0" t="0" r="r" b="b"/>
              <a:pathLst>
                <a:path w="151" h="107">
                  <a:moveTo>
                    <a:pt x="9" y="33"/>
                  </a:moveTo>
                  <a:cubicBezTo>
                    <a:pt x="5" y="28"/>
                    <a:pt x="0" y="21"/>
                    <a:pt x="3" y="14"/>
                  </a:cubicBezTo>
                  <a:cubicBezTo>
                    <a:pt x="5" y="7"/>
                    <a:pt x="19" y="3"/>
                    <a:pt x="26" y="2"/>
                  </a:cubicBezTo>
                  <a:cubicBezTo>
                    <a:pt x="72" y="0"/>
                    <a:pt x="114" y="16"/>
                    <a:pt x="151" y="43"/>
                  </a:cubicBezTo>
                  <a:cubicBezTo>
                    <a:pt x="90" y="107"/>
                    <a:pt x="90" y="107"/>
                    <a:pt x="90" y="107"/>
                  </a:cubicBezTo>
                  <a:cubicBezTo>
                    <a:pt x="60" y="86"/>
                    <a:pt x="33" y="61"/>
                    <a:pt x="9" y="33"/>
                  </a:cubicBezTo>
                  <a:close/>
                </a:path>
              </a:pathLst>
            </a:custGeom>
            <a:solidFill>
              <a:srgbClr val="818B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6" name="任意多边形 176">
              <a:extLst>
                <a:ext uri="{FF2B5EF4-FFF2-40B4-BE49-F238E27FC236}">
                  <a16:creationId xmlns:a16="http://schemas.microsoft.com/office/drawing/2014/main" id="{A59A260A-3E1E-2455-882E-7DB08C67CD27}"/>
                </a:ext>
              </a:extLst>
            </p:cNvPr>
            <p:cNvSpPr/>
            <p:nvPr/>
          </p:nvSpPr>
          <p:spPr bwMode="auto">
            <a:xfrm>
              <a:off x="5568118" y="2074612"/>
              <a:ext cx="281057" cy="108099"/>
            </a:xfrm>
            <a:custGeom>
              <a:avLst/>
              <a:gdLst>
                <a:gd name="T0" fmla="*/ 176 w 183"/>
                <a:gd name="T1" fmla="*/ 2 h 70"/>
                <a:gd name="T2" fmla="*/ 181 w 183"/>
                <a:gd name="T3" fmla="*/ 20 h 70"/>
                <a:gd name="T4" fmla="*/ 25 w 183"/>
                <a:gd name="T5" fmla="*/ 70 h 70"/>
                <a:gd name="T6" fmla="*/ 4 w 183"/>
                <a:gd name="T7" fmla="*/ 64 h 70"/>
                <a:gd name="T8" fmla="*/ 2 w 183"/>
                <a:gd name="T9" fmla="*/ 45 h 70"/>
                <a:gd name="T10" fmla="*/ 19 w 183"/>
                <a:gd name="T11" fmla="*/ 14 h 70"/>
                <a:gd name="T12" fmla="*/ 39 w 183"/>
                <a:gd name="T13" fmla="*/ 10 h 70"/>
                <a:gd name="T14" fmla="*/ 176 w 183"/>
                <a:gd name="T15" fmla="*/ 2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70">
                  <a:moveTo>
                    <a:pt x="176" y="2"/>
                  </a:moveTo>
                  <a:cubicBezTo>
                    <a:pt x="182" y="5"/>
                    <a:pt x="183" y="14"/>
                    <a:pt x="181" y="20"/>
                  </a:cubicBezTo>
                  <a:cubicBezTo>
                    <a:pt x="178" y="27"/>
                    <a:pt x="50" y="69"/>
                    <a:pt x="25" y="70"/>
                  </a:cubicBezTo>
                  <a:cubicBezTo>
                    <a:pt x="18" y="70"/>
                    <a:pt x="9" y="70"/>
                    <a:pt x="4" y="64"/>
                  </a:cubicBezTo>
                  <a:cubicBezTo>
                    <a:pt x="0" y="59"/>
                    <a:pt x="1" y="52"/>
                    <a:pt x="2" y="45"/>
                  </a:cubicBezTo>
                  <a:cubicBezTo>
                    <a:pt x="5" y="34"/>
                    <a:pt x="11" y="22"/>
                    <a:pt x="19" y="14"/>
                  </a:cubicBezTo>
                  <a:cubicBezTo>
                    <a:pt x="25" y="9"/>
                    <a:pt x="32" y="11"/>
                    <a:pt x="39" y="10"/>
                  </a:cubicBezTo>
                  <a:cubicBezTo>
                    <a:pt x="65" y="9"/>
                    <a:pt x="172" y="0"/>
                    <a:pt x="176" y="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7" name="任意多边形 177">
              <a:extLst>
                <a:ext uri="{FF2B5EF4-FFF2-40B4-BE49-F238E27FC236}">
                  <a16:creationId xmlns:a16="http://schemas.microsoft.com/office/drawing/2014/main" id="{752C7AC3-0695-0C78-2751-1F4BE16736B2}"/>
                </a:ext>
              </a:extLst>
            </p:cNvPr>
            <p:cNvSpPr/>
            <p:nvPr/>
          </p:nvSpPr>
          <p:spPr bwMode="auto">
            <a:xfrm>
              <a:off x="5812241" y="2054794"/>
              <a:ext cx="130620" cy="80174"/>
            </a:xfrm>
            <a:custGeom>
              <a:avLst/>
              <a:gdLst>
                <a:gd name="T0" fmla="*/ 27 w 85"/>
                <a:gd name="T1" fmla="*/ 3 h 52"/>
                <a:gd name="T2" fmla="*/ 36 w 85"/>
                <a:gd name="T3" fmla="*/ 3 h 52"/>
                <a:gd name="T4" fmla="*/ 34 w 85"/>
                <a:gd name="T5" fmla="*/ 9 h 52"/>
                <a:gd name="T6" fmla="*/ 30 w 85"/>
                <a:gd name="T7" fmla="*/ 13 h 52"/>
                <a:gd name="T8" fmla="*/ 35 w 85"/>
                <a:gd name="T9" fmla="*/ 21 h 52"/>
                <a:gd name="T10" fmla="*/ 45 w 85"/>
                <a:gd name="T11" fmla="*/ 21 h 52"/>
                <a:gd name="T12" fmla="*/ 73 w 85"/>
                <a:gd name="T13" fmla="*/ 16 h 52"/>
                <a:gd name="T14" fmla="*/ 83 w 85"/>
                <a:gd name="T15" fmla="*/ 19 h 52"/>
                <a:gd name="T16" fmla="*/ 83 w 85"/>
                <a:gd name="T17" fmla="*/ 27 h 52"/>
                <a:gd name="T18" fmla="*/ 57 w 85"/>
                <a:gd name="T19" fmla="*/ 49 h 52"/>
                <a:gd name="T20" fmla="*/ 24 w 85"/>
                <a:gd name="T21" fmla="*/ 47 h 52"/>
                <a:gd name="T22" fmla="*/ 9 w 85"/>
                <a:gd name="T23" fmla="*/ 33 h 52"/>
                <a:gd name="T24" fmla="*/ 27 w 85"/>
                <a:gd name="T25"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2">
                  <a:moveTo>
                    <a:pt x="27" y="3"/>
                  </a:moveTo>
                  <a:cubicBezTo>
                    <a:pt x="30" y="2"/>
                    <a:pt x="35" y="0"/>
                    <a:pt x="36" y="3"/>
                  </a:cubicBezTo>
                  <a:cubicBezTo>
                    <a:pt x="37" y="5"/>
                    <a:pt x="36" y="7"/>
                    <a:pt x="34" y="9"/>
                  </a:cubicBezTo>
                  <a:cubicBezTo>
                    <a:pt x="33" y="10"/>
                    <a:pt x="31" y="11"/>
                    <a:pt x="30" y="13"/>
                  </a:cubicBezTo>
                  <a:cubicBezTo>
                    <a:pt x="29" y="16"/>
                    <a:pt x="32" y="20"/>
                    <a:pt x="35" y="21"/>
                  </a:cubicBezTo>
                  <a:cubicBezTo>
                    <a:pt x="38" y="22"/>
                    <a:pt x="42" y="22"/>
                    <a:pt x="45" y="21"/>
                  </a:cubicBezTo>
                  <a:cubicBezTo>
                    <a:pt x="54" y="20"/>
                    <a:pt x="64" y="18"/>
                    <a:pt x="73" y="16"/>
                  </a:cubicBezTo>
                  <a:cubicBezTo>
                    <a:pt x="77" y="15"/>
                    <a:pt x="81" y="15"/>
                    <a:pt x="83" y="19"/>
                  </a:cubicBezTo>
                  <a:cubicBezTo>
                    <a:pt x="85" y="21"/>
                    <a:pt x="84" y="24"/>
                    <a:pt x="83" y="27"/>
                  </a:cubicBezTo>
                  <a:cubicBezTo>
                    <a:pt x="77" y="37"/>
                    <a:pt x="68" y="45"/>
                    <a:pt x="57" y="49"/>
                  </a:cubicBezTo>
                  <a:cubicBezTo>
                    <a:pt x="47" y="52"/>
                    <a:pt x="34" y="52"/>
                    <a:pt x="24" y="47"/>
                  </a:cubicBezTo>
                  <a:cubicBezTo>
                    <a:pt x="18" y="44"/>
                    <a:pt x="12" y="39"/>
                    <a:pt x="9" y="33"/>
                  </a:cubicBezTo>
                  <a:cubicBezTo>
                    <a:pt x="0" y="16"/>
                    <a:pt x="15" y="11"/>
                    <a:pt x="27" y="3"/>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8" name="任意多边形 178">
              <a:extLst>
                <a:ext uri="{FF2B5EF4-FFF2-40B4-BE49-F238E27FC236}">
                  <a16:creationId xmlns:a16="http://schemas.microsoft.com/office/drawing/2014/main" id="{A3F94519-7A97-FC5E-8609-797402DE584C}"/>
                </a:ext>
              </a:extLst>
            </p:cNvPr>
            <p:cNvSpPr/>
            <p:nvPr/>
          </p:nvSpPr>
          <p:spPr bwMode="auto">
            <a:xfrm>
              <a:off x="5247425" y="2346661"/>
              <a:ext cx="296371" cy="193677"/>
            </a:xfrm>
            <a:custGeom>
              <a:avLst/>
              <a:gdLst>
                <a:gd name="T0" fmla="*/ 3 w 193"/>
                <a:gd name="T1" fmla="*/ 114 h 126"/>
                <a:gd name="T2" fmla="*/ 45 w 193"/>
                <a:gd name="T3" fmla="*/ 118 h 126"/>
                <a:gd name="T4" fmla="*/ 180 w 193"/>
                <a:gd name="T5" fmla="*/ 45 h 126"/>
                <a:gd name="T6" fmla="*/ 39 w 193"/>
                <a:gd name="T7" fmla="*/ 22 h 126"/>
                <a:gd name="T8" fmla="*/ 9 w 193"/>
                <a:gd name="T9" fmla="*/ 37 h 126"/>
                <a:gd name="T10" fmla="*/ 3 w 193"/>
                <a:gd name="T11" fmla="*/ 114 h 126"/>
              </a:gdLst>
              <a:ahLst/>
              <a:cxnLst>
                <a:cxn ang="0">
                  <a:pos x="T0" y="T1"/>
                </a:cxn>
                <a:cxn ang="0">
                  <a:pos x="T2" y="T3"/>
                </a:cxn>
                <a:cxn ang="0">
                  <a:pos x="T4" y="T5"/>
                </a:cxn>
                <a:cxn ang="0">
                  <a:pos x="T6" y="T7"/>
                </a:cxn>
                <a:cxn ang="0">
                  <a:pos x="T8" y="T9"/>
                </a:cxn>
                <a:cxn ang="0">
                  <a:pos x="T10" y="T11"/>
                </a:cxn>
              </a:cxnLst>
              <a:rect l="0" t="0" r="r" b="b"/>
              <a:pathLst>
                <a:path w="193" h="126">
                  <a:moveTo>
                    <a:pt x="3" y="114"/>
                  </a:moveTo>
                  <a:cubicBezTo>
                    <a:pt x="4" y="126"/>
                    <a:pt x="34" y="118"/>
                    <a:pt x="45" y="118"/>
                  </a:cubicBezTo>
                  <a:cubicBezTo>
                    <a:pt x="139" y="118"/>
                    <a:pt x="193" y="88"/>
                    <a:pt x="180" y="45"/>
                  </a:cubicBezTo>
                  <a:cubicBezTo>
                    <a:pt x="167" y="0"/>
                    <a:pt x="83" y="7"/>
                    <a:pt x="39" y="22"/>
                  </a:cubicBezTo>
                  <a:cubicBezTo>
                    <a:pt x="29" y="25"/>
                    <a:pt x="16" y="28"/>
                    <a:pt x="9" y="37"/>
                  </a:cubicBezTo>
                  <a:cubicBezTo>
                    <a:pt x="0" y="49"/>
                    <a:pt x="0" y="72"/>
                    <a:pt x="3" y="114"/>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89" name="任意多边形 179">
              <a:extLst>
                <a:ext uri="{FF2B5EF4-FFF2-40B4-BE49-F238E27FC236}">
                  <a16:creationId xmlns:a16="http://schemas.microsoft.com/office/drawing/2014/main" id="{7B704EF8-D6F1-02DE-DFA3-17D2A181CB10}"/>
                </a:ext>
              </a:extLst>
            </p:cNvPr>
            <p:cNvSpPr/>
            <p:nvPr/>
          </p:nvSpPr>
          <p:spPr bwMode="auto">
            <a:xfrm>
              <a:off x="5325797" y="2087224"/>
              <a:ext cx="405371" cy="446808"/>
            </a:xfrm>
            <a:custGeom>
              <a:avLst/>
              <a:gdLst>
                <a:gd name="T0" fmla="*/ 37 w 264"/>
                <a:gd name="T1" fmla="*/ 202 h 291"/>
                <a:gd name="T2" fmla="*/ 132 w 264"/>
                <a:gd name="T3" fmla="*/ 79 h 291"/>
                <a:gd name="T4" fmla="*/ 200 w 264"/>
                <a:gd name="T5" fmla="*/ 16 h 291"/>
                <a:gd name="T6" fmla="*/ 232 w 264"/>
                <a:gd name="T7" fmla="*/ 2 h 291"/>
                <a:gd name="T8" fmla="*/ 264 w 264"/>
                <a:gd name="T9" fmla="*/ 31 h 291"/>
                <a:gd name="T10" fmla="*/ 128 w 264"/>
                <a:gd name="T11" fmla="*/ 273 h 291"/>
                <a:gd name="T12" fmla="*/ 37 w 264"/>
                <a:gd name="T13" fmla="*/ 202 h 291"/>
              </a:gdLst>
              <a:ahLst/>
              <a:cxnLst>
                <a:cxn ang="0">
                  <a:pos x="T0" y="T1"/>
                </a:cxn>
                <a:cxn ang="0">
                  <a:pos x="T2" y="T3"/>
                </a:cxn>
                <a:cxn ang="0">
                  <a:pos x="T4" y="T5"/>
                </a:cxn>
                <a:cxn ang="0">
                  <a:pos x="T6" y="T7"/>
                </a:cxn>
                <a:cxn ang="0">
                  <a:pos x="T8" y="T9"/>
                </a:cxn>
                <a:cxn ang="0">
                  <a:pos x="T10" y="T11"/>
                </a:cxn>
                <a:cxn ang="0">
                  <a:pos x="T12" y="T13"/>
                </a:cxn>
              </a:cxnLst>
              <a:rect l="0" t="0" r="r" b="b"/>
              <a:pathLst>
                <a:path w="264" h="291">
                  <a:moveTo>
                    <a:pt x="37" y="202"/>
                  </a:moveTo>
                  <a:cubicBezTo>
                    <a:pt x="62" y="158"/>
                    <a:pt x="96" y="116"/>
                    <a:pt x="132" y="79"/>
                  </a:cubicBezTo>
                  <a:cubicBezTo>
                    <a:pt x="153" y="57"/>
                    <a:pt x="176" y="36"/>
                    <a:pt x="200" y="16"/>
                  </a:cubicBezTo>
                  <a:cubicBezTo>
                    <a:pt x="209" y="8"/>
                    <a:pt x="222" y="0"/>
                    <a:pt x="232" y="2"/>
                  </a:cubicBezTo>
                  <a:cubicBezTo>
                    <a:pt x="237" y="3"/>
                    <a:pt x="244" y="13"/>
                    <a:pt x="264" y="31"/>
                  </a:cubicBezTo>
                  <a:cubicBezTo>
                    <a:pt x="128" y="273"/>
                    <a:pt x="128" y="273"/>
                    <a:pt x="128" y="273"/>
                  </a:cubicBezTo>
                  <a:cubicBezTo>
                    <a:pt x="118" y="291"/>
                    <a:pt x="0" y="266"/>
                    <a:pt x="37" y="202"/>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0" name="任意多边形 180">
              <a:extLst>
                <a:ext uri="{FF2B5EF4-FFF2-40B4-BE49-F238E27FC236}">
                  <a16:creationId xmlns:a16="http://schemas.microsoft.com/office/drawing/2014/main" id="{0AF960A1-3D29-3EB6-4594-10AEC3B1AFEA}"/>
                </a:ext>
              </a:extLst>
            </p:cNvPr>
            <p:cNvSpPr/>
            <p:nvPr/>
          </p:nvSpPr>
          <p:spPr bwMode="auto">
            <a:xfrm>
              <a:off x="5217698" y="1891745"/>
              <a:ext cx="316189" cy="563015"/>
            </a:xfrm>
            <a:custGeom>
              <a:avLst/>
              <a:gdLst>
                <a:gd name="T0" fmla="*/ 114 w 206"/>
                <a:gd name="T1" fmla="*/ 40 h 366"/>
                <a:gd name="T2" fmla="*/ 4 w 206"/>
                <a:gd name="T3" fmla="*/ 141 h 366"/>
                <a:gd name="T4" fmla="*/ 0 w 206"/>
                <a:gd name="T5" fmla="*/ 366 h 366"/>
                <a:gd name="T6" fmla="*/ 125 w 206"/>
                <a:gd name="T7" fmla="*/ 366 h 366"/>
                <a:gd name="T8" fmla="*/ 171 w 206"/>
                <a:gd name="T9" fmla="*/ 334 h 366"/>
                <a:gd name="T10" fmla="*/ 114 w 206"/>
                <a:gd name="T11" fmla="*/ 40 h 366"/>
              </a:gdLst>
              <a:ahLst/>
              <a:cxnLst>
                <a:cxn ang="0">
                  <a:pos x="T0" y="T1"/>
                </a:cxn>
                <a:cxn ang="0">
                  <a:pos x="T2" y="T3"/>
                </a:cxn>
                <a:cxn ang="0">
                  <a:pos x="T4" y="T5"/>
                </a:cxn>
                <a:cxn ang="0">
                  <a:pos x="T6" y="T7"/>
                </a:cxn>
                <a:cxn ang="0">
                  <a:pos x="T8" y="T9"/>
                </a:cxn>
                <a:cxn ang="0">
                  <a:pos x="T10" y="T11"/>
                </a:cxn>
              </a:cxnLst>
              <a:rect l="0" t="0" r="r" b="b"/>
              <a:pathLst>
                <a:path w="206" h="366">
                  <a:moveTo>
                    <a:pt x="114" y="40"/>
                  </a:moveTo>
                  <a:cubicBezTo>
                    <a:pt x="56" y="0"/>
                    <a:pt x="4" y="69"/>
                    <a:pt x="4" y="141"/>
                  </a:cubicBezTo>
                  <a:cubicBezTo>
                    <a:pt x="4" y="205"/>
                    <a:pt x="20" y="210"/>
                    <a:pt x="0" y="366"/>
                  </a:cubicBezTo>
                  <a:cubicBezTo>
                    <a:pt x="125" y="366"/>
                    <a:pt x="125" y="366"/>
                    <a:pt x="125" y="366"/>
                  </a:cubicBezTo>
                  <a:cubicBezTo>
                    <a:pt x="171" y="334"/>
                    <a:pt x="171" y="334"/>
                    <a:pt x="171" y="334"/>
                  </a:cubicBezTo>
                  <a:cubicBezTo>
                    <a:pt x="155" y="234"/>
                    <a:pt x="206" y="102"/>
                    <a:pt x="114" y="40"/>
                  </a:cubicBezTo>
                  <a:close/>
                </a:path>
              </a:pathLst>
            </a:custGeom>
            <a:solidFill>
              <a:srgbClr val="818B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1" name="任意多边形 181">
              <a:extLst>
                <a:ext uri="{FF2B5EF4-FFF2-40B4-BE49-F238E27FC236}">
                  <a16:creationId xmlns:a16="http://schemas.microsoft.com/office/drawing/2014/main" id="{B9858825-8739-3E9C-985B-45F8A5BA2D86}"/>
                </a:ext>
              </a:extLst>
            </p:cNvPr>
            <p:cNvSpPr/>
            <p:nvPr/>
          </p:nvSpPr>
          <p:spPr bwMode="auto">
            <a:xfrm>
              <a:off x="5171756" y="2387198"/>
              <a:ext cx="531486" cy="176561"/>
            </a:xfrm>
            <a:custGeom>
              <a:avLst/>
              <a:gdLst>
                <a:gd name="T0" fmla="*/ 75 w 346"/>
                <a:gd name="T1" fmla="*/ 0 h 115"/>
                <a:gd name="T2" fmla="*/ 228 w 346"/>
                <a:gd name="T3" fmla="*/ 24 h 115"/>
                <a:gd name="T4" fmla="*/ 316 w 346"/>
                <a:gd name="T5" fmla="*/ 52 h 115"/>
                <a:gd name="T6" fmla="*/ 344 w 346"/>
                <a:gd name="T7" fmla="*/ 74 h 115"/>
                <a:gd name="T8" fmla="*/ 335 w 346"/>
                <a:gd name="T9" fmla="*/ 115 h 115"/>
                <a:gd name="T10" fmla="*/ 57 w 346"/>
                <a:gd name="T11" fmla="*/ 115 h 115"/>
                <a:gd name="T12" fmla="*/ 75 w 346"/>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346" h="115">
                  <a:moveTo>
                    <a:pt x="75" y="0"/>
                  </a:moveTo>
                  <a:cubicBezTo>
                    <a:pt x="125" y="1"/>
                    <a:pt x="179" y="11"/>
                    <a:pt x="228" y="24"/>
                  </a:cubicBezTo>
                  <a:cubicBezTo>
                    <a:pt x="258" y="31"/>
                    <a:pt x="288" y="41"/>
                    <a:pt x="316" y="52"/>
                  </a:cubicBezTo>
                  <a:cubicBezTo>
                    <a:pt x="328" y="57"/>
                    <a:pt x="341" y="63"/>
                    <a:pt x="344" y="74"/>
                  </a:cubicBezTo>
                  <a:cubicBezTo>
                    <a:pt x="346" y="79"/>
                    <a:pt x="340" y="89"/>
                    <a:pt x="335" y="115"/>
                  </a:cubicBezTo>
                  <a:cubicBezTo>
                    <a:pt x="57" y="115"/>
                    <a:pt x="57" y="115"/>
                    <a:pt x="57" y="115"/>
                  </a:cubicBezTo>
                  <a:cubicBezTo>
                    <a:pt x="37" y="115"/>
                    <a:pt x="0" y="0"/>
                    <a:pt x="75" y="0"/>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2" name="任意多边形 182">
              <a:extLst>
                <a:ext uri="{FF2B5EF4-FFF2-40B4-BE49-F238E27FC236}">
                  <a16:creationId xmlns:a16="http://schemas.microsoft.com/office/drawing/2014/main" id="{F56F75C3-05CF-8E68-8EEF-61280C678990}"/>
                </a:ext>
              </a:extLst>
            </p:cNvPr>
            <p:cNvSpPr/>
            <p:nvPr/>
          </p:nvSpPr>
          <p:spPr bwMode="auto">
            <a:xfrm>
              <a:off x="5463622" y="1792654"/>
              <a:ext cx="50446" cy="81074"/>
            </a:xfrm>
            <a:custGeom>
              <a:avLst/>
              <a:gdLst>
                <a:gd name="T0" fmla="*/ 8 w 33"/>
                <a:gd name="T1" fmla="*/ 49 h 53"/>
                <a:gd name="T2" fmla="*/ 3 w 33"/>
                <a:gd name="T3" fmla="*/ 47 h 53"/>
                <a:gd name="T4" fmla="*/ 3 w 33"/>
                <a:gd name="T5" fmla="*/ 16 h 53"/>
                <a:gd name="T6" fmla="*/ 4 w 33"/>
                <a:gd name="T7" fmla="*/ 6 h 53"/>
                <a:gd name="T8" fmla="*/ 8 w 33"/>
                <a:gd name="T9" fmla="*/ 49 h 53"/>
              </a:gdLst>
              <a:ahLst/>
              <a:cxnLst>
                <a:cxn ang="0">
                  <a:pos x="T0" y="T1"/>
                </a:cxn>
                <a:cxn ang="0">
                  <a:pos x="T2" y="T3"/>
                </a:cxn>
                <a:cxn ang="0">
                  <a:pos x="T4" y="T5"/>
                </a:cxn>
                <a:cxn ang="0">
                  <a:pos x="T6" y="T7"/>
                </a:cxn>
                <a:cxn ang="0">
                  <a:pos x="T8" y="T9"/>
                </a:cxn>
              </a:cxnLst>
              <a:rect l="0" t="0" r="r" b="b"/>
              <a:pathLst>
                <a:path w="33" h="53">
                  <a:moveTo>
                    <a:pt x="8" y="49"/>
                  </a:moveTo>
                  <a:cubicBezTo>
                    <a:pt x="5" y="53"/>
                    <a:pt x="2" y="51"/>
                    <a:pt x="3" y="47"/>
                  </a:cubicBezTo>
                  <a:cubicBezTo>
                    <a:pt x="6" y="32"/>
                    <a:pt x="7" y="30"/>
                    <a:pt x="3" y="16"/>
                  </a:cubicBezTo>
                  <a:cubicBezTo>
                    <a:pt x="1" y="9"/>
                    <a:pt x="0" y="8"/>
                    <a:pt x="4" y="6"/>
                  </a:cubicBezTo>
                  <a:cubicBezTo>
                    <a:pt x="16" y="0"/>
                    <a:pt x="33" y="21"/>
                    <a:pt x="8" y="49"/>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3" name="任意多边形 183">
              <a:extLst>
                <a:ext uri="{FF2B5EF4-FFF2-40B4-BE49-F238E27FC236}">
                  <a16:creationId xmlns:a16="http://schemas.microsoft.com/office/drawing/2014/main" id="{51245097-DCBE-624F-3D12-DE543C934217}"/>
                </a:ext>
              </a:extLst>
            </p:cNvPr>
            <p:cNvSpPr/>
            <p:nvPr/>
          </p:nvSpPr>
          <p:spPr bwMode="auto">
            <a:xfrm>
              <a:off x="5315887" y="1824183"/>
              <a:ext cx="93686" cy="175661"/>
            </a:xfrm>
            <a:custGeom>
              <a:avLst/>
              <a:gdLst>
                <a:gd name="T0" fmla="*/ 58 w 61"/>
                <a:gd name="T1" fmla="*/ 26 h 114"/>
                <a:gd name="T2" fmla="*/ 28 w 61"/>
                <a:gd name="T3" fmla="*/ 5 h 114"/>
                <a:gd name="T4" fmla="*/ 0 w 61"/>
                <a:gd name="T5" fmla="*/ 85 h 114"/>
                <a:gd name="T6" fmla="*/ 57 w 61"/>
                <a:gd name="T7" fmla="*/ 104 h 114"/>
                <a:gd name="T8" fmla="*/ 58 w 61"/>
                <a:gd name="T9" fmla="*/ 26 h 114"/>
              </a:gdLst>
              <a:ahLst/>
              <a:cxnLst>
                <a:cxn ang="0">
                  <a:pos x="T0" y="T1"/>
                </a:cxn>
                <a:cxn ang="0">
                  <a:pos x="T2" y="T3"/>
                </a:cxn>
                <a:cxn ang="0">
                  <a:pos x="T4" y="T5"/>
                </a:cxn>
                <a:cxn ang="0">
                  <a:pos x="T6" y="T7"/>
                </a:cxn>
                <a:cxn ang="0">
                  <a:pos x="T8" y="T9"/>
                </a:cxn>
              </a:cxnLst>
              <a:rect l="0" t="0" r="r" b="b"/>
              <a:pathLst>
                <a:path w="61" h="114">
                  <a:moveTo>
                    <a:pt x="58" y="26"/>
                  </a:moveTo>
                  <a:cubicBezTo>
                    <a:pt x="53" y="5"/>
                    <a:pt x="37" y="0"/>
                    <a:pt x="28" y="5"/>
                  </a:cubicBezTo>
                  <a:cubicBezTo>
                    <a:pt x="22" y="45"/>
                    <a:pt x="16" y="63"/>
                    <a:pt x="0" y="85"/>
                  </a:cubicBezTo>
                  <a:cubicBezTo>
                    <a:pt x="19" y="97"/>
                    <a:pt x="50" y="114"/>
                    <a:pt x="57" y="104"/>
                  </a:cubicBezTo>
                  <a:cubicBezTo>
                    <a:pt x="57" y="101"/>
                    <a:pt x="61" y="37"/>
                    <a:pt x="58" y="26"/>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4" name="任意多边形 184">
              <a:extLst>
                <a:ext uri="{FF2B5EF4-FFF2-40B4-BE49-F238E27FC236}">
                  <a16:creationId xmlns:a16="http://schemas.microsoft.com/office/drawing/2014/main" id="{40794DDD-BC1E-0547-8EB5-8AF418C5072C}"/>
                </a:ext>
              </a:extLst>
            </p:cNvPr>
            <p:cNvSpPr/>
            <p:nvPr/>
          </p:nvSpPr>
          <p:spPr bwMode="auto">
            <a:xfrm>
              <a:off x="5362730" y="1772836"/>
              <a:ext cx="120710" cy="177463"/>
            </a:xfrm>
            <a:custGeom>
              <a:avLst/>
              <a:gdLst>
                <a:gd name="T0" fmla="*/ 21 w 79"/>
                <a:gd name="T1" fmla="*/ 15 h 116"/>
                <a:gd name="T2" fmla="*/ 74 w 79"/>
                <a:gd name="T3" fmla="*/ 33 h 116"/>
                <a:gd name="T4" fmla="*/ 50 w 79"/>
                <a:gd name="T5" fmla="*/ 103 h 116"/>
                <a:gd name="T6" fmla="*/ 3 w 79"/>
                <a:gd name="T7" fmla="*/ 79 h 116"/>
                <a:gd name="T8" fmla="*/ 21 w 79"/>
                <a:gd name="T9" fmla="*/ 15 h 116"/>
              </a:gdLst>
              <a:ahLst/>
              <a:cxnLst>
                <a:cxn ang="0">
                  <a:pos x="T0" y="T1"/>
                </a:cxn>
                <a:cxn ang="0">
                  <a:pos x="T2" y="T3"/>
                </a:cxn>
                <a:cxn ang="0">
                  <a:pos x="T4" y="T5"/>
                </a:cxn>
                <a:cxn ang="0">
                  <a:pos x="T6" y="T7"/>
                </a:cxn>
                <a:cxn ang="0">
                  <a:pos x="T8" y="T9"/>
                </a:cxn>
              </a:cxnLst>
              <a:rect l="0" t="0" r="r" b="b"/>
              <a:pathLst>
                <a:path w="79" h="116">
                  <a:moveTo>
                    <a:pt x="21" y="15"/>
                  </a:moveTo>
                  <a:cubicBezTo>
                    <a:pt x="39" y="0"/>
                    <a:pt x="67" y="8"/>
                    <a:pt x="74" y="33"/>
                  </a:cubicBezTo>
                  <a:cubicBezTo>
                    <a:pt x="79" y="55"/>
                    <a:pt x="60" y="96"/>
                    <a:pt x="50" y="103"/>
                  </a:cubicBezTo>
                  <a:cubicBezTo>
                    <a:pt x="32" y="116"/>
                    <a:pt x="5" y="92"/>
                    <a:pt x="3" y="79"/>
                  </a:cubicBezTo>
                  <a:cubicBezTo>
                    <a:pt x="0" y="61"/>
                    <a:pt x="5" y="27"/>
                    <a:pt x="21" y="15"/>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5" name="任意多边形 185">
              <a:extLst>
                <a:ext uri="{FF2B5EF4-FFF2-40B4-BE49-F238E27FC236}">
                  <a16:creationId xmlns:a16="http://schemas.microsoft.com/office/drawing/2014/main" id="{CEB768BF-5A28-65F7-C3BC-FCE9E3F2C6EC}"/>
                </a:ext>
              </a:extLst>
            </p:cNvPr>
            <p:cNvSpPr/>
            <p:nvPr/>
          </p:nvSpPr>
          <p:spPr bwMode="auto">
            <a:xfrm>
              <a:off x="5359127" y="1843100"/>
              <a:ext cx="97289" cy="104496"/>
            </a:xfrm>
            <a:custGeom>
              <a:avLst/>
              <a:gdLst>
                <a:gd name="T0" fmla="*/ 15 w 63"/>
                <a:gd name="T1" fmla="*/ 26 h 68"/>
                <a:gd name="T2" fmla="*/ 16 w 63"/>
                <a:gd name="T3" fmla="*/ 33 h 68"/>
                <a:gd name="T4" fmla="*/ 21 w 63"/>
                <a:gd name="T5" fmla="*/ 35 h 68"/>
                <a:gd name="T6" fmla="*/ 27 w 63"/>
                <a:gd name="T7" fmla="*/ 33 h 68"/>
                <a:gd name="T8" fmla="*/ 52 w 63"/>
                <a:gd name="T9" fmla="*/ 32 h 68"/>
                <a:gd name="T10" fmla="*/ 61 w 63"/>
                <a:gd name="T11" fmla="*/ 37 h 68"/>
                <a:gd name="T12" fmla="*/ 63 w 63"/>
                <a:gd name="T13" fmla="*/ 46 h 68"/>
                <a:gd name="T14" fmla="*/ 60 w 63"/>
                <a:gd name="T15" fmla="*/ 58 h 68"/>
                <a:gd name="T16" fmla="*/ 52 w 63"/>
                <a:gd name="T17" fmla="*/ 66 h 68"/>
                <a:gd name="T18" fmla="*/ 36 w 63"/>
                <a:gd name="T19" fmla="*/ 65 h 68"/>
                <a:gd name="T20" fmla="*/ 11 w 63"/>
                <a:gd name="T21" fmla="*/ 50 h 68"/>
                <a:gd name="T22" fmla="*/ 0 w 63"/>
                <a:gd name="T23" fmla="*/ 24 h 68"/>
                <a:gd name="T24" fmla="*/ 5 w 63"/>
                <a:gd name="T25" fmla="*/ 10 h 68"/>
                <a:gd name="T26" fmla="*/ 14 w 63"/>
                <a:gd name="T27" fmla="*/ 2 h 68"/>
                <a:gd name="T28" fmla="*/ 18 w 63"/>
                <a:gd name="T29" fmla="*/ 8 h 68"/>
                <a:gd name="T30" fmla="*/ 15 w 63"/>
                <a:gd name="T31" fmla="*/ 2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 h="68">
                  <a:moveTo>
                    <a:pt x="15" y="26"/>
                  </a:moveTo>
                  <a:cubicBezTo>
                    <a:pt x="15" y="28"/>
                    <a:pt x="15" y="31"/>
                    <a:pt x="16" y="33"/>
                  </a:cubicBezTo>
                  <a:cubicBezTo>
                    <a:pt x="17" y="34"/>
                    <a:pt x="19" y="35"/>
                    <a:pt x="21" y="35"/>
                  </a:cubicBezTo>
                  <a:cubicBezTo>
                    <a:pt x="23" y="35"/>
                    <a:pt x="25" y="34"/>
                    <a:pt x="27" y="33"/>
                  </a:cubicBezTo>
                  <a:cubicBezTo>
                    <a:pt x="35" y="31"/>
                    <a:pt x="44" y="30"/>
                    <a:pt x="52" y="32"/>
                  </a:cubicBezTo>
                  <a:cubicBezTo>
                    <a:pt x="55" y="33"/>
                    <a:pt x="59" y="34"/>
                    <a:pt x="61" y="37"/>
                  </a:cubicBezTo>
                  <a:cubicBezTo>
                    <a:pt x="63" y="40"/>
                    <a:pt x="63" y="43"/>
                    <a:pt x="63" y="46"/>
                  </a:cubicBezTo>
                  <a:cubicBezTo>
                    <a:pt x="63" y="50"/>
                    <a:pt x="62" y="54"/>
                    <a:pt x="60" y="58"/>
                  </a:cubicBezTo>
                  <a:cubicBezTo>
                    <a:pt x="58" y="61"/>
                    <a:pt x="55" y="64"/>
                    <a:pt x="52" y="66"/>
                  </a:cubicBezTo>
                  <a:cubicBezTo>
                    <a:pt x="47" y="68"/>
                    <a:pt x="41" y="67"/>
                    <a:pt x="36" y="65"/>
                  </a:cubicBezTo>
                  <a:cubicBezTo>
                    <a:pt x="26" y="62"/>
                    <a:pt x="17" y="58"/>
                    <a:pt x="11" y="50"/>
                  </a:cubicBezTo>
                  <a:cubicBezTo>
                    <a:pt x="4" y="43"/>
                    <a:pt x="0" y="34"/>
                    <a:pt x="0" y="24"/>
                  </a:cubicBezTo>
                  <a:cubicBezTo>
                    <a:pt x="1" y="19"/>
                    <a:pt x="2" y="14"/>
                    <a:pt x="5" y="10"/>
                  </a:cubicBezTo>
                  <a:cubicBezTo>
                    <a:pt x="7" y="7"/>
                    <a:pt x="10" y="3"/>
                    <a:pt x="14" y="2"/>
                  </a:cubicBezTo>
                  <a:cubicBezTo>
                    <a:pt x="20" y="0"/>
                    <a:pt x="19" y="5"/>
                    <a:pt x="18" y="8"/>
                  </a:cubicBezTo>
                  <a:cubicBezTo>
                    <a:pt x="17" y="14"/>
                    <a:pt x="16" y="20"/>
                    <a:pt x="15" y="26"/>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6" name="任意多边形 186">
              <a:extLst>
                <a:ext uri="{FF2B5EF4-FFF2-40B4-BE49-F238E27FC236}">
                  <a16:creationId xmlns:a16="http://schemas.microsoft.com/office/drawing/2014/main" id="{58698BF7-CFA7-A9D1-B2B1-79CFC8374C7A}"/>
                </a:ext>
              </a:extLst>
            </p:cNvPr>
            <p:cNvSpPr/>
            <p:nvPr/>
          </p:nvSpPr>
          <p:spPr bwMode="auto">
            <a:xfrm>
              <a:off x="5343813" y="1784547"/>
              <a:ext cx="60355" cy="90983"/>
            </a:xfrm>
            <a:custGeom>
              <a:avLst/>
              <a:gdLst>
                <a:gd name="T0" fmla="*/ 39 w 39"/>
                <a:gd name="T1" fmla="*/ 14 h 59"/>
                <a:gd name="T2" fmla="*/ 22 w 39"/>
                <a:gd name="T3" fmla="*/ 59 h 59"/>
                <a:gd name="T4" fmla="*/ 7 w 39"/>
                <a:gd name="T5" fmla="*/ 42 h 59"/>
                <a:gd name="T6" fmla="*/ 1 w 39"/>
                <a:gd name="T7" fmla="*/ 37 h 59"/>
                <a:gd name="T8" fmla="*/ 12 w 39"/>
                <a:gd name="T9" fmla="*/ 4 h 59"/>
                <a:gd name="T10" fmla="*/ 39 w 39"/>
                <a:gd name="T11" fmla="*/ 14 h 59"/>
              </a:gdLst>
              <a:ahLst/>
              <a:cxnLst>
                <a:cxn ang="0">
                  <a:pos x="T0" y="T1"/>
                </a:cxn>
                <a:cxn ang="0">
                  <a:pos x="T2" y="T3"/>
                </a:cxn>
                <a:cxn ang="0">
                  <a:pos x="T4" y="T5"/>
                </a:cxn>
                <a:cxn ang="0">
                  <a:pos x="T6" y="T7"/>
                </a:cxn>
                <a:cxn ang="0">
                  <a:pos x="T8" y="T9"/>
                </a:cxn>
                <a:cxn ang="0">
                  <a:pos x="T10" y="T11"/>
                </a:cxn>
              </a:cxnLst>
              <a:rect l="0" t="0" r="r" b="b"/>
              <a:pathLst>
                <a:path w="39" h="59">
                  <a:moveTo>
                    <a:pt x="39" y="14"/>
                  </a:moveTo>
                  <a:cubicBezTo>
                    <a:pt x="39" y="17"/>
                    <a:pt x="23" y="59"/>
                    <a:pt x="22" y="59"/>
                  </a:cubicBezTo>
                  <a:cubicBezTo>
                    <a:pt x="18" y="56"/>
                    <a:pt x="15" y="43"/>
                    <a:pt x="7" y="42"/>
                  </a:cubicBezTo>
                  <a:cubicBezTo>
                    <a:pt x="4" y="41"/>
                    <a:pt x="0" y="42"/>
                    <a:pt x="1" y="37"/>
                  </a:cubicBezTo>
                  <a:cubicBezTo>
                    <a:pt x="7" y="4"/>
                    <a:pt x="5" y="6"/>
                    <a:pt x="12" y="4"/>
                  </a:cubicBezTo>
                  <a:cubicBezTo>
                    <a:pt x="26" y="0"/>
                    <a:pt x="39" y="8"/>
                    <a:pt x="39" y="14"/>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7" name="任意多边形 187">
              <a:extLst>
                <a:ext uri="{FF2B5EF4-FFF2-40B4-BE49-F238E27FC236}">
                  <a16:creationId xmlns:a16="http://schemas.microsoft.com/office/drawing/2014/main" id="{0D9613B7-67A2-1F14-1D72-769964F63200}"/>
                </a:ext>
              </a:extLst>
            </p:cNvPr>
            <p:cNvSpPr/>
            <p:nvPr/>
          </p:nvSpPr>
          <p:spPr bwMode="auto">
            <a:xfrm>
              <a:off x="5315887" y="1743109"/>
              <a:ext cx="197281" cy="86479"/>
            </a:xfrm>
            <a:custGeom>
              <a:avLst/>
              <a:gdLst>
                <a:gd name="T0" fmla="*/ 25 w 128"/>
                <a:gd name="T1" fmla="*/ 14 h 56"/>
                <a:gd name="T2" fmla="*/ 112 w 128"/>
                <a:gd name="T3" fmla="*/ 11 h 56"/>
                <a:gd name="T4" fmla="*/ 101 w 128"/>
                <a:gd name="T5" fmla="*/ 55 h 56"/>
                <a:gd name="T6" fmla="*/ 93 w 128"/>
                <a:gd name="T7" fmla="*/ 50 h 56"/>
                <a:gd name="T8" fmla="*/ 58 w 128"/>
                <a:gd name="T9" fmla="*/ 43 h 56"/>
                <a:gd name="T10" fmla="*/ 25 w 128"/>
                <a:gd name="T11" fmla="*/ 14 h 56"/>
              </a:gdLst>
              <a:ahLst/>
              <a:cxnLst>
                <a:cxn ang="0">
                  <a:pos x="T0" y="T1"/>
                </a:cxn>
                <a:cxn ang="0">
                  <a:pos x="T2" y="T3"/>
                </a:cxn>
                <a:cxn ang="0">
                  <a:pos x="T4" y="T5"/>
                </a:cxn>
                <a:cxn ang="0">
                  <a:pos x="T6" y="T7"/>
                </a:cxn>
                <a:cxn ang="0">
                  <a:pos x="T8" y="T9"/>
                </a:cxn>
                <a:cxn ang="0">
                  <a:pos x="T10" y="T11"/>
                </a:cxn>
              </a:cxnLst>
              <a:rect l="0" t="0" r="r" b="b"/>
              <a:pathLst>
                <a:path w="128" h="56">
                  <a:moveTo>
                    <a:pt x="25" y="14"/>
                  </a:moveTo>
                  <a:cubicBezTo>
                    <a:pt x="56" y="0"/>
                    <a:pt x="101" y="2"/>
                    <a:pt x="112" y="11"/>
                  </a:cubicBezTo>
                  <a:cubicBezTo>
                    <a:pt x="128" y="26"/>
                    <a:pt x="108" y="55"/>
                    <a:pt x="101" y="55"/>
                  </a:cubicBezTo>
                  <a:cubicBezTo>
                    <a:pt x="98" y="56"/>
                    <a:pt x="95" y="53"/>
                    <a:pt x="93" y="50"/>
                  </a:cubicBezTo>
                  <a:cubicBezTo>
                    <a:pt x="82" y="39"/>
                    <a:pt x="69" y="43"/>
                    <a:pt x="58" y="43"/>
                  </a:cubicBezTo>
                  <a:cubicBezTo>
                    <a:pt x="40" y="43"/>
                    <a:pt x="0" y="25"/>
                    <a:pt x="25" y="14"/>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8" name="任意多边形 188">
              <a:extLst>
                <a:ext uri="{FF2B5EF4-FFF2-40B4-BE49-F238E27FC236}">
                  <a16:creationId xmlns:a16="http://schemas.microsoft.com/office/drawing/2014/main" id="{13B72E2A-61BA-63D6-B836-304C801F2E28}"/>
                </a:ext>
              </a:extLst>
            </p:cNvPr>
            <p:cNvSpPr/>
            <p:nvPr/>
          </p:nvSpPr>
          <p:spPr bwMode="auto">
            <a:xfrm>
              <a:off x="5342011" y="1816977"/>
              <a:ext cx="36033" cy="67562"/>
            </a:xfrm>
            <a:custGeom>
              <a:avLst/>
              <a:gdLst>
                <a:gd name="T0" fmla="*/ 2 w 23"/>
                <a:gd name="T1" fmla="*/ 14 h 44"/>
                <a:gd name="T2" fmla="*/ 3 w 23"/>
                <a:gd name="T3" fmla="*/ 30 h 44"/>
                <a:gd name="T4" fmla="*/ 23 w 23"/>
                <a:gd name="T5" fmla="*/ 19 h 44"/>
                <a:gd name="T6" fmla="*/ 2 w 23"/>
                <a:gd name="T7" fmla="*/ 14 h 44"/>
              </a:gdLst>
              <a:ahLst/>
              <a:cxnLst>
                <a:cxn ang="0">
                  <a:pos x="T0" y="T1"/>
                </a:cxn>
                <a:cxn ang="0">
                  <a:pos x="T2" y="T3"/>
                </a:cxn>
                <a:cxn ang="0">
                  <a:pos x="T4" y="T5"/>
                </a:cxn>
                <a:cxn ang="0">
                  <a:pos x="T6" y="T7"/>
                </a:cxn>
              </a:cxnLst>
              <a:rect l="0" t="0" r="r" b="b"/>
              <a:pathLst>
                <a:path w="23" h="44">
                  <a:moveTo>
                    <a:pt x="2" y="14"/>
                  </a:moveTo>
                  <a:cubicBezTo>
                    <a:pt x="0" y="19"/>
                    <a:pt x="1" y="25"/>
                    <a:pt x="3" y="30"/>
                  </a:cubicBezTo>
                  <a:cubicBezTo>
                    <a:pt x="11" y="44"/>
                    <a:pt x="23" y="30"/>
                    <a:pt x="23" y="19"/>
                  </a:cubicBezTo>
                  <a:cubicBezTo>
                    <a:pt x="23" y="7"/>
                    <a:pt x="6" y="0"/>
                    <a:pt x="2" y="14"/>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199" name="任意多边形 189">
              <a:extLst>
                <a:ext uri="{FF2B5EF4-FFF2-40B4-BE49-F238E27FC236}">
                  <a16:creationId xmlns:a16="http://schemas.microsoft.com/office/drawing/2014/main" id="{2C81747A-5419-B280-CEBC-D9F566C45EB7}"/>
                </a:ext>
              </a:extLst>
            </p:cNvPr>
            <p:cNvSpPr/>
            <p:nvPr/>
          </p:nvSpPr>
          <p:spPr bwMode="auto">
            <a:xfrm>
              <a:off x="5769002" y="2459263"/>
              <a:ext cx="72066" cy="79272"/>
            </a:xfrm>
            <a:custGeom>
              <a:avLst/>
              <a:gdLst>
                <a:gd name="T0" fmla="*/ 15 w 47"/>
                <a:gd name="T1" fmla="*/ 52 h 52"/>
                <a:gd name="T2" fmla="*/ 47 w 47"/>
                <a:gd name="T3" fmla="*/ 43 h 52"/>
                <a:gd name="T4" fmla="*/ 33 w 47"/>
                <a:gd name="T5" fmla="*/ 6 h 52"/>
                <a:gd name="T6" fmla="*/ 30 w 47"/>
                <a:gd name="T7" fmla="*/ 2 h 52"/>
                <a:gd name="T8" fmla="*/ 23 w 47"/>
                <a:gd name="T9" fmla="*/ 0 h 52"/>
                <a:gd name="T10" fmla="*/ 3 w 47"/>
                <a:gd name="T11" fmla="*/ 13 h 52"/>
                <a:gd name="T12" fmla="*/ 15 w 4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47" h="52">
                  <a:moveTo>
                    <a:pt x="15" y="52"/>
                  </a:moveTo>
                  <a:cubicBezTo>
                    <a:pt x="26" y="52"/>
                    <a:pt x="37" y="48"/>
                    <a:pt x="47" y="43"/>
                  </a:cubicBezTo>
                  <a:cubicBezTo>
                    <a:pt x="42" y="31"/>
                    <a:pt x="37" y="18"/>
                    <a:pt x="33" y="6"/>
                  </a:cubicBezTo>
                  <a:cubicBezTo>
                    <a:pt x="32" y="5"/>
                    <a:pt x="31" y="3"/>
                    <a:pt x="30" y="2"/>
                  </a:cubicBezTo>
                  <a:cubicBezTo>
                    <a:pt x="28" y="0"/>
                    <a:pt x="25" y="0"/>
                    <a:pt x="23" y="0"/>
                  </a:cubicBezTo>
                  <a:cubicBezTo>
                    <a:pt x="14" y="0"/>
                    <a:pt x="0" y="2"/>
                    <a:pt x="3" y="13"/>
                  </a:cubicBezTo>
                  <a:cubicBezTo>
                    <a:pt x="7" y="26"/>
                    <a:pt x="11" y="39"/>
                    <a:pt x="15" y="5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0" name="任意多边形 190">
              <a:extLst>
                <a:ext uri="{FF2B5EF4-FFF2-40B4-BE49-F238E27FC236}">
                  <a16:creationId xmlns:a16="http://schemas.microsoft.com/office/drawing/2014/main" id="{50D90F00-47FD-8CAB-0A71-9F642B57437A}"/>
                </a:ext>
              </a:extLst>
            </p:cNvPr>
            <p:cNvSpPr/>
            <p:nvPr/>
          </p:nvSpPr>
          <p:spPr bwMode="auto">
            <a:xfrm>
              <a:off x="5627572" y="2067405"/>
              <a:ext cx="198181" cy="428792"/>
            </a:xfrm>
            <a:custGeom>
              <a:avLst/>
              <a:gdLst>
                <a:gd name="T0" fmla="*/ 69 w 129"/>
                <a:gd name="T1" fmla="*/ 32 h 279"/>
                <a:gd name="T2" fmla="*/ 5 w 129"/>
                <a:gd name="T3" fmla="*/ 45 h 279"/>
                <a:gd name="T4" fmla="*/ 92 w 129"/>
                <a:gd name="T5" fmla="*/ 279 h 279"/>
                <a:gd name="T6" fmla="*/ 129 w 129"/>
                <a:gd name="T7" fmla="*/ 269 h 279"/>
                <a:gd name="T8" fmla="*/ 69 w 129"/>
                <a:gd name="T9" fmla="*/ 32 h 279"/>
              </a:gdLst>
              <a:ahLst/>
              <a:cxnLst>
                <a:cxn ang="0">
                  <a:pos x="T0" y="T1"/>
                </a:cxn>
                <a:cxn ang="0">
                  <a:pos x="T2" y="T3"/>
                </a:cxn>
                <a:cxn ang="0">
                  <a:pos x="T4" y="T5"/>
                </a:cxn>
                <a:cxn ang="0">
                  <a:pos x="T6" y="T7"/>
                </a:cxn>
                <a:cxn ang="0">
                  <a:pos x="T8" y="T9"/>
                </a:cxn>
              </a:cxnLst>
              <a:rect l="0" t="0" r="r" b="b"/>
              <a:pathLst>
                <a:path w="129" h="279">
                  <a:moveTo>
                    <a:pt x="69" y="32"/>
                  </a:moveTo>
                  <a:cubicBezTo>
                    <a:pt x="51" y="13"/>
                    <a:pt x="8" y="0"/>
                    <a:pt x="5" y="45"/>
                  </a:cubicBezTo>
                  <a:cubicBezTo>
                    <a:pt x="0" y="117"/>
                    <a:pt x="57" y="207"/>
                    <a:pt x="92" y="279"/>
                  </a:cubicBezTo>
                  <a:cubicBezTo>
                    <a:pt x="129" y="269"/>
                    <a:pt x="129" y="269"/>
                    <a:pt x="129" y="269"/>
                  </a:cubicBezTo>
                  <a:cubicBezTo>
                    <a:pt x="129" y="261"/>
                    <a:pt x="78" y="43"/>
                    <a:pt x="69" y="32"/>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1" name="任意多边形 191">
              <a:extLst>
                <a:ext uri="{FF2B5EF4-FFF2-40B4-BE49-F238E27FC236}">
                  <a16:creationId xmlns:a16="http://schemas.microsoft.com/office/drawing/2014/main" id="{7A4938E3-B3A4-3BF8-9C27-385C4BC7BBD0}"/>
                </a:ext>
              </a:extLst>
            </p:cNvPr>
            <p:cNvSpPr/>
            <p:nvPr/>
          </p:nvSpPr>
          <p:spPr bwMode="auto">
            <a:xfrm>
              <a:off x="5762696" y="2490793"/>
              <a:ext cx="182867" cy="72967"/>
            </a:xfrm>
            <a:custGeom>
              <a:avLst/>
              <a:gdLst>
                <a:gd name="T0" fmla="*/ 118 w 119"/>
                <a:gd name="T1" fmla="*/ 42 h 47"/>
                <a:gd name="T2" fmla="*/ 108 w 119"/>
                <a:gd name="T3" fmla="*/ 30 h 47"/>
                <a:gd name="T4" fmla="*/ 92 w 119"/>
                <a:gd name="T5" fmla="*/ 30 h 47"/>
                <a:gd name="T6" fmla="*/ 55 w 119"/>
                <a:gd name="T7" fmla="*/ 7 h 47"/>
                <a:gd name="T8" fmla="*/ 51 w 119"/>
                <a:gd name="T9" fmla="*/ 2 h 47"/>
                <a:gd name="T10" fmla="*/ 43 w 119"/>
                <a:gd name="T11" fmla="*/ 3 h 47"/>
                <a:gd name="T12" fmla="*/ 37 w 119"/>
                <a:gd name="T13" fmla="*/ 10 h 47"/>
                <a:gd name="T14" fmla="*/ 23 w 119"/>
                <a:gd name="T15" fmla="*/ 15 h 47"/>
                <a:gd name="T16" fmla="*/ 10 w 119"/>
                <a:gd name="T17" fmla="*/ 14 h 47"/>
                <a:gd name="T18" fmla="*/ 5 w 119"/>
                <a:gd name="T19" fmla="*/ 24 h 47"/>
                <a:gd name="T20" fmla="*/ 0 w 119"/>
                <a:gd name="T21" fmla="*/ 43 h 47"/>
                <a:gd name="T22" fmla="*/ 0 w 119"/>
                <a:gd name="T23" fmla="*/ 47 h 47"/>
                <a:gd name="T24" fmla="*/ 29 w 119"/>
                <a:gd name="T25" fmla="*/ 47 h 47"/>
                <a:gd name="T26" fmla="*/ 32 w 119"/>
                <a:gd name="T27" fmla="*/ 37 h 47"/>
                <a:gd name="T28" fmla="*/ 35 w 119"/>
                <a:gd name="T29" fmla="*/ 47 h 47"/>
                <a:gd name="T30" fmla="*/ 116 w 119"/>
                <a:gd name="T31" fmla="*/ 47 h 47"/>
                <a:gd name="T32" fmla="*/ 118 w 119"/>
                <a:gd name="T33" fmla="*/ 4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9" h="47">
                  <a:moveTo>
                    <a:pt x="118" y="42"/>
                  </a:moveTo>
                  <a:cubicBezTo>
                    <a:pt x="119" y="36"/>
                    <a:pt x="114" y="32"/>
                    <a:pt x="108" y="30"/>
                  </a:cubicBezTo>
                  <a:cubicBezTo>
                    <a:pt x="103" y="29"/>
                    <a:pt x="98" y="30"/>
                    <a:pt x="92" y="30"/>
                  </a:cubicBezTo>
                  <a:cubicBezTo>
                    <a:pt x="77" y="30"/>
                    <a:pt x="62" y="21"/>
                    <a:pt x="55" y="7"/>
                  </a:cubicBezTo>
                  <a:cubicBezTo>
                    <a:pt x="54" y="5"/>
                    <a:pt x="53" y="3"/>
                    <a:pt x="51" y="2"/>
                  </a:cubicBezTo>
                  <a:cubicBezTo>
                    <a:pt x="48" y="0"/>
                    <a:pt x="45" y="1"/>
                    <a:pt x="43" y="3"/>
                  </a:cubicBezTo>
                  <a:cubicBezTo>
                    <a:pt x="41" y="5"/>
                    <a:pt x="39" y="7"/>
                    <a:pt x="37" y="10"/>
                  </a:cubicBezTo>
                  <a:cubicBezTo>
                    <a:pt x="34" y="13"/>
                    <a:pt x="28" y="15"/>
                    <a:pt x="23" y="15"/>
                  </a:cubicBezTo>
                  <a:cubicBezTo>
                    <a:pt x="19" y="15"/>
                    <a:pt x="14" y="12"/>
                    <a:pt x="10" y="14"/>
                  </a:cubicBezTo>
                  <a:cubicBezTo>
                    <a:pt x="7" y="16"/>
                    <a:pt x="6" y="21"/>
                    <a:pt x="5" y="24"/>
                  </a:cubicBezTo>
                  <a:cubicBezTo>
                    <a:pt x="3" y="30"/>
                    <a:pt x="2" y="37"/>
                    <a:pt x="0" y="43"/>
                  </a:cubicBezTo>
                  <a:cubicBezTo>
                    <a:pt x="0" y="44"/>
                    <a:pt x="0" y="46"/>
                    <a:pt x="0" y="47"/>
                  </a:cubicBezTo>
                  <a:cubicBezTo>
                    <a:pt x="29" y="47"/>
                    <a:pt x="29" y="47"/>
                    <a:pt x="29" y="47"/>
                  </a:cubicBezTo>
                  <a:cubicBezTo>
                    <a:pt x="30" y="45"/>
                    <a:pt x="32" y="39"/>
                    <a:pt x="32" y="37"/>
                  </a:cubicBezTo>
                  <a:cubicBezTo>
                    <a:pt x="32" y="39"/>
                    <a:pt x="33" y="45"/>
                    <a:pt x="35" y="47"/>
                  </a:cubicBezTo>
                  <a:cubicBezTo>
                    <a:pt x="116" y="47"/>
                    <a:pt x="116" y="47"/>
                    <a:pt x="116" y="47"/>
                  </a:cubicBezTo>
                  <a:cubicBezTo>
                    <a:pt x="117" y="45"/>
                    <a:pt x="118" y="44"/>
                    <a:pt x="118" y="42"/>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2" name="任意多边形 192">
              <a:extLst>
                <a:ext uri="{FF2B5EF4-FFF2-40B4-BE49-F238E27FC236}">
                  <a16:creationId xmlns:a16="http://schemas.microsoft.com/office/drawing/2014/main" id="{36C6BA31-F246-8D75-2253-51D20149BE3F}"/>
                </a:ext>
              </a:extLst>
            </p:cNvPr>
            <p:cNvSpPr/>
            <p:nvPr/>
          </p:nvSpPr>
          <p:spPr bwMode="auto">
            <a:xfrm>
              <a:off x="5644688" y="2865535"/>
              <a:ext cx="56752" cy="83777"/>
            </a:xfrm>
            <a:custGeom>
              <a:avLst/>
              <a:gdLst>
                <a:gd name="T0" fmla="*/ 5 w 37"/>
                <a:gd name="T1" fmla="*/ 52 h 54"/>
                <a:gd name="T2" fmla="*/ 37 w 37"/>
                <a:gd name="T3" fmla="*/ 50 h 54"/>
                <a:gd name="T4" fmla="*/ 31 w 37"/>
                <a:gd name="T5" fmla="*/ 10 h 54"/>
                <a:gd name="T6" fmla="*/ 29 w 37"/>
                <a:gd name="T7" fmla="*/ 6 h 54"/>
                <a:gd name="T8" fmla="*/ 23 w 37"/>
                <a:gd name="T9" fmla="*/ 2 h 54"/>
                <a:gd name="T10" fmla="*/ 1 w 37"/>
                <a:gd name="T11" fmla="*/ 12 h 54"/>
                <a:gd name="T12" fmla="*/ 5 w 37"/>
                <a:gd name="T13" fmla="*/ 52 h 54"/>
              </a:gdLst>
              <a:ahLst/>
              <a:cxnLst>
                <a:cxn ang="0">
                  <a:pos x="T0" y="T1"/>
                </a:cxn>
                <a:cxn ang="0">
                  <a:pos x="T2" y="T3"/>
                </a:cxn>
                <a:cxn ang="0">
                  <a:pos x="T4" y="T5"/>
                </a:cxn>
                <a:cxn ang="0">
                  <a:pos x="T6" y="T7"/>
                </a:cxn>
                <a:cxn ang="0">
                  <a:pos x="T8" y="T9"/>
                </a:cxn>
                <a:cxn ang="0">
                  <a:pos x="T10" y="T11"/>
                </a:cxn>
                <a:cxn ang="0">
                  <a:pos x="T12" y="T13"/>
                </a:cxn>
              </a:cxnLst>
              <a:rect l="0" t="0" r="r" b="b"/>
              <a:pathLst>
                <a:path w="37" h="54">
                  <a:moveTo>
                    <a:pt x="5" y="52"/>
                  </a:moveTo>
                  <a:cubicBezTo>
                    <a:pt x="16" y="54"/>
                    <a:pt x="27" y="53"/>
                    <a:pt x="37" y="50"/>
                  </a:cubicBezTo>
                  <a:cubicBezTo>
                    <a:pt x="35" y="37"/>
                    <a:pt x="33" y="23"/>
                    <a:pt x="31" y="10"/>
                  </a:cubicBezTo>
                  <a:cubicBezTo>
                    <a:pt x="31" y="9"/>
                    <a:pt x="30" y="7"/>
                    <a:pt x="29" y="6"/>
                  </a:cubicBezTo>
                  <a:cubicBezTo>
                    <a:pt x="28" y="4"/>
                    <a:pt x="25" y="3"/>
                    <a:pt x="23" y="2"/>
                  </a:cubicBezTo>
                  <a:cubicBezTo>
                    <a:pt x="13" y="1"/>
                    <a:pt x="0" y="0"/>
                    <a:pt x="1" y="12"/>
                  </a:cubicBezTo>
                  <a:cubicBezTo>
                    <a:pt x="2" y="25"/>
                    <a:pt x="3" y="39"/>
                    <a:pt x="5" y="5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3" name="任意多边形 193">
              <a:extLst>
                <a:ext uri="{FF2B5EF4-FFF2-40B4-BE49-F238E27FC236}">
                  <a16:creationId xmlns:a16="http://schemas.microsoft.com/office/drawing/2014/main" id="{F0AE2B41-75E0-5385-765C-36CF389FA273}"/>
                </a:ext>
              </a:extLst>
            </p:cNvPr>
            <p:cNvSpPr/>
            <p:nvPr/>
          </p:nvSpPr>
          <p:spPr bwMode="auto">
            <a:xfrm>
              <a:off x="5569920" y="2438545"/>
              <a:ext cx="146835" cy="447710"/>
            </a:xfrm>
            <a:custGeom>
              <a:avLst/>
              <a:gdLst>
                <a:gd name="T0" fmla="*/ 90 w 96"/>
                <a:gd name="T1" fmla="*/ 47 h 291"/>
                <a:gd name="T2" fmla="*/ 25 w 96"/>
                <a:gd name="T3" fmla="*/ 42 h 291"/>
                <a:gd name="T4" fmla="*/ 46 w 96"/>
                <a:gd name="T5" fmla="*/ 291 h 291"/>
                <a:gd name="T6" fmla="*/ 84 w 96"/>
                <a:gd name="T7" fmla="*/ 291 h 291"/>
                <a:gd name="T8" fmla="*/ 90 w 96"/>
                <a:gd name="T9" fmla="*/ 47 h 291"/>
              </a:gdLst>
              <a:ahLst/>
              <a:cxnLst>
                <a:cxn ang="0">
                  <a:pos x="T0" y="T1"/>
                </a:cxn>
                <a:cxn ang="0">
                  <a:pos x="T2" y="T3"/>
                </a:cxn>
                <a:cxn ang="0">
                  <a:pos x="T4" y="T5"/>
                </a:cxn>
                <a:cxn ang="0">
                  <a:pos x="T6" y="T7"/>
                </a:cxn>
                <a:cxn ang="0">
                  <a:pos x="T8" y="T9"/>
                </a:cxn>
              </a:cxnLst>
              <a:rect l="0" t="0" r="r" b="b"/>
              <a:pathLst>
                <a:path w="96" h="291">
                  <a:moveTo>
                    <a:pt x="90" y="47"/>
                  </a:moveTo>
                  <a:cubicBezTo>
                    <a:pt x="78" y="24"/>
                    <a:pt x="40" y="0"/>
                    <a:pt x="25" y="42"/>
                  </a:cubicBezTo>
                  <a:cubicBezTo>
                    <a:pt x="0" y="110"/>
                    <a:pt x="31" y="212"/>
                    <a:pt x="46" y="291"/>
                  </a:cubicBezTo>
                  <a:cubicBezTo>
                    <a:pt x="84" y="291"/>
                    <a:pt x="84" y="291"/>
                    <a:pt x="84" y="291"/>
                  </a:cubicBezTo>
                  <a:cubicBezTo>
                    <a:pt x="85" y="283"/>
                    <a:pt x="96" y="59"/>
                    <a:pt x="90" y="47"/>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4" name="任意多边形 194">
              <a:extLst>
                <a:ext uri="{FF2B5EF4-FFF2-40B4-BE49-F238E27FC236}">
                  <a16:creationId xmlns:a16="http://schemas.microsoft.com/office/drawing/2014/main" id="{9DBBE0C6-0F81-DC36-11F4-0FC96022CED8}"/>
                </a:ext>
              </a:extLst>
            </p:cNvPr>
            <p:cNvSpPr/>
            <p:nvPr/>
          </p:nvSpPr>
          <p:spPr bwMode="auto">
            <a:xfrm>
              <a:off x="5622167" y="2891659"/>
              <a:ext cx="142330" cy="121611"/>
            </a:xfrm>
            <a:custGeom>
              <a:avLst/>
              <a:gdLst>
                <a:gd name="T0" fmla="*/ 0 w 93"/>
                <a:gd name="T1" fmla="*/ 30 h 79"/>
                <a:gd name="T2" fmla="*/ 21 w 93"/>
                <a:gd name="T3" fmla="*/ 3 h 79"/>
                <a:gd name="T4" fmla="*/ 28 w 93"/>
                <a:gd name="T5" fmla="*/ 16 h 79"/>
                <a:gd name="T6" fmla="*/ 39 w 93"/>
                <a:gd name="T7" fmla="*/ 22 h 79"/>
                <a:gd name="T8" fmla="*/ 44 w 93"/>
                <a:gd name="T9" fmla="*/ 14 h 79"/>
                <a:gd name="T10" fmla="*/ 71 w 93"/>
                <a:gd name="T11" fmla="*/ 55 h 79"/>
                <a:gd name="T12" fmla="*/ 86 w 93"/>
                <a:gd name="T13" fmla="*/ 61 h 79"/>
                <a:gd name="T14" fmla="*/ 91 w 93"/>
                <a:gd name="T15" fmla="*/ 76 h 79"/>
                <a:gd name="T16" fmla="*/ 86 w 93"/>
                <a:gd name="T17" fmla="*/ 79 h 79"/>
                <a:gd name="T18" fmla="*/ 19 w 93"/>
                <a:gd name="T19" fmla="*/ 51 h 79"/>
                <a:gd name="T20" fmla="*/ 20 w 93"/>
                <a:gd name="T21" fmla="*/ 36 h 79"/>
                <a:gd name="T22" fmla="*/ 9 w 93"/>
                <a:gd name="T23" fmla="*/ 46 h 79"/>
                <a:gd name="T24" fmla="*/ 0 w 93"/>
                <a:gd name="T25" fmla="*/ 3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79">
                  <a:moveTo>
                    <a:pt x="0" y="30"/>
                  </a:moveTo>
                  <a:cubicBezTo>
                    <a:pt x="4" y="27"/>
                    <a:pt x="14" y="0"/>
                    <a:pt x="21" y="3"/>
                  </a:cubicBezTo>
                  <a:cubicBezTo>
                    <a:pt x="26" y="5"/>
                    <a:pt x="26" y="13"/>
                    <a:pt x="28" y="16"/>
                  </a:cubicBezTo>
                  <a:cubicBezTo>
                    <a:pt x="30" y="19"/>
                    <a:pt x="36" y="20"/>
                    <a:pt x="39" y="22"/>
                  </a:cubicBezTo>
                  <a:cubicBezTo>
                    <a:pt x="44" y="14"/>
                    <a:pt x="44" y="14"/>
                    <a:pt x="44" y="14"/>
                  </a:cubicBezTo>
                  <a:cubicBezTo>
                    <a:pt x="65" y="22"/>
                    <a:pt x="50" y="46"/>
                    <a:pt x="71" y="55"/>
                  </a:cubicBezTo>
                  <a:cubicBezTo>
                    <a:pt x="76" y="57"/>
                    <a:pt x="81" y="58"/>
                    <a:pt x="86" y="61"/>
                  </a:cubicBezTo>
                  <a:cubicBezTo>
                    <a:pt x="90" y="65"/>
                    <a:pt x="93" y="71"/>
                    <a:pt x="91" y="76"/>
                  </a:cubicBezTo>
                  <a:cubicBezTo>
                    <a:pt x="90" y="77"/>
                    <a:pt x="88" y="79"/>
                    <a:pt x="86" y="79"/>
                  </a:cubicBezTo>
                  <a:cubicBezTo>
                    <a:pt x="19" y="51"/>
                    <a:pt x="19" y="51"/>
                    <a:pt x="19" y="51"/>
                  </a:cubicBezTo>
                  <a:cubicBezTo>
                    <a:pt x="19" y="51"/>
                    <a:pt x="18" y="38"/>
                    <a:pt x="20" y="36"/>
                  </a:cubicBezTo>
                  <a:cubicBezTo>
                    <a:pt x="18" y="37"/>
                    <a:pt x="11" y="46"/>
                    <a:pt x="9" y="46"/>
                  </a:cubicBezTo>
                  <a:lnTo>
                    <a:pt x="0" y="30"/>
                  </a:ln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5" name="任意多边形 195">
              <a:extLst>
                <a:ext uri="{FF2B5EF4-FFF2-40B4-BE49-F238E27FC236}">
                  <a16:creationId xmlns:a16="http://schemas.microsoft.com/office/drawing/2014/main" id="{FC802B72-2672-635F-3821-095D5E648157}"/>
                </a:ext>
              </a:extLst>
            </p:cNvPr>
            <p:cNvSpPr/>
            <p:nvPr/>
          </p:nvSpPr>
          <p:spPr bwMode="auto">
            <a:xfrm>
              <a:off x="5618564" y="1902555"/>
              <a:ext cx="1054865" cy="250429"/>
            </a:xfrm>
            <a:custGeom>
              <a:avLst/>
              <a:gdLst>
                <a:gd name="T0" fmla="*/ 8 w 687"/>
                <a:gd name="T1" fmla="*/ 142 h 163"/>
                <a:gd name="T2" fmla="*/ 683 w 687"/>
                <a:gd name="T3" fmla="*/ 1 h 163"/>
                <a:gd name="T4" fmla="*/ 687 w 687"/>
                <a:gd name="T5" fmla="*/ 3 h 163"/>
                <a:gd name="T6" fmla="*/ 684 w 687"/>
                <a:gd name="T7" fmla="*/ 7 h 163"/>
                <a:gd name="T8" fmla="*/ 13 w 687"/>
                <a:gd name="T9" fmla="*/ 162 h 163"/>
                <a:gd name="T10" fmla="*/ 1 w 687"/>
                <a:gd name="T11" fmla="*/ 154 h 163"/>
                <a:gd name="T12" fmla="*/ 8 w 687"/>
                <a:gd name="T13" fmla="*/ 142 h 163"/>
                <a:gd name="T14" fmla="*/ 8 w 687"/>
                <a:gd name="T15" fmla="*/ 142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7" h="163">
                  <a:moveTo>
                    <a:pt x="8" y="142"/>
                  </a:moveTo>
                  <a:cubicBezTo>
                    <a:pt x="683" y="1"/>
                    <a:pt x="683" y="1"/>
                    <a:pt x="683" y="1"/>
                  </a:cubicBezTo>
                  <a:cubicBezTo>
                    <a:pt x="685" y="0"/>
                    <a:pt x="687" y="2"/>
                    <a:pt x="687" y="3"/>
                  </a:cubicBezTo>
                  <a:cubicBezTo>
                    <a:pt x="687" y="5"/>
                    <a:pt x="686" y="7"/>
                    <a:pt x="684" y="7"/>
                  </a:cubicBezTo>
                  <a:cubicBezTo>
                    <a:pt x="13" y="162"/>
                    <a:pt x="13" y="162"/>
                    <a:pt x="13" y="162"/>
                  </a:cubicBezTo>
                  <a:cubicBezTo>
                    <a:pt x="7" y="163"/>
                    <a:pt x="2" y="160"/>
                    <a:pt x="1" y="154"/>
                  </a:cubicBezTo>
                  <a:cubicBezTo>
                    <a:pt x="0" y="149"/>
                    <a:pt x="3" y="144"/>
                    <a:pt x="8" y="142"/>
                  </a:cubicBezTo>
                  <a:cubicBezTo>
                    <a:pt x="8" y="142"/>
                    <a:pt x="8" y="142"/>
                    <a:pt x="8" y="142"/>
                  </a:cubicBezTo>
                  <a:close/>
                </a:path>
              </a:pathLst>
            </a:custGeom>
            <a:solidFill>
              <a:srgbClr val="7EA8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6" name="任意多边形 196">
              <a:extLst>
                <a:ext uri="{FF2B5EF4-FFF2-40B4-BE49-F238E27FC236}">
                  <a16:creationId xmlns:a16="http://schemas.microsoft.com/office/drawing/2014/main" id="{09C6943D-9D6D-A63B-B735-99F0D2BA8338}"/>
                </a:ext>
              </a:extLst>
            </p:cNvPr>
            <p:cNvSpPr/>
            <p:nvPr/>
          </p:nvSpPr>
          <p:spPr bwMode="auto">
            <a:xfrm>
              <a:off x="5279854" y="1991736"/>
              <a:ext cx="248627" cy="295470"/>
            </a:xfrm>
            <a:custGeom>
              <a:avLst/>
              <a:gdLst>
                <a:gd name="T0" fmla="*/ 47 w 162"/>
                <a:gd name="T1" fmla="*/ 128 h 192"/>
                <a:gd name="T2" fmla="*/ 1 w 162"/>
                <a:gd name="T3" fmla="*/ 21 h 192"/>
                <a:gd name="T4" fmla="*/ 7 w 162"/>
                <a:gd name="T5" fmla="*/ 2 h 192"/>
                <a:gd name="T6" fmla="*/ 18 w 162"/>
                <a:gd name="T7" fmla="*/ 1 h 192"/>
                <a:gd name="T8" fmla="*/ 28 w 162"/>
                <a:gd name="T9" fmla="*/ 8 h 192"/>
                <a:gd name="T10" fmla="*/ 125 w 162"/>
                <a:gd name="T11" fmla="*/ 99 h 192"/>
                <a:gd name="T12" fmla="*/ 151 w 162"/>
                <a:gd name="T13" fmla="*/ 131 h 192"/>
                <a:gd name="T14" fmla="*/ 158 w 162"/>
                <a:gd name="T15" fmla="*/ 171 h 192"/>
                <a:gd name="T16" fmla="*/ 143 w 162"/>
                <a:gd name="T17" fmla="*/ 190 h 192"/>
                <a:gd name="T18" fmla="*/ 124 w 162"/>
                <a:gd name="T19" fmla="*/ 184 h 192"/>
                <a:gd name="T20" fmla="*/ 71 w 162"/>
                <a:gd name="T21" fmla="*/ 152 h 192"/>
                <a:gd name="T22" fmla="*/ 47 w 162"/>
                <a:gd name="T23" fmla="*/ 12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2" h="192">
                  <a:moveTo>
                    <a:pt x="47" y="128"/>
                  </a:moveTo>
                  <a:cubicBezTo>
                    <a:pt x="22" y="97"/>
                    <a:pt x="6" y="60"/>
                    <a:pt x="1" y="21"/>
                  </a:cubicBezTo>
                  <a:cubicBezTo>
                    <a:pt x="0" y="14"/>
                    <a:pt x="1" y="6"/>
                    <a:pt x="7" y="2"/>
                  </a:cubicBezTo>
                  <a:cubicBezTo>
                    <a:pt x="10" y="0"/>
                    <a:pt x="14" y="0"/>
                    <a:pt x="18" y="1"/>
                  </a:cubicBezTo>
                  <a:cubicBezTo>
                    <a:pt x="21" y="3"/>
                    <a:pt x="25" y="5"/>
                    <a:pt x="28" y="8"/>
                  </a:cubicBezTo>
                  <a:cubicBezTo>
                    <a:pt x="63" y="35"/>
                    <a:pt x="94" y="67"/>
                    <a:pt x="125" y="99"/>
                  </a:cubicBezTo>
                  <a:cubicBezTo>
                    <a:pt x="135" y="109"/>
                    <a:pt x="145" y="119"/>
                    <a:pt x="151" y="131"/>
                  </a:cubicBezTo>
                  <a:cubicBezTo>
                    <a:pt x="158" y="143"/>
                    <a:pt x="162" y="158"/>
                    <a:pt x="158" y="171"/>
                  </a:cubicBezTo>
                  <a:cubicBezTo>
                    <a:pt x="156" y="178"/>
                    <a:pt x="151" y="188"/>
                    <a:pt x="143" y="190"/>
                  </a:cubicBezTo>
                  <a:cubicBezTo>
                    <a:pt x="137" y="192"/>
                    <a:pt x="129" y="187"/>
                    <a:pt x="124" y="184"/>
                  </a:cubicBezTo>
                  <a:cubicBezTo>
                    <a:pt x="105" y="176"/>
                    <a:pt x="87" y="166"/>
                    <a:pt x="71" y="152"/>
                  </a:cubicBezTo>
                  <a:cubicBezTo>
                    <a:pt x="62" y="145"/>
                    <a:pt x="54" y="137"/>
                    <a:pt x="47" y="128"/>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7" name="任意多边形 197">
              <a:extLst>
                <a:ext uri="{FF2B5EF4-FFF2-40B4-BE49-F238E27FC236}">
                  <a16:creationId xmlns:a16="http://schemas.microsoft.com/office/drawing/2014/main" id="{9CE82A1D-82A8-ED32-0F74-DD208CE3DD88}"/>
                </a:ext>
              </a:extLst>
            </p:cNvPr>
            <p:cNvSpPr/>
            <p:nvPr/>
          </p:nvSpPr>
          <p:spPr bwMode="auto">
            <a:xfrm>
              <a:off x="5251929" y="1964712"/>
              <a:ext cx="172058" cy="231512"/>
            </a:xfrm>
            <a:custGeom>
              <a:avLst/>
              <a:gdLst>
                <a:gd name="T0" fmla="*/ 32 w 112"/>
                <a:gd name="T1" fmla="*/ 13 h 151"/>
                <a:gd name="T2" fmla="*/ 2 w 112"/>
                <a:gd name="T3" fmla="*/ 40 h 151"/>
                <a:gd name="T4" fmla="*/ 57 w 112"/>
                <a:gd name="T5" fmla="*/ 151 h 151"/>
                <a:gd name="T6" fmla="*/ 112 w 112"/>
                <a:gd name="T7" fmla="*/ 82 h 151"/>
                <a:gd name="T8" fmla="*/ 32 w 112"/>
                <a:gd name="T9" fmla="*/ 13 h 151"/>
              </a:gdLst>
              <a:ahLst/>
              <a:cxnLst>
                <a:cxn ang="0">
                  <a:pos x="T0" y="T1"/>
                </a:cxn>
                <a:cxn ang="0">
                  <a:pos x="T2" y="T3"/>
                </a:cxn>
                <a:cxn ang="0">
                  <a:pos x="T4" y="T5"/>
                </a:cxn>
                <a:cxn ang="0">
                  <a:pos x="T6" y="T7"/>
                </a:cxn>
                <a:cxn ang="0">
                  <a:pos x="T8" y="T9"/>
                </a:cxn>
              </a:cxnLst>
              <a:rect l="0" t="0" r="r" b="b"/>
              <a:pathLst>
                <a:path w="112" h="151">
                  <a:moveTo>
                    <a:pt x="32" y="13"/>
                  </a:moveTo>
                  <a:cubicBezTo>
                    <a:pt x="12" y="0"/>
                    <a:pt x="0" y="19"/>
                    <a:pt x="2" y="40"/>
                  </a:cubicBezTo>
                  <a:cubicBezTo>
                    <a:pt x="6" y="86"/>
                    <a:pt x="26" y="117"/>
                    <a:pt x="57" y="151"/>
                  </a:cubicBezTo>
                  <a:cubicBezTo>
                    <a:pt x="112" y="82"/>
                    <a:pt x="112" y="82"/>
                    <a:pt x="112" y="82"/>
                  </a:cubicBezTo>
                  <a:cubicBezTo>
                    <a:pt x="88" y="55"/>
                    <a:pt x="63" y="33"/>
                    <a:pt x="32" y="13"/>
                  </a:cubicBezTo>
                  <a:close/>
                </a:path>
              </a:pathLst>
            </a:custGeom>
            <a:solidFill>
              <a:srgbClr val="818B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8" name="任意多边形 198">
              <a:extLst>
                <a:ext uri="{FF2B5EF4-FFF2-40B4-BE49-F238E27FC236}">
                  <a16:creationId xmlns:a16="http://schemas.microsoft.com/office/drawing/2014/main" id="{CD2336D4-8021-45A7-230B-D518649F0B23}"/>
                </a:ext>
              </a:extLst>
            </p:cNvPr>
            <p:cNvSpPr/>
            <p:nvPr/>
          </p:nvSpPr>
          <p:spPr bwMode="auto">
            <a:xfrm>
              <a:off x="5471730" y="2117852"/>
              <a:ext cx="255834" cy="169355"/>
            </a:xfrm>
            <a:custGeom>
              <a:avLst/>
              <a:gdLst>
                <a:gd name="T0" fmla="*/ 157 w 167"/>
                <a:gd name="T1" fmla="*/ 1 h 110"/>
                <a:gd name="T2" fmla="*/ 166 w 167"/>
                <a:gd name="T3" fmla="*/ 18 h 110"/>
                <a:gd name="T4" fmla="*/ 29 w 167"/>
                <a:gd name="T5" fmla="*/ 106 h 110"/>
                <a:gd name="T6" fmla="*/ 7 w 167"/>
                <a:gd name="T7" fmla="*/ 106 h 110"/>
                <a:gd name="T8" fmla="*/ 0 w 167"/>
                <a:gd name="T9" fmla="*/ 88 h 110"/>
                <a:gd name="T10" fmla="*/ 9 w 167"/>
                <a:gd name="T11" fmla="*/ 53 h 110"/>
                <a:gd name="T12" fmla="*/ 27 w 167"/>
                <a:gd name="T13" fmla="*/ 45 h 110"/>
                <a:gd name="T14" fmla="*/ 157 w 167"/>
                <a:gd name="T15" fmla="*/ 1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7" h="110">
                  <a:moveTo>
                    <a:pt x="157" y="1"/>
                  </a:moveTo>
                  <a:cubicBezTo>
                    <a:pt x="164" y="3"/>
                    <a:pt x="167" y="11"/>
                    <a:pt x="166" y="18"/>
                  </a:cubicBezTo>
                  <a:cubicBezTo>
                    <a:pt x="165" y="25"/>
                    <a:pt x="52" y="99"/>
                    <a:pt x="29" y="106"/>
                  </a:cubicBezTo>
                  <a:cubicBezTo>
                    <a:pt x="22" y="108"/>
                    <a:pt x="13" y="110"/>
                    <a:pt x="7" y="106"/>
                  </a:cubicBezTo>
                  <a:cubicBezTo>
                    <a:pt x="2" y="102"/>
                    <a:pt x="0" y="94"/>
                    <a:pt x="0" y="88"/>
                  </a:cubicBezTo>
                  <a:cubicBezTo>
                    <a:pt x="0" y="77"/>
                    <a:pt x="3" y="63"/>
                    <a:pt x="9" y="53"/>
                  </a:cubicBezTo>
                  <a:cubicBezTo>
                    <a:pt x="13" y="47"/>
                    <a:pt x="20" y="47"/>
                    <a:pt x="27" y="45"/>
                  </a:cubicBezTo>
                  <a:cubicBezTo>
                    <a:pt x="52" y="37"/>
                    <a:pt x="153" y="0"/>
                    <a:pt x="157" y="1"/>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09" name="任意多边形 199">
              <a:extLst>
                <a:ext uri="{FF2B5EF4-FFF2-40B4-BE49-F238E27FC236}">
                  <a16:creationId xmlns:a16="http://schemas.microsoft.com/office/drawing/2014/main" id="{9D50B858-22DD-3F45-BE27-42D693167497}"/>
                </a:ext>
              </a:extLst>
            </p:cNvPr>
            <p:cNvSpPr/>
            <p:nvPr/>
          </p:nvSpPr>
          <p:spPr bwMode="auto">
            <a:xfrm>
              <a:off x="5694233" y="2093529"/>
              <a:ext cx="130620" cy="80174"/>
            </a:xfrm>
            <a:custGeom>
              <a:avLst/>
              <a:gdLst>
                <a:gd name="T0" fmla="*/ 27 w 85"/>
                <a:gd name="T1" fmla="*/ 3 h 52"/>
                <a:gd name="T2" fmla="*/ 36 w 85"/>
                <a:gd name="T3" fmla="*/ 3 h 52"/>
                <a:gd name="T4" fmla="*/ 34 w 85"/>
                <a:gd name="T5" fmla="*/ 9 h 52"/>
                <a:gd name="T6" fmla="*/ 30 w 85"/>
                <a:gd name="T7" fmla="*/ 13 h 52"/>
                <a:gd name="T8" fmla="*/ 35 w 85"/>
                <a:gd name="T9" fmla="*/ 21 h 52"/>
                <a:gd name="T10" fmla="*/ 45 w 85"/>
                <a:gd name="T11" fmla="*/ 21 h 52"/>
                <a:gd name="T12" fmla="*/ 73 w 85"/>
                <a:gd name="T13" fmla="*/ 15 h 52"/>
                <a:gd name="T14" fmla="*/ 84 w 85"/>
                <a:gd name="T15" fmla="*/ 18 h 52"/>
                <a:gd name="T16" fmla="*/ 83 w 85"/>
                <a:gd name="T17" fmla="*/ 26 h 52"/>
                <a:gd name="T18" fmla="*/ 58 w 85"/>
                <a:gd name="T19" fmla="*/ 48 h 52"/>
                <a:gd name="T20" fmla="*/ 25 w 85"/>
                <a:gd name="T21" fmla="*/ 47 h 52"/>
                <a:gd name="T22" fmla="*/ 10 w 85"/>
                <a:gd name="T23" fmla="*/ 33 h 52"/>
                <a:gd name="T24" fmla="*/ 27 w 85"/>
                <a:gd name="T25"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2">
                  <a:moveTo>
                    <a:pt x="27" y="3"/>
                  </a:moveTo>
                  <a:cubicBezTo>
                    <a:pt x="30" y="2"/>
                    <a:pt x="35" y="0"/>
                    <a:pt x="36" y="3"/>
                  </a:cubicBezTo>
                  <a:cubicBezTo>
                    <a:pt x="37" y="5"/>
                    <a:pt x="36" y="7"/>
                    <a:pt x="34" y="9"/>
                  </a:cubicBezTo>
                  <a:cubicBezTo>
                    <a:pt x="33" y="10"/>
                    <a:pt x="31" y="11"/>
                    <a:pt x="30" y="13"/>
                  </a:cubicBezTo>
                  <a:cubicBezTo>
                    <a:pt x="29" y="16"/>
                    <a:pt x="32" y="20"/>
                    <a:pt x="35" y="21"/>
                  </a:cubicBezTo>
                  <a:cubicBezTo>
                    <a:pt x="38" y="22"/>
                    <a:pt x="42" y="22"/>
                    <a:pt x="45" y="21"/>
                  </a:cubicBezTo>
                  <a:cubicBezTo>
                    <a:pt x="54" y="19"/>
                    <a:pt x="64" y="17"/>
                    <a:pt x="73" y="15"/>
                  </a:cubicBezTo>
                  <a:cubicBezTo>
                    <a:pt x="77" y="15"/>
                    <a:pt x="82" y="14"/>
                    <a:pt x="84" y="18"/>
                  </a:cubicBezTo>
                  <a:cubicBezTo>
                    <a:pt x="85" y="20"/>
                    <a:pt x="84" y="23"/>
                    <a:pt x="83" y="26"/>
                  </a:cubicBezTo>
                  <a:cubicBezTo>
                    <a:pt x="78" y="36"/>
                    <a:pt x="69" y="44"/>
                    <a:pt x="58" y="48"/>
                  </a:cubicBezTo>
                  <a:cubicBezTo>
                    <a:pt x="47" y="52"/>
                    <a:pt x="35" y="52"/>
                    <a:pt x="25" y="47"/>
                  </a:cubicBezTo>
                  <a:cubicBezTo>
                    <a:pt x="19" y="44"/>
                    <a:pt x="13" y="39"/>
                    <a:pt x="10" y="33"/>
                  </a:cubicBezTo>
                  <a:cubicBezTo>
                    <a:pt x="0" y="16"/>
                    <a:pt x="15" y="11"/>
                    <a:pt x="27" y="3"/>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0" name="任意多边形 200">
              <a:extLst>
                <a:ext uri="{FF2B5EF4-FFF2-40B4-BE49-F238E27FC236}">
                  <a16:creationId xmlns:a16="http://schemas.microsoft.com/office/drawing/2014/main" id="{4B19A669-DE23-D8F0-428B-979C81364115}"/>
                </a:ext>
              </a:extLst>
            </p:cNvPr>
            <p:cNvSpPr/>
            <p:nvPr/>
          </p:nvSpPr>
          <p:spPr bwMode="auto">
            <a:xfrm>
              <a:off x="6401380" y="3418641"/>
              <a:ext cx="720659" cy="720659"/>
            </a:xfrm>
            <a:custGeom>
              <a:avLst/>
              <a:gdLst>
                <a:gd name="T0" fmla="*/ 290 w 469"/>
                <a:gd name="T1" fmla="*/ 461 h 469"/>
                <a:gd name="T2" fmla="*/ 9 w 469"/>
                <a:gd name="T3" fmla="*/ 179 h 469"/>
                <a:gd name="T4" fmla="*/ 9 w 469"/>
                <a:gd name="T5" fmla="*/ 148 h 469"/>
                <a:gd name="T6" fmla="*/ 148 w 469"/>
                <a:gd name="T7" fmla="*/ 9 h 469"/>
                <a:gd name="T8" fmla="*/ 179 w 469"/>
                <a:gd name="T9" fmla="*/ 9 h 469"/>
                <a:gd name="T10" fmla="*/ 460 w 469"/>
                <a:gd name="T11" fmla="*/ 291 h 469"/>
                <a:gd name="T12" fmla="*/ 460 w 469"/>
                <a:gd name="T13" fmla="*/ 322 h 469"/>
                <a:gd name="T14" fmla="*/ 321 w 469"/>
                <a:gd name="T15" fmla="*/ 461 h 469"/>
                <a:gd name="T16" fmla="*/ 290 w 469"/>
                <a:gd name="T17" fmla="*/ 46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9" h="469">
                  <a:moveTo>
                    <a:pt x="290" y="461"/>
                  </a:moveTo>
                  <a:cubicBezTo>
                    <a:pt x="9" y="179"/>
                    <a:pt x="9" y="179"/>
                    <a:pt x="9" y="179"/>
                  </a:cubicBezTo>
                  <a:cubicBezTo>
                    <a:pt x="0" y="170"/>
                    <a:pt x="0" y="156"/>
                    <a:pt x="9" y="148"/>
                  </a:cubicBezTo>
                  <a:cubicBezTo>
                    <a:pt x="148" y="9"/>
                    <a:pt x="148" y="9"/>
                    <a:pt x="148" y="9"/>
                  </a:cubicBezTo>
                  <a:cubicBezTo>
                    <a:pt x="156" y="0"/>
                    <a:pt x="170" y="0"/>
                    <a:pt x="179" y="9"/>
                  </a:cubicBezTo>
                  <a:cubicBezTo>
                    <a:pt x="460" y="291"/>
                    <a:pt x="460" y="291"/>
                    <a:pt x="460" y="291"/>
                  </a:cubicBezTo>
                  <a:cubicBezTo>
                    <a:pt x="469" y="299"/>
                    <a:pt x="469" y="313"/>
                    <a:pt x="460" y="322"/>
                  </a:cubicBezTo>
                  <a:cubicBezTo>
                    <a:pt x="321" y="461"/>
                    <a:pt x="321" y="461"/>
                    <a:pt x="321" y="461"/>
                  </a:cubicBezTo>
                  <a:cubicBezTo>
                    <a:pt x="313" y="469"/>
                    <a:pt x="299" y="469"/>
                    <a:pt x="290" y="461"/>
                  </a:cubicBezTo>
                  <a:close/>
                </a:path>
              </a:pathLst>
            </a:custGeom>
            <a:solidFill>
              <a:srgbClr val="6498A8">
                <a:alpha val="30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1" name="矩形 2210">
              <a:extLst>
                <a:ext uri="{FF2B5EF4-FFF2-40B4-BE49-F238E27FC236}">
                  <a16:creationId xmlns:a16="http://schemas.microsoft.com/office/drawing/2014/main" id="{A8972B32-324A-AA90-28B8-3D42215A1F52}"/>
                </a:ext>
              </a:extLst>
            </p:cNvPr>
            <p:cNvSpPr/>
            <p:nvPr/>
          </p:nvSpPr>
          <p:spPr bwMode="auto">
            <a:xfrm>
              <a:off x="6649106" y="1912464"/>
              <a:ext cx="6306" cy="1338624"/>
            </a:xfrm>
            <a:prstGeom prst="rect">
              <a:avLst/>
            </a:prstGeom>
            <a:solidFill>
              <a:srgbClr val="7EA8C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2" name="任意多边形 202">
              <a:extLst>
                <a:ext uri="{FF2B5EF4-FFF2-40B4-BE49-F238E27FC236}">
                  <a16:creationId xmlns:a16="http://schemas.microsoft.com/office/drawing/2014/main" id="{01CAA816-C6C3-B8E3-9FF9-CFB82B04D94B}"/>
                </a:ext>
              </a:extLst>
            </p:cNvPr>
            <p:cNvSpPr/>
            <p:nvPr/>
          </p:nvSpPr>
          <p:spPr bwMode="auto">
            <a:xfrm>
              <a:off x="6401380" y="3245683"/>
              <a:ext cx="720659" cy="719758"/>
            </a:xfrm>
            <a:custGeom>
              <a:avLst/>
              <a:gdLst>
                <a:gd name="T0" fmla="*/ 290 w 469"/>
                <a:gd name="T1" fmla="*/ 460 h 469"/>
                <a:gd name="T2" fmla="*/ 9 w 469"/>
                <a:gd name="T3" fmla="*/ 178 h 469"/>
                <a:gd name="T4" fmla="*/ 9 w 469"/>
                <a:gd name="T5" fmla="*/ 147 h 469"/>
                <a:gd name="T6" fmla="*/ 148 w 469"/>
                <a:gd name="T7" fmla="*/ 8 h 469"/>
                <a:gd name="T8" fmla="*/ 179 w 469"/>
                <a:gd name="T9" fmla="*/ 8 h 469"/>
                <a:gd name="T10" fmla="*/ 460 w 469"/>
                <a:gd name="T11" fmla="*/ 290 h 469"/>
                <a:gd name="T12" fmla="*/ 460 w 469"/>
                <a:gd name="T13" fmla="*/ 321 h 469"/>
                <a:gd name="T14" fmla="*/ 321 w 469"/>
                <a:gd name="T15" fmla="*/ 460 h 469"/>
                <a:gd name="T16" fmla="*/ 290 w 469"/>
                <a:gd name="T17" fmla="*/ 46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9" h="469">
                  <a:moveTo>
                    <a:pt x="290" y="460"/>
                  </a:moveTo>
                  <a:cubicBezTo>
                    <a:pt x="9" y="178"/>
                    <a:pt x="9" y="178"/>
                    <a:pt x="9" y="178"/>
                  </a:cubicBezTo>
                  <a:cubicBezTo>
                    <a:pt x="0" y="170"/>
                    <a:pt x="0" y="156"/>
                    <a:pt x="9" y="147"/>
                  </a:cubicBezTo>
                  <a:cubicBezTo>
                    <a:pt x="148" y="8"/>
                    <a:pt x="148" y="8"/>
                    <a:pt x="148" y="8"/>
                  </a:cubicBezTo>
                  <a:cubicBezTo>
                    <a:pt x="156" y="0"/>
                    <a:pt x="170" y="0"/>
                    <a:pt x="179" y="8"/>
                  </a:cubicBezTo>
                  <a:cubicBezTo>
                    <a:pt x="460" y="290"/>
                    <a:pt x="460" y="290"/>
                    <a:pt x="460" y="290"/>
                  </a:cubicBezTo>
                  <a:cubicBezTo>
                    <a:pt x="469" y="299"/>
                    <a:pt x="469" y="313"/>
                    <a:pt x="460" y="321"/>
                  </a:cubicBezTo>
                  <a:cubicBezTo>
                    <a:pt x="321" y="460"/>
                    <a:pt x="321" y="460"/>
                    <a:pt x="321" y="460"/>
                  </a:cubicBezTo>
                  <a:cubicBezTo>
                    <a:pt x="313" y="469"/>
                    <a:pt x="299" y="469"/>
                    <a:pt x="290" y="460"/>
                  </a:cubicBezTo>
                  <a:close/>
                </a:path>
              </a:pathLst>
            </a:custGeom>
            <a:solidFill>
              <a:srgbClr val="FE6B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3" name="任意多边形 203">
              <a:extLst>
                <a:ext uri="{FF2B5EF4-FFF2-40B4-BE49-F238E27FC236}">
                  <a16:creationId xmlns:a16="http://schemas.microsoft.com/office/drawing/2014/main" id="{7D541F34-187A-344C-5903-9B84FA7D6A29}"/>
                </a:ext>
              </a:extLst>
            </p:cNvPr>
            <p:cNvSpPr/>
            <p:nvPr/>
          </p:nvSpPr>
          <p:spPr bwMode="auto">
            <a:xfrm>
              <a:off x="2943118" y="4017688"/>
              <a:ext cx="194578" cy="526982"/>
            </a:xfrm>
            <a:custGeom>
              <a:avLst/>
              <a:gdLst>
                <a:gd name="T0" fmla="*/ 88 w 127"/>
                <a:gd name="T1" fmla="*/ 313 h 343"/>
                <a:gd name="T2" fmla="*/ 68 w 127"/>
                <a:gd name="T3" fmla="*/ 341 h 343"/>
                <a:gd name="T4" fmla="*/ 32 w 127"/>
                <a:gd name="T5" fmla="*/ 323 h 343"/>
                <a:gd name="T6" fmla="*/ 7 w 127"/>
                <a:gd name="T7" fmla="*/ 23 h 343"/>
                <a:gd name="T8" fmla="*/ 124 w 127"/>
                <a:gd name="T9" fmla="*/ 71 h 343"/>
                <a:gd name="T10" fmla="*/ 111 w 127"/>
                <a:gd name="T11" fmla="*/ 224 h 343"/>
                <a:gd name="T12" fmla="*/ 88 w 127"/>
                <a:gd name="T13" fmla="*/ 313 h 343"/>
              </a:gdLst>
              <a:ahLst/>
              <a:cxnLst>
                <a:cxn ang="0">
                  <a:pos x="T0" y="T1"/>
                </a:cxn>
                <a:cxn ang="0">
                  <a:pos x="T2" y="T3"/>
                </a:cxn>
                <a:cxn ang="0">
                  <a:pos x="T4" y="T5"/>
                </a:cxn>
                <a:cxn ang="0">
                  <a:pos x="T6" y="T7"/>
                </a:cxn>
                <a:cxn ang="0">
                  <a:pos x="T8" y="T9"/>
                </a:cxn>
                <a:cxn ang="0">
                  <a:pos x="T10" y="T11"/>
                </a:cxn>
                <a:cxn ang="0">
                  <a:pos x="T12" y="T13"/>
                </a:cxn>
              </a:cxnLst>
              <a:rect l="0" t="0" r="r" b="b"/>
              <a:pathLst>
                <a:path w="127" h="343">
                  <a:moveTo>
                    <a:pt x="88" y="313"/>
                  </a:moveTo>
                  <a:cubicBezTo>
                    <a:pt x="84" y="324"/>
                    <a:pt x="78" y="338"/>
                    <a:pt x="68" y="341"/>
                  </a:cubicBezTo>
                  <a:cubicBezTo>
                    <a:pt x="60" y="343"/>
                    <a:pt x="37" y="329"/>
                    <a:pt x="32" y="323"/>
                  </a:cubicBezTo>
                  <a:cubicBezTo>
                    <a:pt x="27" y="317"/>
                    <a:pt x="0" y="40"/>
                    <a:pt x="7" y="23"/>
                  </a:cubicBezTo>
                  <a:cubicBezTo>
                    <a:pt x="16" y="0"/>
                    <a:pt x="122" y="32"/>
                    <a:pt x="124" y="71"/>
                  </a:cubicBezTo>
                  <a:cubicBezTo>
                    <a:pt x="127" y="121"/>
                    <a:pt x="120" y="175"/>
                    <a:pt x="111" y="224"/>
                  </a:cubicBezTo>
                  <a:cubicBezTo>
                    <a:pt x="105" y="254"/>
                    <a:pt x="97" y="284"/>
                    <a:pt x="88" y="313"/>
                  </a:cubicBezTo>
                  <a:close/>
                </a:path>
              </a:pathLst>
            </a:custGeom>
            <a:solidFill>
              <a:srgbClr val="222B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4" name="任意多边形 204">
              <a:extLst>
                <a:ext uri="{FF2B5EF4-FFF2-40B4-BE49-F238E27FC236}">
                  <a16:creationId xmlns:a16="http://schemas.microsoft.com/office/drawing/2014/main" id="{297A5550-A13A-EF1C-E015-5CFF86CA82F9}"/>
                </a:ext>
              </a:extLst>
            </p:cNvPr>
            <p:cNvSpPr/>
            <p:nvPr/>
          </p:nvSpPr>
          <p:spPr bwMode="auto">
            <a:xfrm>
              <a:off x="3290836" y="4771678"/>
              <a:ext cx="67562" cy="89182"/>
            </a:xfrm>
            <a:custGeom>
              <a:avLst/>
              <a:gdLst>
                <a:gd name="T0" fmla="*/ 44 w 44"/>
                <a:gd name="T1" fmla="*/ 49 h 58"/>
                <a:gd name="T2" fmla="*/ 12 w 44"/>
                <a:gd name="T3" fmla="*/ 58 h 58"/>
                <a:gd name="T4" fmla="*/ 1 w 44"/>
                <a:gd name="T5" fmla="*/ 20 h 58"/>
                <a:gd name="T6" fmla="*/ 1 w 44"/>
                <a:gd name="T7" fmla="*/ 15 h 58"/>
                <a:gd name="T8" fmla="*/ 5 w 44"/>
                <a:gd name="T9" fmla="*/ 10 h 58"/>
                <a:gd name="T10" fmla="*/ 30 w 44"/>
                <a:gd name="T11" fmla="*/ 11 h 58"/>
                <a:gd name="T12" fmla="*/ 44 w 44"/>
                <a:gd name="T13" fmla="*/ 49 h 58"/>
              </a:gdLst>
              <a:ahLst/>
              <a:cxnLst>
                <a:cxn ang="0">
                  <a:pos x="T0" y="T1"/>
                </a:cxn>
                <a:cxn ang="0">
                  <a:pos x="T2" y="T3"/>
                </a:cxn>
                <a:cxn ang="0">
                  <a:pos x="T4" y="T5"/>
                </a:cxn>
                <a:cxn ang="0">
                  <a:pos x="T6" y="T7"/>
                </a:cxn>
                <a:cxn ang="0">
                  <a:pos x="T8" y="T9"/>
                </a:cxn>
                <a:cxn ang="0">
                  <a:pos x="T10" y="T11"/>
                </a:cxn>
                <a:cxn ang="0">
                  <a:pos x="T12" y="T13"/>
                </a:cxn>
              </a:cxnLst>
              <a:rect l="0" t="0" r="r" b="b"/>
              <a:pathLst>
                <a:path w="44" h="58">
                  <a:moveTo>
                    <a:pt x="44" y="49"/>
                  </a:moveTo>
                  <a:cubicBezTo>
                    <a:pt x="34" y="54"/>
                    <a:pt x="23" y="57"/>
                    <a:pt x="12" y="58"/>
                  </a:cubicBezTo>
                  <a:cubicBezTo>
                    <a:pt x="8" y="45"/>
                    <a:pt x="5" y="32"/>
                    <a:pt x="1" y="20"/>
                  </a:cubicBezTo>
                  <a:cubicBezTo>
                    <a:pt x="1" y="18"/>
                    <a:pt x="0" y="17"/>
                    <a:pt x="1" y="15"/>
                  </a:cubicBezTo>
                  <a:cubicBezTo>
                    <a:pt x="1" y="13"/>
                    <a:pt x="3" y="11"/>
                    <a:pt x="5" y="10"/>
                  </a:cubicBezTo>
                  <a:cubicBezTo>
                    <a:pt x="13" y="5"/>
                    <a:pt x="26" y="0"/>
                    <a:pt x="30" y="11"/>
                  </a:cubicBezTo>
                  <a:cubicBezTo>
                    <a:pt x="35" y="24"/>
                    <a:pt x="40" y="36"/>
                    <a:pt x="44" y="49"/>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5" name="任意多边形 205">
              <a:extLst>
                <a:ext uri="{FF2B5EF4-FFF2-40B4-BE49-F238E27FC236}">
                  <a16:creationId xmlns:a16="http://schemas.microsoft.com/office/drawing/2014/main" id="{B4A42FF5-893A-6DB6-D641-704C7DAE27E1}"/>
                </a:ext>
              </a:extLst>
            </p:cNvPr>
            <p:cNvSpPr/>
            <p:nvPr/>
          </p:nvSpPr>
          <p:spPr bwMode="auto">
            <a:xfrm>
              <a:off x="2994465" y="4813115"/>
              <a:ext cx="51347" cy="82876"/>
            </a:xfrm>
            <a:custGeom>
              <a:avLst/>
              <a:gdLst>
                <a:gd name="T0" fmla="*/ 33 w 33"/>
                <a:gd name="T1" fmla="*/ 52 h 54"/>
                <a:gd name="T2" fmla="*/ 0 w 33"/>
                <a:gd name="T3" fmla="*/ 50 h 54"/>
                <a:gd name="T4" fmla="*/ 2 w 33"/>
                <a:gd name="T5" fmla="*/ 11 h 54"/>
                <a:gd name="T6" fmla="*/ 3 w 33"/>
                <a:gd name="T7" fmla="*/ 6 h 54"/>
                <a:gd name="T8" fmla="*/ 9 w 33"/>
                <a:gd name="T9" fmla="*/ 3 h 54"/>
                <a:gd name="T10" fmla="*/ 32 w 33"/>
                <a:gd name="T11" fmla="*/ 12 h 54"/>
                <a:gd name="T12" fmla="*/ 33 w 33"/>
                <a:gd name="T13" fmla="*/ 52 h 54"/>
              </a:gdLst>
              <a:ahLst/>
              <a:cxnLst>
                <a:cxn ang="0">
                  <a:pos x="T0" y="T1"/>
                </a:cxn>
                <a:cxn ang="0">
                  <a:pos x="T2" y="T3"/>
                </a:cxn>
                <a:cxn ang="0">
                  <a:pos x="T4" y="T5"/>
                </a:cxn>
                <a:cxn ang="0">
                  <a:pos x="T6" y="T7"/>
                </a:cxn>
                <a:cxn ang="0">
                  <a:pos x="T8" y="T9"/>
                </a:cxn>
                <a:cxn ang="0">
                  <a:pos x="T10" y="T11"/>
                </a:cxn>
                <a:cxn ang="0">
                  <a:pos x="T12" y="T13"/>
                </a:cxn>
              </a:cxnLst>
              <a:rect l="0" t="0" r="r" b="b"/>
              <a:pathLst>
                <a:path w="33" h="54">
                  <a:moveTo>
                    <a:pt x="33" y="52"/>
                  </a:moveTo>
                  <a:cubicBezTo>
                    <a:pt x="22" y="54"/>
                    <a:pt x="11" y="53"/>
                    <a:pt x="0" y="50"/>
                  </a:cubicBezTo>
                  <a:cubicBezTo>
                    <a:pt x="1" y="37"/>
                    <a:pt x="1" y="24"/>
                    <a:pt x="2" y="11"/>
                  </a:cubicBezTo>
                  <a:cubicBezTo>
                    <a:pt x="2" y="9"/>
                    <a:pt x="2" y="7"/>
                    <a:pt x="3" y="6"/>
                  </a:cubicBezTo>
                  <a:cubicBezTo>
                    <a:pt x="4" y="4"/>
                    <a:pt x="7" y="3"/>
                    <a:pt x="9" y="3"/>
                  </a:cubicBezTo>
                  <a:cubicBezTo>
                    <a:pt x="18" y="1"/>
                    <a:pt x="32" y="0"/>
                    <a:pt x="32" y="12"/>
                  </a:cubicBezTo>
                  <a:cubicBezTo>
                    <a:pt x="33" y="25"/>
                    <a:pt x="33" y="39"/>
                    <a:pt x="33" y="52"/>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6" name="任意多边形 206">
              <a:extLst>
                <a:ext uri="{FF2B5EF4-FFF2-40B4-BE49-F238E27FC236}">
                  <a16:creationId xmlns:a16="http://schemas.microsoft.com/office/drawing/2014/main" id="{BB8890ED-3296-B98C-9C6D-5027D2BDB57F}"/>
                </a:ext>
              </a:extLst>
            </p:cNvPr>
            <p:cNvSpPr/>
            <p:nvPr/>
          </p:nvSpPr>
          <p:spPr bwMode="auto">
            <a:xfrm>
              <a:off x="2978250" y="4389728"/>
              <a:ext cx="154942" cy="444106"/>
            </a:xfrm>
            <a:custGeom>
              <a:avLst/>
              <a:gdLst>
                <a:gd name="T0" fmla="*/ 6 w 101"/>
                <a:gd name="T1" fmla="*/ 39 h 289"/>
                <a:gd name="T2" fmla="*/ 70 w 101"/>
                <a:gd name="T3" fmla="*/ 40 h 289"/>
                <a:gd name="T4" fmla="*/ 47 w 101"/>
                <a:gd name="T5" fmla="*/ 289 h 289"/>
                <a:gd name="T6" fmla="*/ 9 w 101"/>
                <a:gd name="T7" fmla="*/ 289 h 289"/>
                <a:gd name="T8" fmla="*/ 6 w 101"/>
                <a:gd name="T9" fmla="*/ 39 h 289"/>
              </a:gdLst>
              <a:ahLst/>
              <a:cxnLst>
                <a:cxn ang="0">
                  <a:pos x="T0" y="T1"/>
                </a:cxn>
                <a:cxn ang="0">
                  <a:pos x="T2" y="T3"/>
                </a:cxn>
                <a:cxn ang="0">
                  <a:pos x="T4" y="T5"/>
                </a:cxn>
                <a:cxn ang="0">
                  <a:pos x="T6" y="T7"/>
                </a:cxn>
                <a:cxn ang="0">
                  <a:pos x="T8" y="T9"/>
                </a:cxn>
              </a:cxnLst>
              <a:rect l="0" t="0" r="r" b="b"/>
              <a:pathLst>
                <a:path w="101" h="289">
                  <a:moveTo>
                    <a:pt x="6" y="39"/>
                  </a:moveTo>
                  <a:cubicBezTo>
                    <a:pt x="17" y="16"/>
                    <a:pt x="49" y="0"/>
                    <a:pt x="70" y="40"/>
                  </a:cubicBezTo>
                  <a:cubicBezTo>
                    <a:pt x="101" y="101"/>
                    <a:pt x="47" y="215"/>
                    <a:pt x="47" y="289"/>
                  </a:cubicBezTo>
                  <a:cubicBezTo>
                    <a:pt x="9" y="289"/>
                    <a:pt x="9" y="289"/>
                    <a:pt x="9" y="289"/>
                  </a:cubicBezTo>
                  <a:cubicBezTo>
                    <a:pt x="7" y="282"/>
                    <a:pt x="0" y="52"/>
                    <a:pt x="6" y="39"/>
                  </a:cubicBezTo>
                  <a:close/>
                </a:path>
              </a:pathLst>
            </a:custGeom>
            <a:solidFill>
              <a:srgbClr val="222B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7" name="任意多边形 207">
              <a:extLst>
                <a:ext uri="{FF2B5EF4-FFF2-40B4-BE49-F238E27FC236}">
                  <a16:creationId xmlns:a16="http://schemas.microsoft.com/office/drawing/2014/main" id="{F9B54773-C31F-FD3C-42E0-ACFCD31BC829}"/>
                </a:ext>
              </a:extLst>
            </p:cNvPr>
            <p:cNvSpPr/>
            <p:nvPr/>
          </p:nvSpPr>
          <p:spPr bwMode="auto">
            <a:xfrm>
              <a:off x="2950325" y="3985258"/>
              <a:ext cx="291867" cy="184669"/>
            </a:xfrm>
            <a:custGeom>
              <a:avLst/>
              <a:gdLst>
                <a:gd name="T0" fmla="*/ 168 w 190"/>
                <a:gd name="T1" fmla="*/ 111 h 120"/>
                <a:gd name="T2" fmla="*/ 135 w 190"/>
                <a:gd name="T3" fmla="*/ 120 h 120"/>
                <a:gd name="T4" fmla="*/ 0 w 190"/>
                <a:gd name="T5" fmla="*/ 46 h 120"/>
                <a:gd name="T6" fmla="*/ 141 w 190"/>
                <a:gd name="T7" fmla="*/ 23 h 120"/>
                <a:gd name="T8" fmla="*/ 171 w 190"/>
                <a:gd name="T9" fmla="*/ 38 h 120"/>
                <a:gd name="T10" fmla="*/ 168 w 190"/>
                <a:gd name="T11" fmla="*/ 111 h 120"/>
              </a:gdLst>
              <a:ahLst/>
              <a:cxnLst>
                <a:cxn ang="0">
                  <a:pos x="T0" y="T1"/>
                </a:cxn>
                <a:cxn ang="0">
                  <a:pos x="T2" y="T3"/>
                </a:cxn>
                <a:cxn ang="0">
                  <a:pos x="T4" y="T5"/>
                </a:cxn>
                <a:cxn ang="0">
                  <a:pos x="T6" y="T7"/>
                </a:cxn>
                <a:cxn ang="0">
                  <a:pos x="T8" y="T9"/>
                </a:cxn>
                <a:cxn ang="0">
                  <a:pos x="T10" y="T11"/>
                </a:cxn>
              </a:cxnLst>
              <a:rect l="0" t="0" r="r" b="b"/>
              <a:pathLst>
                <a:path w="190" h="120">
                  <a:moveTo>
                    <a:pt x="168" y="111"/>
                  </a:moveTo>
                  <a:cubicBezTo>
                    <a:pt x="159" y="119"/>
                    <a:pt x="147" y="120"/>
                    <a:pt x="135" y="120"/>
                  </a:cubicBezTo>
                  <a:cubicBezTo>
                    <a:pt x="41" y="120"/>
                    <a:pt x="0" y="97"/>
                    <a:pt x="0" y="46"/>
                  </a:cubicBezTo>
                  <a:cubicBezTo>
                    <a:pt x="0" y="0"/>
                    <a:pt x="97" y="9"/>
                    <a:pt x="141" y="23"/>
                  </a:cubicBezTo>
                  <a:cubicBezTo>
                    <a:pt x="151" y="26"/>
                    <a:pt x="165" y="29"/>
                    <a:pt x="171" y="38"/>
                  </a:cubicBezTo>
                  <a:cubicBezTo>
                    <a:pt x="180" y="51"/>
                    <a:pt x="190" y="94"/>
                    <a:pt x="168" y="111"/>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8" name="任意多边形 208">
              <a:extLst>
                <a:ext uri="{FF2B5EF4-FFF2-40B4-BE49-F238E27FC236}">
                  <a16:creationId xmlns:a16="http://schemas.microsoft.com/office/drawing/2014/main" id="{3542065F-114D-3A7D-B4FC-39DAC8C1D033}"/>
                </a:ext>
              </a:extLst>
            </p:cNvPr>
            <p:cNvSpPr/>
            <p:nvPr/>
          </p:nvSpPr>
          <p:spPr bwMode="auto">
            <a:xfrm>
              <a:off x="2880961" y="3570880"/>
              <a:ext cx="132421" cy="331503"/>
            </a:xfrm>
            <a:custGeom>
              <a:avLst/>
              <a:gdLst>
                <a:gd name="T0" fmla="*/ 84 w 86"/>
                <a:gd name="T1" fmla="*/ 77 h 216"/>
                <a:gd name="T2" fmla="*/ 49 w 86"/>
                <a:gd name="T3" fmla="*/ 201 h 216"/>
                <a:gd name="T4" fmla="*/ 26 w 86"/>
                <a:gd name="T5" fmla="*/ 215 h 216"/>
                <a:gd name="T6" fmla="*/ 13 w 86"/>
                <a:gd name="T7" fmla="*/ 207 h 216"/>
                <a:gd name="T8" fmla="*/ 8 w 86"/>
                <a:gd name="T9" fmla="*/ 191 h 216"/>
                <a:gd name="T10" fmla="*/ 26 w 86"/>
                <a:gd name="T11" fmla="*/ 65 h 216"/>
                <a:gd name="T12" fmla="*/ 55 w 86"/>
                <a:gd name="T13" fmla="*/ 9 h 216"/>
                <a:gd name="T14" fmla="*/ 84 w 86"/>
                <a:gd name="T15" fmla="*/ 41 h 216"/>
                <a:gd name="T16" fmla="*/ 84 w 86"/>
                <a:gd name="T17" fmla="*/ 7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216">
                  <a:moveTo>
                    <a:pt x="84" y="77"/>
                  </a:moveTo>
                  <a:cubicBezTo>
                    <a:pt x="81" y="121"/>
                    <a:pt x="73" y="165"/>
                    <a:pt x="49" y="201"/>
                  </a:cubicBezTo>
                  <a:cubicBezTo>
                    <a:pt x="43" y="208"/>
                    <a:pt x="36" y="216"/>
                    <a:pt x="26" y="215"/>
                  </a:cubicBezTo>
                  <a:cubicBezTo>
                    <a:pt x="21" y="215"/>
                    <a:pt x="16" y="211"/>
                    <a:pt x="13" y="207"/>
                  </a:cubicBezTo>
                  <a:cubicBezTo>
                    <a:pt x="10" y="202"/>
                    <a:pt x="9" y="197"/>
                    <a:pt x="8" y="191"/>
                  </a:cubicBezTo>
                  <a:cubicBezTo>
                    <a:pt x="0" y="149"/>
                    <a:pt x="13" y="106"/>
                    <a:pt x="26" y="65"/>
                  </a:cubicBezTo>
                  <a:cubicBezTo>
                    <a:pt x="31" y="48"/>
                    <a:pt x="38" y="18"/>
                    <a:pt x="55" y="9"/>
                  </a:cubicBezTo>
                  <a:cubicBezTo>
                    <a:pt x="73" y="0"/>
                    <a:pt x="82" y="29"/>
                    <a:pt x="84" y="41"/>
                  </a:cubicBezTo>
                  <a:cubicBezTo>
                    <a:pt x="86" y="53"/>
                    <a:pt x="85" y="65"/>
                    <a:pt x="84" y="77"/>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19" name="任意多边形 209">
              <a:extLst>
                <a:ext uri="{FF2B5EF4-FFF2-40B4-BE49-F238E27FC236}">
                  <a16:creationId xmlns:a16="http://schemas.microsoft.com/office/drawing/2014/main" id="{410F31A9-8ACA-3A35-A1F8-177525454C73}"/>
                </a:ext>
              </a:extLst>
            </p:cNvPr>
            <p:cNvSpPr/>
            <p:nvPr/>
          </p:nvSpPr>
          <p:spPr bwMode="auto">
            <a:xfrm>
              <a:off x="2890870" y="3561871"/>
              <a:ext cx="129719" cy="200884"/>
            </a:xfrm>
            <a:custGeom>
              <a:avLst/>
              <a:gdLst>
                <a:gd name="T0" fmla="*/ 80 w 85"/>
                <a:gd name="T1" fmla="*/ 22 h 131"/>
                <a:gd name="T2" fmla="*/ 71 w 85"/>
                <a:gd name="T3" fmla="*/ 3 h 131"/>
                <a:gd name="T4" fmla="*/ 51 w 85"/>
                <a:gd name="T5" fmla="*/ 10 h 131"/>
                <a:gd name="T6" fmla="*/ 0 w 85"/>
                <a:gd name="T7" fmla="*/ 126 h 131"/>
                <a:gd name="T8" fmla="*/ 79 w 85"/>
                <a:gd name="T9" fmla="*/ 131 h 131"/>
                <a:gd name="T10" fmla="*/ 80 w 85"/>
                <a:gd name="T11" fmla="*/ 22 h 131"/>
              </a:gdLst>
              <a:ahLst/>
              <a:cxnLst>
                <a:cxn ang="0">
                  <a:pos x="T0" y="T1"/>
                </a:cxn>
                <a:cxn ang="0">
                  <a:pos x="T2" y="T3"/>
                </a:cxn>
                <a:cxn ang="0">
                  <a:pos x="T4" y="T5"/>
                </a:cxn>
                <a:cxn ang="0">
                  <a:pos x="T6" y="T7"/>
                </a:cxn>
                <a:cxn ang="0">
                  <a:pos x="T8" y="T9"/>
                </a:cxn>
                <a:cxn ang="0">
                  <a:pos x="T10" y="T11"/>
                </a:cxn>
              </a:cxnLst>
              <a:rect l="0" t="0" r="r" b="b"/>
              <a:pathLst>
                <a:path w="85" h="131">
                  <a:moveTo>
                    <a:pt x="80" y="22"/>
                  </a:moveTo>
                  <a:cubicBezTo>
                    <a:pt x="80" y="15"/>
                    <a:pt x="78" y="6"/>
                    <a:pt x="71" y="3"/>
                  </a:cubicBezTo>
                  <a:cubicBezTo>
                    <a:pt x="64" y="0"/>
                    <a:pt x="57" y="5"/>
                    <a:pt x="51" y="10"/>
                  </a:cubicBezTo>
                  <a:cubicBezTo>
                    <a:pt x="18" y="39"/>
                    <a:pt x="6" y="81"/>
                    <a:pt x="0" y="126"/>
                  </a:cubicBezTo>
                  <a:cubicBezTo>
                    <a:pt x="79" y="131"/>
                    <a:pt x="79" y="131"/>
                    <a:pt x="79" y="131"/>
                  </a:cubicBezTo>
                  <a:cubicBezTo>
                    <a:pt x="84" y="95"/>
                    <a:pt x="85" y="58"/>
                    <a:pt x="80" y="22"/>
                  </a:cubicBezTo>
                  <a:close/>
                </a:path>
              </a:pathLst>
            </a:custGeom>
            <a:solidFill>
              <a:srgbClr val="66BC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0" name="任意多边形 210">
              <a:extLst>
                <a:ext uri="{FF2B5EF4-FFF2-40B4-BE49-F238E27FC236}">
                  <a16:creationId xmlns:a16="http://schemas.microsoft.com/office/drawing/2014/main" id="{B4E180C0-010C-F1DD-21C1-F585B034E13B}"/>
                </a:ext>
              </a:extLst>
            </p:cNvPr>
            <p:cNvSpPr/>
            <p:nvPr/>
          </p:nvSpPr>
          <p:spPr bwMode="auto">
            <a:xfrm>
              <a:off x="3036804" y="4051919"/>
              <a:ext cx="203586" cy="492751"/>
            </a:xfrm>
            <a:custGeom>
              <a:avLst/>
              <a:gdLst>
                <a:gd name="T0" fmla="*/ 104 w 133"/>
                <a:gd name="T1" fmla="*/ 291 h 321"/>
                <a:gd name="T2" fmla="*/ 86 w 133"/>
                <a:gd name="T3" fmla="*/ 319 h 321"/>
                <a:gd name="T4" fmla="*/ 58 w 133"/>
                <a:gd name="T5" fmla="*/ 286 h 321"/>
                <a:gd name="T6" fmla="*/ 6 w 133"/>
                <a:gd name="T7" fmla="*/ 46 h 321"/>
                <a:gd name="T8" fmla="*/ 56 w 133"/>
                <a:gd name="T9" fmla="*/ 5 h 321"/>
                <a:gd name="T10" fmla="*/ 127 w 133"/>
                <a:gd name="T11" fmla="*/ 49 h 321"/>
                <a:gd name="T12" fmla="*/ 122 w 133"/>
                <a:gd name="T13" fmla="*/ 202 h 321"/>
                <a:gd name="T14" fmla="*/ 104 w 133"/>
                <a:gd name="T15" fmla="*/ 291 h 3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321">
                  <a:moveTo>
                    <a:pt x="104" y="291"/>
                  </a:moveTo>
                  <a:cubicBezTo>
                    <a:pt x="101" y="302"/>
                    <a:pt x="96" y="316"/>
                    <a:pt x="86" y="319"/>
                  </a:cubicBezTo>
                  <a:cubicBezTo>
                    <a:pt x="79" y="321"/>
                    <a:pt x="63" y="292"/>
                    <a:pt x="58" y="286"/>
                  </a:cubicBezTo>
                  <a:cubicBezTo>
                    <a:pt x="52" y="280"/>
                    <a:pt x="0" y="62"/>
                    <a:pt x="6" y="46"/>
                  </a:cubicBezTo>
                  <a:cubicBezTo>
                    <a:pt x="14" y="23"/>
                    <a:pt x="35" y="8"/>
                    <a:pt x="56" y="5"/>
                  </a:cubicBezTo>
                  <a:cubicBezTo>
                    <a:pt x="87" y="0"/>
                    <a:pt x="122" y="10"/>
                    <a:pt x="127" y="49"/>
                  </a:cubicBezTo>
                  <a:cubicBezTo>
                    <a:pt x="133" y="99"/>
                    <a:pt x="129" y="153"/>
                    <a:pt x="122" y="202"/>
                  </a:cubicBezTo>
                  <a:cubicBezTo>
                    <a:pt x="118" y="232"/>
                    <a:pt x="112" y="262"/>
                    <a:pt x="104" y="291"/>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1" name="任意多边形 211">
              <a:extLst>
                <a:ext uri="{FF2B5EF4-FFF2-40B4-BE49-F238E27FC236}">
                  <a16:creationId xmlns:a16="http://schemas.microsoft.com/office/drawing/2014/main" id="{C9BF84D2-6305-8C59-1435-096ADD7B7C0E}"/>
                </a:ext>
              </a:extLst>
            </p:cNvPr>
            <p:cNvSpPr/>
            <p:nvPr/>
          </p:nvSpPr>
          <p:spPr bwMode="auto">
            <a:xfrm>
              <a:off x="2841325" y="3823110"/>
              <a:ext cx="124314" cy="94587"/>
            </a:xfrm>
            <a:custGeom>
              <a:avLst/>
              <a:gdLst>
                <a:gd name="T0" fmla="*/ 2 w 81"/>
                <a:gd name="T1" fmla="*/ 30 h 62"/>
                <a:gd name="T2" fmla="*/ 6 w 81"/>
                <a:gd name="T3" fmla="*/ 45 h 62"/>
                <a:gd name="T4" fmla="*/ 66 w 81"/>
                <a:gd name="T5" fmla="*/ 50 h 62"/>
                <a:gd name="T6" fmla="*/ 77 w 81"/>
                <a:gd name="T7" fmla="*/ 18 h 62"/>
                <a:gd name="T8" fmla="*/ 2 w 81"/>
                <a:gd name="T9" fmla="*/ 30 h 62"/>
              </a:gdLst>
              <a:ahLst/>
              <a:cxnLst>
                <a:cxn ang="0">
                  <a:pos x="T0" y="T1"/>
                </a:cxn>
                <a:cxn ang="0">
                  <a:pos x="T2" y="T3"/>
                </a:cxn>
                <a:cxn ang="0">
                  <a:pos x="T4" y="T5"/>
                </a:cxn>
                <a:cxn ang="0">
                  <a:pos x="T6" y="T7"/>
                </a:cxn>
                <a:cxn ang="0">
                  <a:pos x="T8" y="T9"/>
                </a:cxn>
              </a:cxnLst>
              <a:rect l="0" t="0" r="r" b="b"/>
              <a:pathLst>
                <a:path w="81" h="62">
                  <a:moveTo>
                    <a:pt x="2" y="30"/>
                  </a:moveTo>
                  <a:cubicBezTo>
                    <a:pt x="0" y="35"/>
                    <a:pt x="2" y="41"/>
                    <a:pt x="6" y="45"/>
                  </a:cubicBezTo>
                  <a:cubicBezTo>
                    <a:pt x="10" y="49"/>
                    <a:pt x="38" y="62"/>
                    <a:pt x="66" y="50"/>
                  </a:cubicBezTo>
                  <a:cubicBezTo>
                    <a:pt x="79" y="43"/>
                    <a:pt x="81" y="30"/>
                    <a:pt x="77" y="18"/>
                  </a:cubicBezTo>
                  <a:cubicBezTo>
                    <a:pt x="70" y="0"/>
                    <a:pt x="5" y="24"/>
                    <a:pt x="2" y="30"/>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2" name="任意多边形 212">
              <a:extLst>
                <a:ext uri="{FF2B5EF4-FFF2-40B4-BE49-F238E27FC236}">
                  <a16:creationId xmlns:a16="http://schemas.microsoft.com/office/drawing/2014/main" id="{2DE0B222-C3B4-2D12-7693-6164CF25050A}"/>
                </a:ext>
              </a:extLst>
            </p:cNvPr>
            <p:cNvSpPr/>
            <p:nvPr/>
          </p:nvSpPr>
          <p:spPr bwMode="auto">
            <a:xfrm>
              <a:off x="3114274" y="4380720"/>
              <a:ext cx="228809" cy="426990"/>
            </a:xfrm>
            <a:custGeom>
              <a:avLst/>
              <a:gdLst>
                <a:gd name="T0" fmla="*/ 0 w 149"/>
                <a:gd name="T1" fmla="*/ 53 h 278"/>
                <a:gd name="T2" fmla="*/ 61 w 149"/>
                <a:gd name="T3" fmla="*/ 33 h 278"/>
                <a:gd name="T4" fmla="*/ 149 w 149"/>
                <a:gd name="T5" fmla="*/ 266 h 278"/>
                <a:gd name="T6" fmla="*/ 114 w 149"/>
                <a:gd name="T7" fmla="*/ 278 h 278"/>
                <a:gd name="T8" fmla="*/ 0 w 149"/>
                <a:gd name="T9" fmla="*/ 53 h 278"/>
              </a:gdLst>
              <a:ahLst/>
              <a:cxnLst>
                <a:cxn ang="0">
                  <a:pos x="T0" y="T1"/>
                </a:cxn>
                <a:cxn ang="0">
                  <a:pos x="T2" y="T3"/>
                </a:cxn>
                <a:cxn ang="0">
                  <a:pos x="T4" y="T5"/>
                </a:cxn>
                <a:cxn ang="0">
                  <a:pos x="T6" y="T7"/>
                </a:cxn>
                <a:cxn ang="0">
                  <a:pos x="T8" y="T9"/>
                </a:cxn>
              </a:cxnLst>
              <a:rect l="0" t="0" r="r" b="b"/>
              <a:pathLst>
                <a:path w="149" h="278">
                  <a:moveTo>
                    <a:pt x="0" y="53"/>
                  </a:moveTo>
                  <a:cubicBezTo>
                    <a:pt x="1" y="28"/>
                    <a:pt x="28" y="0"/>
                    <a:pt x="61" y="33"/>
                  </a:cubicBezTo>
                  <a:cubicBezTo>
                    <a:pt x="113" y="87"/>
                    <a:pt x="129" y="189"/>
                    <a:pt x="149" y="266"/>
                  </a:cubicBezTo>
                  <a:cubicBezTo>
                    <a:pt x="114" y="278"/>
                    <a:pt x="114" y="278"/>
                    <a:pt x="114" y="278"/>
                  </a:cubicBezTo>
                  <a:cubicBezTo>
                    <a:pt x="109" y="272"/>
                    <a:pt x="0" y="67"/>
                    <a:pt x="0" y="53"/>
                  </a:cubicBezTo>
                  <a:close/>
                </a:path>
              </a:pathLst>
            </a:custGeom>
            <a:solidFill>
              <a:srgbClr val="0A3C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3" name="任意多边形 213">
              <a:extLst>
                <a:ext uri="{FF2B5EF4-FFF2-40B4-BE49-F238E27FC236}">
                  <a16:creationId xmlns:a16="http://schemas.microsoft.com/office/drawing/2014/main" id="{894DECF2-8690-E88D-0B59-CE356C404A07}"/>
                </a:ext>
              </a:extLst>
            </p:cNvPr>
            <p:cNvSpPr/>
            <p:nvPr/>
          </p:nvSpPr>
          <p:spPr bwMode="auto">
            <a:xfrm>
              <a:off x="2919697" y="3520433"/>
              <a:ext cx="362131" cy="584635"/>
            </a:xfrm>
            <a:custGeom>
              <a:avLst/>
              <a:gdLst>
                <a:gd name="T0" fmla="*/ 207 w 236"/>
                <a:gd name="T1" fmla="*/ 206 h 381"/>
                <a:gd name="T2" fmla="*/ 229 w 236"/>
                <a:gd name="T3" fmla="*/ 71 h 381"/>
                <a:gd name="T4" fmla="*/ 105 w 236"/>
                <a:gd name="T5" fmla="*/ 0 h 381"/>
                <a:gd name="T6" fmla="*/ 10 w 236"/>
                <a:gd name="T7" fmla="*/ 63 h 381"/>
                <a:gd name="T8" fmla="*/ 6 w 236"/>
                <a:gd name="T9" fmla="*/ 114 h 381"/>
                <a:gd name="T10" fmla="*/ 13 w 236"/>
                <a:gd name="T11" fmla="*/ 381 h 381"/>
                <a:gd name="T12" fmla="*/ 213 w 236"/>
                <a:gd name="T13" fmla="*/ 381 h 381"/>
                <a:gd name="T14" fmla="*/ 207 w 236"/>
                <a:gd name="T15" fmla="*/ 206 h 3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6" h="381">
                  <a:moveTo>
                    <a:pt x="207" y="206"/>
                  </a:moveTo>
                  <a:cubicBezTo>
                    <a:pt x="220" y="165"/>
                    <a:pt x="236" y="114"/>
                    <a:pt x="229" y="71"/>
                  </a:cubicBezTo>
                  <a:cubicBezTo>
                    <a:pt x="211" y="50"/>
                    <a:pt x="176" y="0"/>
                    <a:pt x="105" y="0"/>
                  </a:cubicBezTo>
                  <a:cubicBezTo>
                    <a:pt x="55" y="0"/>
                    <a:pt x="18" y="50"/>
                    <a:pt x="10" y="63"/>
                  </a:cubicBezTo>
                  <a:cubicBezTo>
                    <a:pt x="0" y="77"/>
                    <a:pt x="4" y="97"/>
                    <a:pt x="6" y="114"/>
                  </a:cubicBezTo>
                  <a:cubicBezTo>
                    <a:pt x="11" y="149"/>
                    <a:pt x="26" y="286"/>
                    <a:pt x="13" y="381"/>
                  </a:cubicBezTo>
                  <a:cubicBezTo>
                    <a:pt x="213" y="381"/>
                    <a:pt x="213" y="381"/>
                    <a:pt x="213" y="381"/>
                  </a:cubicBezTo>
                  <a:cubicBezTo>
                    <a:pt x="213" y="336"/>
                    <a:pt x="194" y="248"/>
                    <a:pt x="207" y="206"/>
                  </a:cubicBezTo>
                  <a:close/>
                </a:path>
              </a:pathLst>
            </a:custGeom>
            <a:solidFill>
              <a:srgbClr val="66BC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4" name="任意多边形 214">
              <a:extLst>
                <a:ext uri="{FF2B5EF4-FFF2-40B4-BE49-F238E27FC236}">
                  <a16:creationId xmlns:a16="http://schemas.microsoft.com/office/drawing/2014/main" id="{7BBBD70E-45F0-61C5-768B-424439707C25}"/>
                </a:ext>
              </a:extLst>
            </p:cNvPr>
            <p:cNvSpPr/>
            <p:nvPr/>
          </p:nvSpPr>
          <p:spPr bwMode="auto">
            <a:xfrm>
              <a:off x="3174630" y="3594301"/>
              <a:ext cx="145933" cy="349520"/>
            </a:xfrm>
            <a:custGeom>
              <a:avLst/>
              <a:gdLst>
                <a:gd name="T0" fmla="*/ 87 w 95"/>
                <a:gd name="T1" fmla="*/ 108 h 228"/>
                <a:gd name="T2" fmla="*/ 27 w 95"/>
                <a:gd name="T3" fmla="*/ 9 h 228"/>
                <a:gd name="T4" fmla="*/ 8 w 95"/>
                <a:gd name="T5" fmla="*/ 3 h 228"/>
                <a:gd name="T6" fmla="*/ 1 w 95"/>
                <a:gd name="T7" fmla="*/ 11 h 228"/>
                <a:gd name="T8" fmla="*/ 1 w 95"/>
                <a:gd name="T9" fmla="*/ 23 h 228"/>
                <a:gd name="T10" fmla="*/ 19 w 95"/>
                <a:gd name="T11" fmla="*/ 156 h 228"/>
                <a:gd name="T12" fmla="*/ 29 w 95"/>
                <a:gd name="T13" fmla="*/ 195 h 228"/>
                <a:gd name="T14" fmla="*/ 58 w 95"/>
                <a:gd name="T15" fmla="*/ 224 h 228"/>
                <a:gd name="T16" fmla="*/ 82 w 95"/>
                <a:gd name="T17" fmla="*/ 223 h 228"/>
                <a:gd name="T18" fmla="*/ 89 w 95"/>
                <a:gd name="T19" fmla="*/ 204 h 228"/>
                <a:gd name="T20" fmla="*/ 93 w 95"/>
                <a:gd name="T21" fmla="*/ 142 h 228"/>
                <a:gd name="T22" fmla="*/ 87 w 95"/>
                <a:gd name="T23" fmla="*/ 10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5" h="228">
                  <a:moveTo>
                    <a:pt x="87" y="108"/>
                  </a:moveTo>
                  <a:cubicBezTo>
                    <a:pt x="77" y="70"/>
                    <a:pt x="56" y="35"/>
                    <a:pt x="27" y="9"/>
                  </a:cubicBezTo>
                  <a:cubicBezTo>
                    <a:pt x="22" y="5"/>
                    <a:pt x="15" y="0"/>
                    <a:pt x="8" y="3"/>
                  </a:cubicBezTo>
                  <a:cubicBezTo>
                    <a:pt x="5" y="4"/>
                    <a:pt x="2" y="8"/>
                    <a:pt x="1" y="11"/>
                  </a:cubicBezTo>
                  <a:cubicBezTo>
                    <a:pt x="0" y="15"/>
                    <a:pt x="0" y="19"/>
                    <a:pt x="1" y="23"/>
                  </a:cubicBezTo>
                  <a:cubicBezTo>
                    <a:pt x="2" y="67"/>
                    <a:pt x="10" y="112"/>
                    <a:pt x="19" y="156"/>
                  </a:cubicBezTo>
                  <a:cubicBezTo>
                    <a:pt x="21" y="169"/>
                    <a:pt x="24" y="183"/>
                    <a:pt x="29" y="195"/>
                  </a:cubicBezTo>
                  <a:cubicBezTo>
                    <a:pt x="35" y="208"/>
                    <a:pt x="45" y="219"/>
                    <a:pt x="58" y="224"/>
                  </a:cubicBezTo>
                  <a:cubicBezTo>
                    <a:pt x="64" y="226"/>
                    <a:pt x="75" y="228"/>
                    <a:pt x="82" y="223"/>
                  </a:cubicBezTo>
                  <a:cubicBezTo>
                    <a:pt x="87" y="219"/>
                    <a:pt x="88" y="209"/>
                    <a:pt x="89" y="204"/>
                  </a:cubicBezTo>
                  <a:cubicBezTo>
                    <a:pt x="93" y="184"/>
                    <a:pt x="95" y="163"/>
                    <a:pt x="93" y="142"/>
                  </a:cubicBezTo>
                  <a:cubicBezTo>
                    <a:pt x="92" y="131"/>
                    <a:pt x="90" y="119"/>
                    <a:pt x="87" y="108"/>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5" name="任意多边形 215">
              <a:extLst>
                <a:ext uri="{FF2B5EF4-FFF2-40B4-BE49-F238E27FC236}">
                  <a16:creationId xmlns:a16="http://schemas.microsoft.com/office/drawing/2014/main" id="{B4520113-0225-AA0B-2961-ED2080CBBAA5}"/>
                </a:ext>
              </a:extLst>
            </p:cNvPr>
            <p:cNvSpPr/>
            <p:nvPr/>
          </p:nvSpPr>
          <p:spPr bwMode="auto">
            <a:xfrm>
              <a:off x="3325067" y="3781672"/>
              <a:ext cx="0" cy="901"/>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1"/>
                    <a:pt x="0" y="1"/>
                  </a:cubicBezTo>
                  <a:cubicBezTo>
                    <a:pt x="0" y="1"/>
                    <a:pt x="0" y="0"/>
                    <a:pt x="0" y="0"/>
                  </a:cubicBezTo>
                  <a:close/>
                </a:path>
              </a:pathLst>
            </a:custGeom>
            <a:solidFill>
              <a:srgbClr val="1889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6" name="任意多边形 216">
              <a:extLst>
                <a:ext uri="{FF2B5EF4-FFF2-40B4-BE49-F238E27FC236}">
                  <a16:creationId xmlns:a16="http://schemas.microsoft.com/office/drawing/2014/main" id="{C38ED270-70A4-EFE1-D9CE-C631CE3D3B85}"/>
                </a:ext>
              </a:extLst>
            </p:cNvPr>
            <p:cNvSpPr/>
            <p:nvPr/>
          </p:nvSpPr>
          <p:spPr bwMode="auto">
            <a:xfrm>
              <a:off x="3170126" y="3561871"/>
              <a:ext cx="152239" cy="200884"/>
            </a:xfrm>
            <a:custGeom>
              <a:avLst/>
              <a:gdLst>
                <a:gd name="T0" fmla="*/ 2 w 99"/>
                <a:gd name="T1" fmla="*/ 22 h 131"/>
                <a:gd name="T2" fmla="*/ 10 w 99"/>
                <a:gd name="T3" fmla="*/ 3 h 131"/>
                <a:gd name="T4" fmla="*/ 36 w 99"/>
                <a:gd name="T5" fmla="*/ 11 h 131"/>
                <a:gd name="T6" fmla="*/ 99 w 99"/>
                <a:gd name="T7" fmla="*/ 126 h 131"/>
                <a:gd name="T8" fmla="*/ 11 w 99"/>
                <a:gd name="T9" fmla="*/ 131 h 131"/>
                <a:gd name="T10" fmla="*/ 2 w 99"/>
                <a:gd name="T11" fmla="*/ 22 h 131"/>
              </a:gdLst>
              <a:ahLst/>
              <a:cxnLst>
                <a:cxn ang="0">
                  <a:pos x="T0" y="T1"/>
                </a:cxn>
                <a:cxn ang="0">
                  <a:pos x="T2" y="T3"/>
                </a:cxn>
                <a:cxn ang="0">
                  <a:pos x="T4" y="T5"/>
                </a:cxn>
                <a:cxn ang="0">
                  <a:pos x="T6" y="T7"/>
                </a:cxn>
                <a:cxn ang="0">
                  <a:pos x="T8" y="T9"/>
                </a:cxn>
                <a:cxn ang="0">
                  <a:pos x="T10" y="T11"/>
                </a:cxn>
              </a:cxnLst>
              <a:rect l="0" t="0" r="r" b="b"/>
              <a:pathLst>
                <a:path w="99" h="131">
                  <a:moveTo>
                    <a:pt x="2" y="22"/>
                  </a:moveTo>
                  <a:cubicBezTo>
                    <a:pt x="3" y="15"/>
                    <a:pt x="4" y="6"/>
                    <a:pt x="10" y="3"/>
                  </a:cubicBezTo>
                  <a:cubicBezTo>
                    <a:pt x="17" y="0"/>
                    <a:pt x="30" y="6"/>
                    <a:pt x="36" y="11"/>
                  </a:cubicBezTo>
                  <a:cubicBezTo>
                    <a:pt x="71" y="41"/>
                    <a:pt x="90" y="81"/>
                    <a:pt x="99" y="126"/>
                  </a:cubicBezTo>
                  <a:cubicBezTo>
                    <a:pt x="11" y="131"/>
                    <a:pt x="11" y="131"/>
                    <a:pt x="11" y="131"/>
                  </a:cubicBezTo>
                  <a:cubicBezTo>
                    <a:pt x="3" y="95"/>
                    <a:pt x="0" y="58"/>
                    <a:pt x="2" y="22"/>
                  </a:cubicBezTo>
                  <a:close/>
                </a:path>
              </a:pathLst>
            </a:custGeom>
            <a:solidFill>
              <a:srgbClr val="66BC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7" name="任意多边形 217">
              <a:extLst>
                <a:ext uri="{FF2B5EF4-FFF2-40B4-BE49-F238E27FC236}">
                  <a16:creationId xmlns:a16="http://schemas.microsoft.com/office/drawing/2014/main" id="{9AF9A280-8960-A10A-DEA2-3568A7D1E9AD}"/>
                </a:ext>
              </a:extLst>
            </p:cNvPr>
            <p:cNvSpPr/>
            <p:nvPr/>
          </p:nvSpPr>
          <p:spPr bwMode="auto">
            <a:xfrm>
              <a:off x="3046713" y="3403326"/>
              <a:ext cx="92785" cy="150438"/>
            </a:xfrm>
            <a:custGeom>
              <a:avLst/>
              <a:gdLst>
                <a:gd name="T0" fmla="*/ 2 w 60"/>
                <a:gd name="T1" fmla="*/ 27 h 98"/>
                <a:gd name="T2" fmla="*/ 32 w 60"/>
                <a:gd name="T3" fmla="*/ 6 h 98"/>
                <a:gd name="T4" fmla="*/ 60 w 60"/>
                <a:gd name="T5" fmla="*/ 85 h 98"/>
                <a:gd name="T6" fmla="*/ 0 w 60"/>
                <a:gd name="T7" fmla="*/ 85 h 98"/>
                <a:gd name="T8" fmla="*/ 2 w 60"/>
                <a:gd name="T9" fmla="*/ 27 h 98"/>
              </a:gdLst>
              <a:ahLst/>
              <a:cxnLst>
                <a:cxn ang="0">
                  <a:pos x="T0" y="T1"/>
                </a:cxn>
                <a:cxn ang="0">
                  <a:pos x="T2" y="T3"/>
                </a:cxn>
                <a:cxn ang="0">
                  <a:pos x="T4" y="T5"/>
                </a:cxn>
                <a:cxn ang="0">
                  <a:pos x="T6" y="T7"/>
                </a:cxn>
                <a:cxn ang="0">
                  <a:pos x="T8" y="T9"/>
                </a:cxn>
              </a:cxnLst>
              <a:rect l="0" t="0" r="r" b="b"/>
              <a:pathLst>
                <a:path w="60" h="98">
                  <a:moveTo>
                    <a:pt x="2" y="27"/>
                  </a:moveTo>
                  <a:cubicBezTo>
                    <a:pt x="7" y="5"/>
                    <a:pt x="23" y="0"/>
                    <a:pt x="32" y="6"/>
                  </a:cubicBezTo>
                  <a:cubicBezTo>
                    <a:pt x="38" y="46"/>
                    <a:pt x="45" y="63"/>
                    <a:pt x="60" y="85"/>
                  </a:cubicBezTo>
                  <a:cubicBezTo>
                    <a:pt x="41" y="98"/>
                    <a:pt x="7" y="95"/>
                    <a:pt x="0" y="85"/>
                  </a:cubicBezTo>
                  <a:cubicBezTo>
                    <a:pt x="0" y="82"/>
                    <a:pt x="0" y="38"/>
                    <a:pt x="2" y="27"/>
                  </a:cubicBezTo>
                  <a:close/>
                </a:path>
              </a:pathLst>
            </a:custGeom>
            <a:solidFill>
              <a:srgbClr val="F4A0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8" name="任意多边形 7">
              <a:extLst>
                <a:ext uri="{FF2B5EF4-FFF2-40B4-BE49-F238E27FC236}">
                  <a16:creationId xmlns:a16="http://schemas.microsoft.com/office/drawing/2014/main" id="{900552B7-2B0F-9D54-B51B-C1B1F85831CD}"/>
                </a:ext>
              </a:extLst>
            </p:cNvPr>
            <p:cNvSpPr/>
            <p:nvPr/>
          </p:nvSpPr>
          <p:spPr bwMode="auto">
            <a:xfrm>
              <a:off x="2967441" y="3346574"/>
              <a:ext cx="122512" cy="176561"/>
            </a:xfrm>
            <a:custGeom>
              <a:avLst/>
              <a:gdLst>
                <a:gd name="T0" fmla="*/ 55 w 80"/>
                <a:gd name="T1" fmla="*/ 14 h 115"/>
                <a:gd name="T2" fmla="*/ 4 w 80"/>
                <a:gd name="T3" fmla="*/ 37 h 115"/>
                <a:gd name="T4" fmla="*/ 34 w 80"/>
                <a:gd name="T5" fmla="*/ 104 h 115"/>
                <a:gd name="T6" fmla="*/ 79 w 80"/>
                <a:gd name="T7" fmla="*/ 76 h 115"/>
                <a:gd name="T8" fmla="*/ 55 w 80"/>
                <a:gd name="T9" fmla="*/ 14 h 115"/>
              </a:gdLst>
              <a:ahLst/>
              <a:cxnLst>
                <a:cxn ang="0">
                  <a:pos x="T0" y="T1"/>
                </a:cxn>
                <a:cxn ang="0">
                  <a:pos x="T2" y="T3"/>
                </a:cxn>
                <a:cxn ang="0">
                  <a:pos x="T4" y="T5"/>
                </a:cxn>
                <a:cxn ang="0">
                  <a:pos x="T6" y="T7"/>
                </a:cxn>
                <a:cxn ang="0">
                  <a:pos x="T8" y="T9"/>
                </a:cxn>
              </a:cxnLst>
              <a:rect l="0" t="0" r="r" b="b"/>
              <a:pathLst>
                <a:path w="80" h="115">
                  <a:moveTo>
                    <a:pt x="55" y="14"/>
                  </a:moveTo>
                  <a:cubicBezTo>
                    <a:pt x="36" y="0"/>
                    <a:pt x="8" y="12"/>
                    <a:pt x="4" y="37"/>
                  </a:cubicBezTo>
                  <a:cubicBezTo>
                    <a:pt x="0" y="59"/>
                    <a:pt x="23" y="98"/>
                    <a:pt x="34" y="104"/>
                  </a:cubicBezTo>
                  <a:cubicBezTo>
                    <a:pt x="53" y="115"/>
                    <a:pt x="78" y="89"/>
                    <a:pt x="79" y="76"/>
                  </a:cubicBezTo>
                  <a:cubicBezTo>
                    <a:pt x="80" y="58"/>
                    <a:pt x="71" y="25"/>
                    <a:pt x="55" y="14"/>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29" name="任意多边形 8">
              <a:extLst>
                <a:ext uri="{FF2B5EF4-FFF2-40B4-BE49-F238E27FC236}">
                  <a16:creationId xmlns:a16="http://schemas.microsoft.com/office/drawing/2014/main" id="{43EE27BE-9DC8-40DF-10DF-2D1A74A5C2A2}"/>
                </a:ext>
              </a:extLst>
            </p:cNvPr>
            <p:cNvSpPr/>
            <p:nvPr/>
          </p:nvSpPr>
          <p:spPr bwMode="auto">
            <a:xfrm>
              <a:off x="3061126" y="3372698"/>
              <a:ext cx="63058" cy="93686"/>
            </a:xfrm>
            <a:custGeom>
              <a:avLst/>
              <a:gdLst>
                <a:gd name="T0" fmla="*/ 8 w 41"/>
                <a:gd name="T1" fmla="*/ 1 h 61"/>
                <a:gd name="T2" fmla="*/ 13 w 41"/>
                <a:gd name="T3" fmla="*/ 1 h 61"/>
                <a:gd name="T4" fmla="*/ 17 w 41"/>
                <a:gd name="T5" fmla="*/ 4 h 61"/>
                <a:gd name="T6" fmla="*/ 30 w 41"/>
                <a:gd name="T7" fmla="*/ 18 h 61"/>
                <a:gd name="T8" fmla="*/ 36 w 41"/>
                <a:gd name="T9" fmla="*/ 35 h 61"/>
                <a:gd name="T10" fmla="*/ 37 w 41"/>
                <a:gd name="T11" fmla="*/ 47 h 61"/>
                <a:gd name="T12" fmla="*/ 40 w 41"/>
                <a:gd name="T13" fmla="*/ 57 h 61"/>
                <a:gd name="T14" fmla="*/ 34 w 41"/>
                <a:gd name="T15" fmla="*/ 61 h 61"/>
                <a:gd name="T16" fmla="*/ 27 w 41"/>
                <a:gd name="T17" fmla="*/ 57 h 61"/>
                <a:gd name="T18" fmla="*/ 23 w 41"/>
                <a:gd name="T19" fmla="*/ 50 h 61"/>
                <a:gd name="T20" fmla="*/ 7 w 41"/>
                <a:gd name="T21" fmla="*/ 28 h 61"/>
                <a:gd name="T22" fmla="*/ 4 w 41"/>
                <a:gd name="T23" fmla="*/ 3 h 61"/>
                <a:gd name="T24" fmla="*/ 8 w 41"/>
                <a:gd name="T25" fmla="*/ 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61">
                  <a:moveTo>
                    <a:pt x="8" y="1"/>
                  </a:moveTo>
                  <a:cubicBezTo>
                    <a:pt x="9" y="0"/>
                    <a:pt x="11" y="1"/>
                    <a:pt x="13" y="1"/>
                  </a:cubicBezTo>
                  <a:cubicBezTo>
                    <a:pt x="15" y="2"/>
                    <a:pt x="16" y="3"/>
                    <a:pt x="17" y="4"/>
                  </a:cubicBezTo>
                  <a:cubicBezTo>
                    <a:pt x="22" y="9"/>
                    <a:pt x="26" y="13"/>
                    <a:pt x="30" y="18"/>
                  </a:cubicBezTo>
                  <a:cubicBezTo>
                    <a:pt x="34" y="23"/>
                    <a:pt x="36" y="29"/>
                    <a:pt x="36" y="35"/>
                  </a:cubicBezTo>
                  <a:cubicBezTo>
                    <a:pt x="36" y="39"/>
                    <a:pt x="35" y="43"/>
                    <a:pt x="37" y="47"/>
                  </a:cubicBezTo>
                  <a:cubicBezTo>
                    <a:pt x="38" y="50"/>
                    <a:pt x="41" y="53"/>
                    <a:pt x="40" y="57"/>
                  </a:cubicBezTo>
                  <a:cubicBezTo>
                    <a:pt x="39" y="59"/>
                    <a:pt x="36" y="61"/>
                    <a:pt x="34" y="61"/>
                  </a:cubicBezTo>
                  <a:cubicBezTo>
                    <a:pt x="31" y="60"/>
                    <a:pt x="29" y="59"/>
                    <a:pt x="27" y="57"/>
                  </a:cubicBezTo>
                  <a:cubicBezTo>
                    <a:pt x="25" y="54"/>
                    <a:pt x="24" y="52"/>
                    <a:pt x="23" y="50"/>
                  </a:cubicBezTo>
                  <a:cubicBezTo>
                    <a:pt x="18" y="42"/>
                    <a:pt x="12" y="36"/>
                    <a:pt x="7" y="28"/>
                  </a:cubicBezTo>
                  <a:cubicBezTo>
                    <a:pt x="2" y="21"/>
                    <a:pt x="0" y="11"/>
                    <a:pt x="4" y="3"/>
                  </a:cubicBezTo>
                  <a:lnTo>
                    <a:pt x="8" y="1"/>
                  </a:ln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30" name="任意多边形 9">
              <a:extLst>
                <a:ext uri="{FF2B5EF4-FFF2-40B4-BE49-F238E27FC236}">
                  <a16:creationId xmlns:a16="http://schemas.microsoft.com/office/drawing/2014/main" id="{290780B7-B46E-64BE-D714-86960442DFA4}"/>
                </a:ext>
              </a:extLst>
            </p:cNvPr>
            <p:cNvSpPr/>
            <p:nvPr/>
          </p:nvSpPr>
          <p:spPr bwMode="auto">
            <a:xfrm>
              <a:off x="2935011" y="3324954"/>
              <a:ext cx="202686" cy="109000"/>
            </a:xfrm>
            <a:custGeom>
              <a:avLst/>
              <a:gdLst>
                <a:gd name="T0" fmla="*/ 0 w 132"/>
                <a:gd name="T1" fmla="*/ 42 h 71"/>
                <a:gd name="T2" fmla="*/ 13 w 132"/>
                <a:gd name="T3" fmla="*/ 37 h 71"/>
                <a:gd name="T4" fmla="*/ 8 w 132"/>
                <a:gd name="T5" fmla="*/ 45 h 71"/>
                <a:gd name="T6" fmla="*/ 11 w 132"/>
                <a:gd name="T7" fmla="*/ 53 h 71"/>
                <a:gd name="T8" fmla="*/ 18 w 132"/>
                <a:gd name="T9" fmla="*/ 53 h 71"/>
                <a:gd name="T10" fmla="*/ 23 w 132"/>
                <a:gd name="T11" fmla="*/ 49 h 71"/>
                <a:gd name="T12" fmla="*/ 21 w 132"/>
                <a:gd name="T13" fmla="*/ 54 h 71"/>
                <a:gd name="T14" fmla="*/ 24 w 132"/>
                <a:gd name="T15" fmla="*/ 58 h 71"/>
                <a:gd name="T16" fmla="*/ 28 w 132"/>
                <a:gd name="T17" fmla="*/ 56 h 71"/>
                <a:gd name="T18" fmla="*/ 45 w 132"/>
                <a:gd name="T19" fmla="*/ 42 h 71"/>
                <a:gd name="T20" fmla="*/ 45 w 132"/>
                <a:gd name="T21" fmla="*/ 48 h 71"/>
                <a:gd name="T22" fmla="*/ 48 w 132"/>
                <a:gd name="T23" fmla="*/ 52 h 71"/>
                <a:gd name="T24" fmla="*/ 55 w 132"/>
                <a:gd name="T25" fmla="*/ 48 h 71"/>
                <a:gd name="T26" fmla="*/ 62 w 132"/>
                <a:gd name="T27" fmla="*/ 42 h 71"/>
                <a:gd name="T28" fmla="*/ 71 w 132"/>
                <a:gd name="T29" fmla="*/ 47 h 71"/>
                <a:gd name="T30" fmla="*/ 72 w 132"/>
                <a:gd name="T31" fmla="*/ 49 h 71"/>
                <a:gd name="T32" fmla="*/ 84 w 132"/>
                <a:gd name="T33" fmla="*/ 64 h 71"/>
                <a:gd name="T34" fmla="*/ 88 w 132"/>
                <a:gd name="T35" fmla="*/ 69 h 71"/>
                <a:gd name="T36" fmla="*/ 94 w 132"/>
                <a:gd name="T37" fmla="*/ 70 h 71"/>
                <a:gd name="T38" fmla="*/ 87 w 132"/>
                <a:gd name="T39" fmla="*/ 2 h 71"/>
                <a:gd name="T40" fmla="*/ 65 w 132"/>
                <a:gd name="T41" fmla="*/ 4 h 71"/>
                <a:gd name="T42" fmla="*/ 46 w 132"/>
                <a:gd name="T43" fmla="*/ 11 h 71"/>
                <a:gd name="T44" fmla="*/ 30 w 132"/>
                <a:gd name="T45" fmla="*/ 12 h 71"/>
                <a:gd name="T46" fmla="*/ 0 w 132"/>
                <a:gd name="T47" fmla="*/ 4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2" h="71">
                  <a:moveTo>
                    <a:pt x="0" y="42"/>
                  </a:moveTo>
                  <a:cubicBezTo>
                    <a:pt x="4" y="41"/>
                    <a:pt x="8" y="39"/>
                    <a:pt x="13" y="37"/>
                  </a:cubicBezTo>
                  <a:cubicBezTo>
                    <a:pt x="11" y="40"/>
                    <a:pt x="9" y="42"/>
                    <a:pt x="8" y="45"/>
                  </a:cubicBezTo>
                  <a:cubicBezTo>
                    <a:pt x="7" y="48"/>
                    <a:pt x="8" y="52"/>
                    <a:pt x="11" y="53"/>
                  </a:cubicBezTo>
                  <a:cubicBezTo>
                    <a:pt x="13" y="54"/>
                    <a:pt x="15" y="54"/>
                    <a:pt x="18" y="53"/>
                  </a:cubicBezTo>
                  <a:cubicBezTo>
                    <a:pt x="20" y="52"/>
                    <a:pt x="21" y="50"/>
                    <a:pt x="23" y="49"/>
                  </a:cubicBezTo>
                  <a:cubicBezTo>
                    <a:pt x="22" y="50"/>
                    <a:pt x="21" y="52"/>
                    <a:pt x="21" y="54"/>
                  </a:cubicBezTo>
                  <a:cubicBezTo>
                    <a:pt x="21" y="55"/>
                    <a:pt x="22" y="57"/>
                    <a:pt x="24" y="58"/>
                  </a:cubicBezTo>
                  <a:cubicBezTo>
                    <a:pt x="26" y="58"/>
                    <a:pt x="27" y="57"/>
                    <a:pt x="28" y="56"/>
                  </a:cubicBezTo>
                  <a:cubicBezTo>
                    <a:pt x="34" y="51"/>
                    <a:pt x="39" y="47"/>
                    <a:pt x="45" y="42"/>
                  </a:cubicBezTo>
                  <a:cubicBezTo>
                    <a:pt x="45" y="44"/>
                    <a:pt x="44" y="46"/>
                    <a:pt x="45" y="48"/>
                  </a:cubicBezTo>
                  <a:cubicBezTo>
                    <a:pt x="45" y="50"/>
                    <a:pt x="46" y="51"/>
                    <a:pt x="48" y="52"/>
                  </a:cubicBezTo>
                  <a:cubicBezTo>
                    <a:pt x="51" y="53"/>
                    <a:pt x="54" y="51"/>
                    <a:pt x="55" y="48"/>
                  </a:cubicBezTo>
                  <a:cubicBezTo>
                    <a:pt x="57" y="45"/>
                    <a:pt x="59" y="42"/>
                    <a:pt x="62" y="42"/>
                  </a:cubicBezTo>
                  <a:cubicBezTo>
                    <a:pt x="66" y="41"/>
                    <a:pt x="69" y="44"/>
                    <a:pt x="71" y="47"/>
                  </a:cubicBezTo>
                  <a:cubicBezTo>
                    <a:pt x="71" y="48"/>
                    <a:pt x="72" y="48"/>
                    <a:pt x="72" y="49"/>
                  </a:cubicBezTo>
                  <a:cubicBezTo>
                    <a:pt x="76" y="54"/>
                    <a:pt x="80" y="59"/>
                    <a:pt x="84" y="64"/>
                  </a:cubicBezTo>
                  <a:cubicBezTo>
                    <a:pt x="85" y="66"/>
                    <a:pt x="86" y="68"/>
                    <a:pt x="88" y="69"/>
                  </a:cubicBezTo>
                  <a:cubicBezTo>
                    <a:pt x="90" y="70"/>
                    <a:pt x="92" y="71"/>
                    <a:pt x="94" y="70"/>
                  </a:cubicBezTo>
                  <a:cubicBezTo>
                    <a:pt x="97" y="69"/>
                    <a:pt x="132" y="17"/>
                    <a:pt x="87" y="2"/>
                  </a:cubicBezTo>
                  <a:cubicBezTo>
                    <a:pt x="81" y="0"/>
                    <a:pt x="72" y="2"/>
                    <a:pt x="65" y="4"/>
                  </a:cubicBezTo>
                  <a:cubicBezTo>
                    <a:pt x="59" y="6"/>
                    <a:pt x="53" y="9"/>
                    <a:pt x="46" y="11"/>
                  </a:cubicBezTo>
                  <a:cubicBezTo>
                    <a:pt x="41" y="12"/>
                    <a:pt x="35" y="11"/>
                    <a:pt x="30" y="12"/>
                  </a:cubicBezTo>
                  <a:cubicBezTo>
                    <a:pt x="15" y="13"/>
                    <a:pt x="0" y="27"/>
                    <a:pt x="0" y="42"/>
                  </a:cubicBezTo>
                  <a:close/>
                </a:path>
              </a:pathLst>
            </a:custGeom>
            <a:solidFill>
              <a:srgbClr val="222B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31" name="任意多边形 10">
              <a:extLst>
                <a:ext uri="{FF2B5EF4-FFF2-40B4-BE49-F238E27FC236}">
                  <a16:creationId xmlns:a16="http://schemas.microsoft.com/office/drawing/2014/main" id="{40C5A7AE-2999-5E2B-6657-08114D249AC4}"/>
                </a:ext>
              </a:extLst>
            </p:cNvPr>
            <p:cNvSpPr/>
            <p:nvPr/>
          </p:nvSpPr>
          <p:spPr bwMode="auto">
            <a:xfrm>
              <a:off x="3071936" y="3386210"/>
              <a:ext cx="35132" cy="66661"/>
            </a:xfrm>
            <a:custGeom>
              <a:avLst/>
              <a:gdLst>
                <a:gd name="T0" fmla="*/ 21 w 23"/>
                <a:gd name="T1" fmla="*/ 13 h 43"/>
                <a:gd name="T2" fmla="*/ 21 w 23"/>
                <a:gd name="T3" fmla="*/ 29 h 43"/>
                <a:gd name="T4" fmla="*/ 1 w 23"/>
                <a:gd name="T5" fmla="*/ 20 h 43"/>
                <a:gd name="T6" fmla="*/ 21 w 23"/>
                <a:gd name="T7" fmla="*/ 13 h 43"/>
              </a:gdLst>
              <a:ahLst/>
              <a:cxnLst>
                <a:cxn ang="0">
                  <a:pos x="T0" y="T1"/>
                </a:cxn>
                <a:cxn ang="0">
                  <a:pos x="T2" y="T3"/>
                </a:cxn>
                <a:cxn ang="0">
                  <a:pos x="T4" y="T5"/>
                </a:cxn>
                <a:cxn ang="0">
                  <a:pos x="T6" y="T7"/>
                </a:cxn>
              </a:cxnLst>
              <a:rect l="0" t="0" r="r" b="b"/>
              <a:pathLst>
                <a:path w="23" h="43">
                  <a:moveTo>
                    <a:pt x="21" y="13"/>
                  </a:moveTo>
                  <a:cubicBezTo>
                    <a:pt x="23" y="18"/>
                    <a:pt x="23" y="24"/>
                    <a:pt x="21" y="29"/>
                  </a:cubicBezTo>
                  <a:cubicBezTo>
                    <a:pt x="15" y="43"/>
                    <a:pt x="1" y="30"/>
                    <a:pt x="1" y="20"/>
                  </a:cubicBezTo>
                  <a:cubicBezTo>
                    <a:pt x="0" y="8"/>
                    <a:pt x="16" y="0"/>
                    <a:pt x="21" y="13"/>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32" name="任意多边形 11">
              <a:extLst>
                <a:ext uri="{FF2B5EF4-FFF2-40B4-BE49-F238E27FC236}">
                  <a16:creationId xmlns:a16="http://schemas.microsoft.com/office/drawing/2014/main" id="{E0279F43-2502-C944-EBC2-B3B9A6061186}"/>
                </a:ext>
              </a:extLst>
            </p:cNvPr>
            <p:cNvSpPr/>
            <p:nvPr/>
          </p:nvSpPr>
          <p:spPr bwMode="auto">
            <a:xfrm>
              <a:off x="2885465" y="4859958"/>
              <a:ext cx="184669" cy="72066"/>
            </a:xfrm>
            <a:custGeom>
              <a:avLst/>
              <a:gdLst>
                <a:gd name="T0" fmla="*/ 1 w 120"/>
                <a:gd name="T1" fmla="*/ 41 h 47"/>
                <a:gd name="T2" fmla="*/ 11 w 120"/>
                <a:gd name="T3" fmla="*/ 30 h 47"/>
                <a:gd name="T4" fmla="*/ 27 w 120"/>
                <a:gd name="T5" fmla="*/ 30 h 47"/>
                <a:gd name="T6" fmla="*/ 65 w 120"/>
                <a:gd name="T7" fmla="*/ 7 h 47"/>
                <a:gd name="T8" fmla="*/ 68 w 120"/>
                <a:gd name="T9" fmla="*/ 2 h 47"/>
                <a:gd name="T10" fmla="*/ 76 w 120"/>
                <a:gd name="T11" fmla="*/ 3 h 47"/>
                <a:gd name="T12" fmla="*/ 82 w 120"/>
                <a:gd name="T13" fmla="*/ 9 h 47"/>
                <a:gd name="T14" fmla="*/ 96 w 120"/>
                <a:gd name="T15" fmla="*/ 15 h 47"/>
                <a:gd name="T16" fmla="*/ 109 w 120"/>
                <a:gd name="T17" fmla="*/ 14 h 47"/>
                <a:gd name="T18" fmla="*/ 114 w 120"/>
                <a:gd name="T19" fmla="*/ 24 h 47"/>
                <a:gd name="T20" fmla="*/ 119 w 120"/>
                <a:gd name="T21" fmla="*/ 43 h 47"/>
                <a:gd name="T22" fmla="*/ 120 w 120"/>
                <a:gd name="T23" fmla="*/ 47 h 47"/>
                <a:gd name="T24" fmla="*/ 90 w 120"/>
                <a:gd name="T25" fmla="*/ 47 h 47"/>
                <a:gd name="T26" fmla="*/ 87 w 120"/>
                <a:gd name="T27" fmla="*/ 37 h 47"/>
                <a:gd name="T28" fmla="*/ 84 w 120"/>
                <a:gd name="T29" fmla="*/ 47 h 47"/>
                <a:gd name="T30" fmla="*/ 3 w 120"/>
                <a:gd name="T31" fmla="*/ 47 h 47"/>
                <a:gd name="T32" fmla="*/ 1 w 120"/>
                <a:gd name="T33" fmla="*/ 4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0" h="47">
                  <a:moveTo>
                    <a:pt x="1" y="41"/>
                  </a:moveTo>
                  <a:cubicBezTo>
                    <a:pt x="0" y="36"/>
                    <a:pt x="5" y="32"/>
                    <a:pt x="11" y="30"/>
                  </a:cubicBezTo>
                  <a:cubicBezTo>
                    <a:pt x="16" y="29"/>
                    <a:pt x="22" y="30"/>
                    <a:pt x="27" y="30"/>
                  </a:cubicBezTo>
                  <a:cubicBezTo>
                    <a:pt x="42" y="30"/>
                    <a:pt x="57" y="20"/>
                    <a:pt x="65" y="7"/>
                  </a:cubicBezTo>
                  <a:cubicBezTo>
                    <a:pt x="66" y="5"/>
                    <a:pt x="67" y="3"/>
                    <a:pt x="68" y="2"/>
                  </a:cubicBezTo>
                  <a:cubicBezTo>
                    <a:pt x="71" y="0"/>
                    <a:pt x="74" y="1"/>
                    <a:pt x="76" y="3"/>
                  </a:cubicBezTo>
                  <a:cubicBezTo>
                    <a:pt x="78" y="5"/>
                    <a:pt x="80" y="7"/>
                    <a:pt x="82" y="9"/>
                  </a:cubicBezTo>
                  <a:cubicBezTo>
                    <a:pt x="86" y="13"/>
                    <a:pt x="91" y="15"/>
                    <a:pt x="96" y="15"/>
                  </a:cubicBezTo>
                  <a:cubicBezTo>
                    <a:pt x="100" y="15"/>
                    <a:pt x="105" y="12"/>
                    <a:pt x="109" y="14"/>
                  </a:cubicBezTo>
                  <a:cubicBezTo>
                    <a:pt x="112" y="16"/>
                    <a:pt x="113" y="21"/>
                    <a:pt x="114" y="24"/>
                  </a:cubicBezTo>
                  <a:cubicBezTo>
                    <a:pt x="116" y="30"/>
                    <a:pt x="117" y="36"/>
                    <a:pt x="119" y="43"/>
                  </a:cubicBezTo>
                  <a:cubicBezTo>
                    <a:pt x="119" y="44"/>
                    <a:pt x="120" y="45"/>
                    <a:pt x="120" y="47"/>
                  </a:cubicBezTo>
                  <a:cubicBezTo>
                    <a:pt x="90" y="47"/>
                    <a:pt x="90" y="47"/>
                    <a:pt x="90" y="47"/>
                  </a:cubicBezTo>
                  <a:cubicBezTo>
                    <a:pt x="89" y="45"/>
                    <a:pt x="88" y="39"/>
                    <a:pt x="87" y="37"/>
                  </a:cubicBezTo>
                  <a:cubicBezTo>
                    <a:pt x="87" y="39"/>
                    <a:pt x="86" y="45"/>
                    <a:pt x="84" y="47"/>
                  </a:cubicBezTo>
                  <a:cubicBezTo>
                    <a:pt x="3" y="47"/>
                    <a:pt x="3" y="47"/>
                    <a:pt x="3" y="47"/>
                  </a:cubicBezTo>
                  <a:cubicBezTo>
                    <a:pt x="2" y="45"/>
                    <a:pt x="1" y="43"/>
                    <a:pt x="1" y="41"/>
                  </a:cubicBezTo>
                  <a:close/>
                </a:path>
              </a:pathLst>
            </a:custGeom>
            <a:solidFill>
              <a:srgbClr val="66BC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33" name="任意多边形 12">
              <a:extLst>
                <a:ext uri="{FF2B5EF4-FFF2-40B4-BE49-F238E27FC236}">
                  <a16:creationId xmlns:a16="http://schemas.microsoft.com/office/drawing/2014/main" id="{6B9F0D60-FE62-D0E6-00CC-F13669F64086}"/>
                </a:ext>
              </a:extLst>
            </p:cNvPr>
            <p:cNvSpPr/>
            <p:nvPr/>
          </p:nvSpPr>
          <p:spPr bwMode="auto">
            <a:xfrm>
              <a:off x="3296241" y="4823024"/>
              <a:ext cx="81074" cy="83777"/>
            </a:xfrm>
            <a:custGeom>
              <a:avLst/>
              <a:gdLst>
                <a:gd name="T0" fmla="*/ 2 w 53"/>
                <a:gd name="T1" fmla="*/ 50 h 55"/>
                <a:gd name="T2" fmla="*/ 3 w 53"/>
                <a:gd name="T3" fmla="*/ 38 h 55"/>
                <a:gd name="T4" fmla="*/ 5 w 53"/>
                <a:gd name="T5" fmla="*/ 12 h 55"/>
                <a:gd name="T6" fmla="*/ 25 w 53"/>
                <a:gd name="T7" fmla="*/ 8 h 55"/>
                <a:gd name="T8" fmla="*/ 33 w 53"/>
                <a:gd name="T9" fmla="*/ 11 h 55"/>
                <a:gd name="T10" fmla="*/ 38 w 53"/>
                <a:gd name="T11" fmla="*/ 8 h 55"/>
                <a:gd name="T12" fmla="*/ 44 w 53"/>
                <a:gd name="T13" fmla="*/ 17 h 55"/>
                <a:gd name="T14" fmla="*/ 52 w 53"/>
                <a:gd name="T15" fmla="*/ 34 h 55"/>
                <a:gd name="T16" fmla="*/ 53 w 53"/>
                <a:gd name="T17" fmla="*/ 38 h 55"/>
                <a:gd name="T18" fmla="*/ 5 w 53"/>
                <a:gd name="T19" fmla="*/ 55 h 55"/>
                <a:gd name="T20" fmla="*/ 2 w 53"/>
                <a:gd name="T21" fmla="*/ 5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55">
                  <a:moveTo>
                    <a:pt x="2" y="50"/>
                  </a:moveTo>
                  <a:cubicBezTo>
                    <a:pt x="0" y="45"/>
                    <a:pt x="1" y="40"/>
                    <a:pt x="3" y="38"/>
                  </a:cubicBezTo>
                  <a:cubicBezTo>
                    <a:pt x="5" y="36"/>
                    <a:pt x="5" y="26"/>
                    <a:pt x="5" y="12"/>
                  </a:cubicBezTo>
                  <a:cubicBezTo>
                    <a:pt x="5" y="6"/>
                    <a:pt x="16" y="0"/>
                    <a:pt x="25" y="8"/>
                  </a:cubicBezTo>
                  <a:cubicBezTo>
                    <a:pt x="28" y="10"/>
                    <a:pt x="31" y="12"/>
                    <a:pt x="33" y="11"/>
                  </a:cubicBezTo>
                  <a:cubicBezTo>
                    <a:pt x="35" y="10"/>
                    <a:pt x="36" y="7"/>
                    <a:pt x="38" y="8"/>
                  </a:cubicBezTo>
                  <a:cubicBezTo>
                    <a:pt x="40" y="9"/>
                    <a:pt x="42" y="14"/>
                    <a:pt x="44" y="17"/>
                  </a:cubicBezTo>
                  <a:cubicBezTo>
                    <a:pt x="46" y="23"/>
                    <a:pt x="49" y="28"/>
                    <a:pt x="52" y="34"/>
                  </a:cubicBezTo>
                  <a:cubicBezTo>
                    <a:pt x="52" y="35"/>
                    <a:pt x="53" y="36"/>
                    <a:pt x="53" y="38"/>
                  </a:cubicBezTo>
                  <a:cubicBezTo>
                    <a:pt x="5" y="55"/>
                    <a:pt x="5" y="55"/>
                    <a:pt x="5" y="55"/>
                  </a:cubicBezTo>
                  <a:cubicBezTo>
                    <a:pt x="4" y="53"/>
                    <a:pt x="3" y="52"/>
                    <a:pt x="2" y="50"/>
                  </a:cubicBezTo>
                  <a:close/>
                </a:path>
              </a:pathLst>
            </a:custGeom>
            <a:solidFill>
              <a:srgbClr val="66BC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34" name="任意多边形 13">
              <a:extLst>
                <a:ext uri="{FF2B5EF4-FFF2-40B4-BE49-F238E27FC236}">
                  <a16:creationId xmlns:a16="http://schemas.microsoft.com/office/drawing/2014/main" id="{92A65E8B-1262-D045-10F2-BC67E5A94FE7}"/>
                </a:ext>
              </a:extLst>
            </p:cNvPr>
            <p:cNvSpPr/>
            <p:nvPr/>
          </p:nvSpPr>
          <p:spPr bwMode="auto">
            <a:xfrm>
              <a:off x="2795383" y="3629433"/>
              <a:ext cx="309883" cy="329701"/>
            </a:xfrm>
            <a:custGeom>
              <a:avLst/>
              <a:gdLst>
                <a:gd name="T0" fmla="*/ 191 w 202"/>
                <a:gd name="T1" fmla="*/ 215 h 215"/>
                <a:gd name="T2" fmla="*/ 71 w 202"/>
                <a:gd name="T3" fmla="*/ 215 h 215"/>
                <a:gd name="T4" fmla="*/ 54 w 202"/>
                <a:gd name="T5" fmla="*/ 202 h 215"/>
                <a:gd name="T6" fmla="*/ 2 w 202"/>
                <a:gd name="T7" fmla="*/ 13 h 215"/>
                <a:gd name="T8" fmla="*/ 11 w 202"/>
                <a:gd name="T9" fmla="*/ 0 h 215"/>
                <a:gd name="T10" fmla="*/ 131 w 202"/>
                <a:gd name="T11" fmla="*/ 0 h 215"/>
                <a:gd name="T12" fmla="*/ 147 w 202"/>
                <a:gd name="T13" fmla="*/ 13 h 215"/>
                <a:gd name="T14" fmla="*/ 200 w 202"/>
                <a:gd name="T15" fmla="*/ 202 h 215"/>
                <a:gd name="T16" fmla="*/ 191 w 202"/>
                <a:gd name="T17"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215">
                  <a:moveTo>
                    <a:pt x="191" y="215"/>
                  </a:moveTo>
                  <a:cubicBezTo>
                    <a:pt x="71" y="215"/>
                    <a:pt x="71" y="215"/>
                    <a:pt x="71" y="215"/>
                  </a:cubicBezTo>
                  <a:cubicBezTo>
                    <a:pt x="64" y="215"/>
                    <a:pt x="56" y="209"/>
                    <a:pt x="54" y="202"/>
                  </a:cubicBezTo>
                  <a:cubicBezTo>
                    <a:pt x="2" y="13"/>
                    <a:pt x="2" y="13"/>
                    <a:pt x="2" y="13"/>
                  </a:cubicBezTo>
                  <a:cubicBezTo>
                    <a:pt x="0" y="6"/>
                    <a:pt x="4" y="0"/>
                    <a:pt x="11" y="0"/>
                  </a:cubicBezTo>
                  <a:cubicBezTo>
                    <a:pt x="131" y="0"/>
                    <a:pt x="131" y="0"/>
                    <a:pt x="131" y="0"/>
                  </a:cubicBezTo>
                  <a:cubicBezTo>
                    <a:pt x="138" y="0"/>
                    <a:pt x="145" y="6"/>
                    <a:pt x="147" y="13"/>
                  </a:cubicBezTo>
                  <a:cubicBezTo>
                    <a:pt x="200" y="202"/>
                    <a:pt x="200" y="202"/>
                    <a:pt x="200" y="202"/>
                  </a:cubicBezTo>
                  <a:cubicBezTo>
                    <a:pt x="202" y="209"/>
                    <a:pt x="198" y="215"/>
                    <a:pt x="191" y="215"/>
                  </a:cubicBezTo>
                  <a:close/>
                </a:path>
              </a:pathLst>
            </a:custGeom>
            <a:solidFill>
              <a:srgbClr val="A2D1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35" name="任意多边形 14">
              <a:extLst>
                <a:ext uri="{FF2B5EF4-FFF2-40B4-BE49-F238E27FC236}">
                  <a16:creationId xmlns:a16="http://schemas.microsoft.com/office/drawing/2014/main" id="{A9059DD3-4A19-1DC1-A6EA-7B2ABC1A264E}"/>
                </a:ext>
              </a:extLst>
            </p:cNvPr>
            <p:cNvSpPr/>
            <p:nvPr/>
          </p:nvSpPr>
          <p:spPr bwMode="auto">
            <a:xfrm>
              <a:off x="2976449" y="3629433"/>
              <a:ext cx="128818" cy="329701"/>
            </a:xfrm>
            <a:custGeom>
              <a:avLst/>
              <a:gdLst>
                <a:gd name="T0" fmla="*/ 82 w 84"/>
                <a:gd name="T1" fmla="*/ 202 h 215"/>
                <a:gd name="T2" fmla="*/ 29 w 84"/>
                <a:gd name="T3" fmla="*/ 13 h 215"/>
                <a:gd name="T4" fmla="*/ 13 w 84"/>
                <a:gd name="T5" fmla="*/ 0 h 215"/>
                <a:gd name="T6" fmla="*/ 0 w 84"/>
                <a:gd name="T7" fmla="*/ 0 h 215"/>
                <a:gd name="T8" fmla="*/ 16 w 84"/>
                <a:gd name="T9" fmla="*/ 13 h 215"/>
                <a:gd name="T10" fmla="*/ 69 w 84"/>
                <a:gd name="T11" fmla="*/ 202 h 215"/>
                <a:gd name="T12" fmla="*/ 60 w 84"/>
                <a:gd name="T13" fmla="*/ 215 h 215"/>
                <a:gd name="T14" fmla="*/ 73 w 84"/>
                <a:gd name="T15" fmla="*/ 215 h 215"/>
                <a:gd name="T16" fmla="*/ 82 w 84"/>
                <a:gd name="T17" fmla="*/ 20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215">
                  <a:moveTo>
                    <a:pt x="82" y="202"/>
                  </a:moveTo>
                  <a:cubicBezTo>
                    <a:pt x="29" y="13"/>
                    <a:pt x="29" y="13"/>
                    <a:pt x="29" y="13"/>
                  </a:cubicBezTo>
                  <a:cubicBezTo>
                    <a:pt x="27" y="6"/>
                    <a:pt x="20" y="0"/>
                    <a:pt x="13" y="0"/>
                  </a:cubicBezTo>
                  <a:cubicBezTo>
                    <a:pt x="0" y="0"/>
                    <a:pt x="0" y="0"/>
                    <a:pt x="0" y="0"/>
                  </a:cubicBezTo>
                  <a:cubicBezTo>
                    <a:pt x="7" y="0"/>
                    <a:pt x="14" y="6"/>
                    <a:pt x="16" y="13"/>
                  </a:cubicBezTo>
                  <a:cubicBezTo>
                    <a:pt x="69" y="202"/>
                    <a:pt x="69" y="202"/>
                    <a:pt x="69" y="202"/>
                  </a:cubicBezTo>
                  <a:cubicBezTo>
                    <a:pt x="71" y="209"/>
                    <a:pt x="67" y="215"/>
                    <a:pt x="60" y="215"/>
                  </a:cubicBezTo>
                  <a:cubicBezTo>
                    <a:pt x="73" y="215"/>
                    <a:pt x="73" y="215"/>
                    <a:pt x="73" y="215"/>
                  </a:cubicBezTo>
                  <a:cubicBezTo>
                    <a:pt x="80" y="215"/>
                    <a:pt x="84" y="209"/>
                    <a:pt x="82" y="202"/>
                  </a:cubicBezTo>
                  <a:close/>
                </a:path>
              </a:pathLst>
            </a:custGeom>
            <a:solidFill>
              <a:srgbClr val="3C79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36" name="任意多边形 15">
              <a:extLst>
                <a:ext uri="{FF2B5EF4-FFF2-40B4-BE49-F238E27FC236}">
                  <a16:creationId xmlns:a16="http://schemas.microsoft.com/office/drawing/2014/main" id="{EE8BC138-51C1-5ECD-2523-3E12F1B8084A}"/>
                </a:ext>
              </a:extLst>
            </p:cNvPr>
            <p:cNvSpPr/>
            <p:nvPr/>
          </p:nvSpPr>
          <p:spPr bwMode="auto">
            <a:xfrm>
              <a:off x="3065630" y="3854639"/>
              <a:ext cx="240520" cy="95487"/>
            </a:xfrm>
            <a:custGeom>
              <a:avLst/>
              <a:gdLst>
                <a:gd name="T0" fmla="*/ 7 w 157"/>
                <a:gd name="T1" fmla="*/ 12 h 62"/>
                <a:gd name="T2" fmla="*/ 3 w 157"/>
                <a:gd name="T3" fmla="*/ 31 h 62"/>
                <a:gd name="T4" fmla="*/ 133 w 157"/>
                <a:gd name="T5" fmla="*/ 61 h 62"/>
                <a:gd name="T6" fmla="*/ 153 w 157"/>
                <a:gd name="T7" fmla="*/ 54 h 62"/>
                <a:gd name="T8" fmla="*/ 154 w 157"/>
                <a:gd name="T9" fmla="*/ 35 h 62"/>
                <a:gd name="T10" fmla="*/ 136 w 157"/>
                <a:gd name="T11" fmla="*/ 5 h 62"/>
                <a:gd name="T12" fmla="*/ 7 w 157"/>
                <a:gd name="T13" fmla="*/ 12 h 62"/>
              </a:gdLst>
              <a:ahLst/>
              <a:cxnLst>
                <a:cxn ang="0">
                  <a:pos x="T0" y="T1"/>
                </a:cxn>
                <a:cxn ang="0">
                  <a:pos x="T2" y="T3"/>
                </a:cxn>
                <a:cxn ang="0">
                  <a:pos x="T4" y="T5"/>
                </a:cxn>
                <a:cxn ang="0">
                  <a:pos x="T6" y="T7"/>
                </a:cxn>
                <a:cxn ang="0">
                  <a:pos x="T8" y="T9"/>
                </a:cxn>
                <a:cxn ang="0">
                  <a:pos x="T10" y="T11"/>
                </a:cxn>
                <a:cxn ang="0">
                  <a:pos x="T12" y="T13"/>
                </a:cxn>
              </a:cxnLst>
              <a:rect l="0" t="0" r="r" b="b"/>
              <a:pathLst>
                <a:path w="157" h="62">
                  <a:moveTo>
                    <a:pt x="7" y="12"/>
                  </a:moveTo>
                  <a:cubicBezTo>
                    <a:pt x="1" y="15"/>
                    <a:pt x="0" y="24"/>
                    <a:pt x="3" y="31"/>
                  </a:cubicBezTo>
                  <a:cubicBezTo>
                    <a:pt x="6" y="37"/>
                    <a:pt x="108" y="62"/>
                    <a:pt x="133" y="61"/>
                  </a:cubicBezTo>
                  <a:cubicBezTo>
                    <a:pt x="140" y="61"/>
                    <a:pt x="149" y="60"/>
                    <a:pt x="153" y="54"/>
                  </a:cubicBezTo>
                  <a:cubicBezTo>
                    <a:pt x="157" y="49"/>
                    <a:pt x="156" y="41"/>
                    <a:pt x="154" y="35"/>
                  </a:cubicBezTo>
                  <a:cubicBezTo>
                    <a:pt x="150" y="24"/>
                    <a:pt x="144" y="12"/>
                    <a:pt x="136" y="5"/>
                  </a:cubicBezTo>
                  <a:cubicBezTo>
                    <a:pt x="130" y="0"/>
                    <a:pt x="11" y="9"/>
                    <a:pt x="7" y="12"/>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37" name="任意多边形 16">
              <a:extLst>
                <a:ext uri="{FF2B5EF4-FFF2-40B4-BE49-F238E27FC236}">
                  <a16:creationId xmlns:a16="http://schemas.microsoft.com/office/drawing/2014/main" id="{C583FAE5-322F-7A82-0CC5-19E5227E9782}"/>
                </a:ext>
              </a:extLst>
            </p:cNvPr>
            <p:cNvSpPr/>
            <p:nvPr/>
          </p:nvSpPr>
          <p:spPr bwMode="auto">
            <a:xfrm>
              <a:off x="3011581" y="3810499"/>
              <a:ext cx="102694" cy="112603"/>
            </a:xfrm>
            <a:custGeom>
              <a:avLst/>
              <a:gdLst>
                <a:gd name="T0" fmla="*/ 5 w 67"/>
                <a:gd name="T1" fmla="*/ 23 h 73"/>
                <a:gd name="T2" fmla="*/ 3 w 67"/>
                <a:gd name="T3" fmla="*/ 11 h 73"/>
                <a:gd name="T4" fmla="*/ 10 w 67"/>
                <a:gd name="T5" fmla="*/ 9 h 73"/>
                <a:gd name="T6" fmla="*/ 17 w 67"/>
                <a:gd name="T7" fmla="*/ 14 h 73"/>
                <a:gd name="T8" fmla="*/ 27 w 67"/>
                <a:gd name="T9" fmla="*/ 19 h 73"/>
                <a:gd name="T10" fmla="*/ 36 w 67"/>
                <a:gd name="T11" fmla="*/ 14 h 73"/>
                <a:gd name="T12" fmla="*/ 37 w 67"/>
                <a:gd name="T13" fmla="*/ 2 h 73"/>
                <a:gd name="T14" fmla="*/ 43 w 67"/>
                <a:gd name="T15" fmla="*/ 2 h 73"/>
                <a:gd name="T16" fmla="*/ 48 w 67"/>
                <a:gd name="T17" fmla="*/ 6 h 73"/>
                <a:gd name="T18" fmla="*/ 64 w 67"/>
                <a:gd name="T19" fmla="*/ 36 h 73"/>
                <a:gd name="T20" fmla="*/ 55 w 67"/>
                <a:gd name="T21" fmla="*/ 67 h 73"/>
                <a:gd name="T22" fmla="*/ 26 w 67"/>
                <a:gd name="T23" fmla="*/ 66 h 73"/>
                <a:gd name="T24" fmla="*/ 16 w 67"/>
                <a:gd name="T25" fmla="*/ 44 h 73"/>
                <a:gd name="T26" fmla="*/ 5 w 67"/>
                <a:gd name="T27" fmla="*/ 2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73">
                  <a:moveTo>
                    <a:pt x="5" y="23"/>
                  </a:moveTo>
                  <a:cubicBezTo>
                    <a:pt x="3" y="19"/>
                    <a:pt x="0" y="14"/>
                    <a:pt x="3" y="11"/>
                  </a:cubicBezTo>
                  <a:cubicBezTo>
                    <a:pt x="4" y="9"/>
                    <a:pt x="8" y="8"/>
                    <a:pt x="10" y="9"/>
                  </a:cubicBezTo>
                  <a:cubicBezTo>
                    <a:pt x="13" y="10"/>
                    <a:pt x="15" y="12"/>
                    <a:pt x="17" y="14"/>
                  </a:cubicBezTo>
                  <a:cubicBezTo>
                    <a:pt x="20" y="16"/>
                    <a:pt x="23" y="18"/>
                    <a:pt x="27" y="19"/>
                  </a:cubicBezTo>
                  <a:cubicBezTo>
                    <a:pt x="31" y="20"/>
                    <a:pt x="35" y="18"/>
                    <a:pt x="36" y="14"/>
                  </a:cubicBezTo>
                  <a:cubicBezTo>
                    <a:pt x="37" y="10"/>
                    <a:pt x="34" y="5"/>
                    <a:pt x="37" y="2"/>
                  </a:cubicBezTo>
                  <a:cubicBezTo>
                    <a:pt x="38" y="0"/>
                    <a:pt x="41" y="1"/>
                    <a:pt x="43" y="2"/>
                  </a:cubicBezTo>
                  <a:cubicBezTo>
                    <a:pt x="45" y="3"/>
                    <a:pt x="46" y="4"/>
                    <a:pt x="48" y="6"/>
                  </a:cubicBezTo>
                  <a:cubicBezTo>
                    <a:pt x="54" y="15"/>
                    <a:pt x="61" y="25"/>
                    <a:pt x="64" y="36"/>
                  </a:cubicBezTo>
                  <a:cubicBezTo>
                    <a:pt x="67" y="47"/>
                    <a:pt x="64" y="61"/>
                    <a:pt x="55" y="67"/>
                  </a:cubicBezTo>
                  <a:cubicBezTo>
                    <a:pt x="47" y="73"/>
                    <a:pt x="34" y="73"/>
                    <a:pt x="26" y="66"/>
                  </a:cubicBezTo>
                  <a:cubicBezTo>
                    <a:pt x="19" y="61"/>
                    <a:pt x="17" y="53"/>
                    <a:pt x="16" y="44"/>
                  </a:cubicBezTo>
                  <a:cubicBezTo>
                    <a:pt x="15" y="35"/>
                    <a:pt x="11" y="30"/>
                    <a:pt x="5" y="23"/>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sp>
          <p:nvSpPr>
            <p:cNvPr id="2238" name="任意多边形 17">
              <a:extLst>
                <a:ext uri="{FF2B5EF4-FFF2-40B4-BE49-F238E27FC236}">
                  <a16:creationId xmlns:a16="http://schemas.microsoft.com/office/drawing/2014/main" id="{1ACD5332-F7DC-9D29-68A5-32D5136A796F}"/>
                </a:ext>
              </a:extLst>
            </p:cNvPr>
            <p:cNvSpPr/>
            <p:nvPr/>
          </p:nvSpPr>
          <p:spPr bwMode="auto">
            <a:xfrm>
              <a:off x="2826011" y="3793383"/>
              <a:ext cx="59454" cy="121611"/>
            </a:xfrm>
            <a:custGeom>
              <a:avLst/>
              <a:gdLst>
                <a:gd name="T0" fmla="*/ 6 w 39"/>
                <a:gd name="T1" fmla="*/ 24 h 79"/>
                <a:gd name="T2" fmla="*/ 8 w 39"/>
                <a:gd name="T3" fmla="*/ 1 h 79"/>
                <a:gd name="T4" fmla="*/ 16 w 39"/>
                <a:gd name="T5" fmla="*/ 26 h 79"/>
                <a:gd name="T6" fmla="*/ 28 w 39"/>
                <a:gd name="T7" fmla="*/ 25 h 79"/>
                <a:gd name="T8" fmla="*/ 38 w 39"/>
                <a:gd name="T9" fmla="*/ 28 h 79"/>
                <a:gd name="T10" fmla="*/ 35 w 39"/>
                <a:gd name="T11" fmla="*/ 37 h 79"/>
                <a:gd name="T12" fmla="*/ 34 w 39"/>
                <a:gd name="T13" fmla="*/ 70 h 79"/>
                <a:gd name="T14" fmla="*/ 4 w 39"/>
                <a:gd name="T15" fmla="*/ 56 h 79"/>
                <a:gd name="T16" fmla="*/ 6 w 39"/>
                <a:gd name="T17" fmla="*/ 2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79">
                  <a:moveTo>
                    <a:pt x="6" y="24"/>
                  </a:moveTo>
                  <a:cubicBezTo>
                    <a:pt x="6" y="23"/>
                    <a:pt x="7" y="2"/>
                    <a:pt x="8" y="1"/>
                  </a:cubicBezTo>
                  <a:cubicBezTo>
                    <a:pt x="10" y="0"/>
                    <a:pt x="17" y="24"/>
                    <a:pt x="16" y="26"/>
                  </a:cubicBezTo>
                  <a:cubicBezTo>
                    <a:pt x="21" y="25"/>
                    <a:pt x="23" y="25"/>
                    <a:pt x="28" y="25"/>
                  </a:cubicBezTo>
                  <a:cubicBezTo>
                    <a:pt x="32" y="24"/>
                    <a:pt x="37" y="25"/>
                    <a:pt x="38" y="28"/>
                  </a:cubicBezTo>
                  <a:cubicBezTo>
                    <a:pt x="39" y="31"/>
                    <a:pt x="36" y="34"/>
                    <a:pt x="35" y="37"/>
                  </a:cubicBezTo>
                  <a:cubicBezTo>
                    <a:pt x="32" y="41"/>
                    <a:pt x="36" y="68"/>
                    <a:pt x="34" y="70"/>
                  </a:cubicBezTo>
                  <a:cubicBezTo>
                    <a:pt x="26" y="79"/>
                    <a:pt x="7" y="64"/>
                    <a:pt x="4" y="56"/>
                  </a:cubicBezTo>
                  <a:cubicBezTo>
                    <a:pt x="0" y="44"/>
                    <a:pt x="2" y="35"/>
                    <a:pt x="6" y="24"/>
                  </a:cubicBezTo>
                  <a:close/>
                </a:path>
              </a:pathLst>
            </a:custGeom>
            <a:solidFill>
              <a:srgbClr val="F7B6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F2F2F"/>
                </a:solidFill>
                <a:effectLst/>
                <a:uLnTx/>
                <a:uFillTx/>
                <a:latin typeface="Source Code Pro"/>
                <a:cs typeface="+mn-cs"/>
              </a:endParaRPr>
            </a:p>
          </p:txBody>
        </p:sp>
      </p:grpSp>
      <p:grpSp>
        <p:nvGrpSpPr>
          <p:cNvPr id="2239" name="组合 2238">
            <a:extLst>
              <a:ext uri="{FF2B5EF4-FFF2-40B4-BE49-F238E27FC236}">
                <a16:creationId xmlns:a16="http://schemas.microsoft.com/office/drawing/2014/main" id="{F708290B-C771-8395-A445-8B69C4400839}"/>
              </a:ext>
            </a:extLst>
          </p:cNvPr>
          <p:cNvGrpSpPr/>
          <p:nvPr/>
        </p:nvGrpSpPr>
        <p:grpSpPr>
          <a:xfrm>
            <a:off x="8951427" y="872928"/>
            <a:ext cx="2454250" cy="961470"/>
            <a:chOff x="8893962" y="867508"/>
            <a:chExt cx="2454250" cy="961470"/>
          </a:xfrm>
        </p:grpSpPr>
        <p:sp>
          <p:nvSpPr>
            <p:cNvPr id="2240" name="矩形: 圆角 2239">
              <a:extLst>
                <a:ext uri="{FF2B5EF4-FFF2-40B4-BE49-F238E27FC236}">
                  <a16:creationId xmlns:a16="http://schemas.microsoft.com/office/drawing/2014/main" id="{FA1BB68C-C508-70A6-C54E-133C2A14E250}"/>
                </a:ext>
              </a:extLst>
            </p:cNvPr>
            <p:cNvSpPr/>
            <p:nvPr/>
          </p:nvSpPr>
          <p:spPr>
            <a:xfrm>
              <a:off x="8893962" y="867508"/>
              <a:ext cx="2454250" cy="96147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41" name="矩形: 圆角 2240">
              <a:extLst>
                <a:ext uri="{FF2B5EF4-FFF2-40B4-BE49-F238E27FC236}">
                  <a16:creationId xmlns:a16="http://schemas.microsoft.com/office/drawing/2014/main" id="{ED73CC01-F5DD-9CB8-E6BF-EA24669CB566}"/>
                </a:ext>
              </a:extLst>
            </p:cNvPr>
            <p:cNvSpPr/>
            <p:nvPr/>
          </p:nvSpPr>
          <p:spPr>
            <a:xfrm>
              <a:off x="9605767" y="1326436"/>
              <a:ext cx="1030640" cy="111498"/>
            </a:xfrm>
            <a:prstGeom prst="roundRect">
              <a:avLst>
                <a:gd name="adj" fmla="val 50000"/>
              </a:avLst>
            </a:prstGeom>
            <a:gradFill flip="none" rotWithShape="1">
              <a:gsLst>
                <a:gs pos="0">
                  <a:schemeClr val="accent1"/>
                </a:gs>
                <a:gs pos="100000">
                  <a:schemeClr val="bg1">
                    <a:alpha val="21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42" name="文本框 2241">
              <a:extLst>
                <a:ext uri="{FF2B5EF4-FFF2-40B4-BE49-F238E27FC236}">
                  <a16:creationId xmlns:a16="http://schemas.microsoft.com/office/drawing/2014/main" id="{D36A8332-DC5B-B160-08E7-F8416B8247F5}"/>
                </a:ext>
              </a:extLst>
            </p:cNvPr>
            <p:cNvSpPr txBox="1"/>
            <p:nvPr/>
          </p:nvSpPr>
          <p:spPr>
            <a:xfrm>
              <a:off x="9663270" y="906799"/>
              <a:ext cx="91563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a:ln>
                    <a:noFill/>
                  </a:ln>
                  <a:solidFill>
                    <a:srgbClr val="FFFFFF"/>
                  </a:solidFill>
                  <a:effectLst/>
                  <a:uLnTx/>
                  <a:uFillTx/>
                  <a:latin typeface="Source Code Pro"/>
                  <a:cs typeface="+mn-cs"/>
                </a:rPr>
                <a:t>25</a:t>
              </a:r>
              <a:r>
                <a:rPr kumimoji="0" lang="zh-CN" altLang="en-US" sz="1400" b="0" i="0" u="none" strike="noStrike" kern="1200" cap="none" spc="0" normalizeH="0" baseline="0" noProof="0">
                  <a:ln>
                    <a:noFill/>
                  </a:ln>
                  <a:solidFill>
                    <a:srgbClr val="FFFFFF"/>
                  </a:solidFill>
                  <a:effectLst/>
                  <a:uLnTx/>
                  <a:uFillTx/>
                  <a:latin typeface="Source Code Pro"/>
                  <a:cs typeface="+mn-cs"/>
                </a:rPr>
                <a:t>亿</a:t>
              </a: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43" name="文本框 2242">
              <a:extLst>
                <a:ext uri="{FF2B5EF4-FFF2-40B4-BE49-F238E27FC236}">
                  <a16:creationId xmlns:a16="http://schemas.microsoft.com/office/drawing/2014/main" id="{2ACD6185-C909-1092-CBC0-712D4D2C6D7F}"/>
                </a:ext>
              </a:extLst>
            </p:cNvPr>
            <p:cNvSpPr txBox="1"/>
            <p:nvPr/>
          </p:nvSpPr>
          <p:spPr>
            <a:xfrm>
              <a:off x="8973091" y="1451816"/>
              <a:ext cx="229599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FFFFF"/>
                  </a:solidFill>
                  <a:effectLst/>
                  <a:uLnTx/>
                  <a:uFillTx/>
                  <a:latin typeface="Source Code Pro"/>
                  <a:cs typeface="+mn-cs"/>
                </a:rPr>
                <a:t>全球</a:t>
              </a:r>
              <a:r>
                <a:rPr kumimoji="0" lang="en-US" altLang="zh-CN" sz="1200" b="0" i="0" u="none" strike="noStrike" kern="1200" cap="none" spc="0" normalizeH="0" baseline="0" noProof="0">
                  <a:ln>
                    <a:noFill/>
                  </a:ln>
                  <a:solidFill>
                    <a:srgbClr val="FFFFFF"/>
                  </a:solidFill>
                  <a:effectLst/>
                  <a:uLnTx/>
                  <a:uFillTx/>
                  <a:latin typeface="Source Code Pro"/>
                  <a:cs typeface="+mn-cs"/>
                </a:rPr>
                <a:t>25</a:t>
              </a:r>
              <a:r>
                <a:rPr kumimoji="0" lang="zh-CN" altLang="en-US" sz="1200" b="0" i="0" u="none" strike="noStrike" kern="1200" cap="none" spc="0" normalizeH="0" baseline="0" noProof="0">
                  <a:ln>
                    <a:noFill/>
                  </a:ln>
                  <a:solidFill>
                    <a:srgbClr val="FFFFFF"/>
                  </a:solidFill>
                  <a:effectLst/>
                  <a:uLnTx/>
                  <a:uFillTx/>
                  <a:latin typeface="Source Code Pro"/>
                  <a:cs typeface="+mn-cs"/>
                </a:rPr>
                <a:t>亿</a:t>
              </a:r>
              <a:r>
                <a:rPr kumimoji="0" lang="en-US" altLang="zh-CN" sz="1200" b="0" i="0" u="none" strike="noStrike" kern="1200" cap="none" spc="0" normalizeH="0" baseline="0" noProof="0">
                  <a:ln>
                    <a:noFill/>
                  </a:ln>
                  <a:solidFill>
                    <a:srgbClr val="FFFFFF"/>
                  </a:solidFill>
                  <a:effectLst/>
                  <a:uLnTx/>
                  <a:uFillTx/>
                  <a:latin typeface="Source Code Pro"/>
                  <a:cs typeface="+mn-cs"/>
                </a:rPr>
                <a:t>Java</a:t>
              </a:r>
              <a:r>
                <a:rPr kumimoji="0" lang="zh-CN" altLang="en-US" sz="1200" b="0" i="0" u="none" strike="noStrike" kern="1200" cap="none" spc="0" normalizeH="0" baseline="0" noProof="0">
                  <a:ln>
                    <a:noFill/>
                  </a:ln>
                  <a:solidFill>
                    <a:srgbClr val="FFFFFF"/>
                  </a:solidFill>
                  <a:effectLst/>
                  <a:uLnTx/>
                  <a:uFillTx/>
                  <a:latin typeface="Source Code Pro"/>
                  <a:cs typeface="+mn-cs"/>
                </a:rPr>
                <a:t>服务在运行</a:t>
              </a:r>
            </a:p>
          </p:txBody>
        </p:sp>
      </p:grpSp>
      <p:grpSp>
        <p:nvGrpSpPr>
          <p:cNvPr id="2244" name="组合 2243">
            <a:extLst>
              <a:ext uri="{FF2B5EF4-FFF2-40B4-BE49-F238E27FC236}">
                <a16:creationId xmlns:a16="http://schemas.microsoft.com/office/drawing/2014/main" id="{34D6C80C-1E48-A4D9-A58E-42F99F8A3F07}"/>
              </a:ext>
            </a:extLst>
          </p:cNvPr>
          <p:cNvGrpSpPr/>
          <p:nvPr/>
        </p:nvGrpSpPr>
        <p:grpSpPr>
          <a:xfrm>
            <a:off x="6222243" y="872928"/>
            <a:ext cx="2454250" cy="961470"/>
            <a:chOff x="8893962" y="867508"/>
            <a:chExt cx="2454250" cy="961470"/>
          </a:xfrm>
        </p:grpSpPr>
        <p:sp>
          <p:nvSpPr>
            <p:cNvPr id="2245" name="矩形: 圆角 2244">
              <a:extLst>
                <a:ext uri="{FF2B5EF4-FFF2-40B4-BE49-F238E27FC236}">
                  <a16:creationId xmlns:a16="http://schemas.microsoft.com/office/drawing/2014/main" id="{95E4B9F2-B72E-FD6C-C446-780A1CA234C1}"/>
                </a:ext>
              </a:extLst>
            </p:cNvPr>
            <p:cNvSpPr/>
            <p:nvPr/>
          </p:nvSpPr>
          <p:spPr>
            <a:xfrm>
              <a:off x="8893962" y="867508"/>
              <a:ext cx="2454250" cy="96147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46" name="矩形: 圆角 2245">
              <a:extLst>
                <a:ext uri="{FF2B5EF4-FFF2-40B4-BE49-F238E27FC236}">
                  <a16:creationId xmlns:a16="http://schemas.microsoft.com/office/drawing/2014/main" id="{F848CE96-143F-272D-3B3A-3D0566A4B9E0}"/>
                </a:ext>
              </a:extLst>
            </p:cNvPr>
            <p:cNvSpPr/>
            <p:nvPr/>
          </p:nvSpPr>
          <p:spPr>
            <a:xfrm>
              <a:off x="9605767" y="1326436"/>
              <a:ext cx="1030640" cy="111498"/>
            </a:xfrm>
            <a:prstGeom prst="roundRect">
              <a:avLst>
                <a:gd name="adj" fmla="val 50000"/>
              </a:avLst>
            </a:prstGeom>
            <a:gradFill flip="none" rotWithShape="1">
              <a:gsLst>
                <a:gs pos="0">
                  <a:schemeClr val="accent1"/>
                </a:gs>
                <a:gs pos="100000">
                  <a:schemeClr val="bg1">
                    <a:alpha val="25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47" name="文本框 2246">
              <a:extLst>
                <a:ext uri="{FF2B5EF4-FFF2-40B4-BE49-F238E27FC236}">
                  <a16:creationId xmlns:a16="http://schemas.microsoft.com/office/drawing/2014/main" id="{3DF7457F-6275-144A-1C42-F862ED6FCDD9}"/>
                </a:ext>
              </a:extLst>
            </p:cNvPr>
            <p:cNvSpPr txBox="1"/>
            <p:nvPr/>
          </p:nvSpPr>
          <p:spPr>
            <a:xfrm>
              <a:off x="9510183" y="906799"/>
              <a:ext cx="122180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a:ln>
                    <a:noFill/>
                  </a:ln>
                  <a:solidFill>
                    <a:srgbClr val="FFFFFF"/>
                  </a:solidFill>
                  <a:effectLst/>
                  <a:uLnTx/>
                  <a:uFillTx/>
                  <a:latin typeface="阿里巴巴普惠体"/>
                  <a:cs typeface="+mn-cs"/>
                </a:rPr>
                <a:t>90%</a:t>
              </a:r>
              <a:r>
                <a:rPr kumimoji="0" lang="en-US" altLang="zh-CN" sz="1400" b="0" i="0" u="none" strike="noStrike" kern="1200" cap="none" spc="0" normalizeH="0" baseline="0" noProof="0">
                  <a:ln>
                    <a:noFill/>
                  </a:ln>
                  <a:solidFill>
                    <a:srgbClr val="FFFFFF"/>
                  </a:solidFill>
                  <a:effectLst/>
                  <a:uLnTx/>
                  <a:uFillTx/>
                  <a:latin typeface="Source Code Pro"/>
                  <a:cs typeface="+mn-cs"/>
                </a:rPr>
                <a:t>+</a:t>
              </a: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48" name="文本框 2247">
              <a:extLst>
                <a:ext uri="{FF2B5EF4-FFF2-40B4-BE49-F238E27FC236}">
                  <a16:creationId xmlns:a16="http://schemas.microsoft.com/office/drawing/2014/main" id="{62932603-660E-907C-620F-BF2EEE8BE843}"/>
                </a:ext>
              </a:extLst>
            </p:cNvPr>
            <p:cNvSpPr txBox="1"/>
            <p:nvPr/>
          </p:nvSpPr>
          <p:spPr>
            <a:xfrm>
              <a:off x="8973091" y="1451816"/>
              <a:ext cx="229599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FFFFF"/>
                  </a:solidFill>
                  <a:effectLst/>
                  <a:uLnTx/>
                  <a:uFillTx/>
                  <a:latin typeface="Source Code Pro"/>
                  <a:cs typeface="+mn-cs"/>
                </a:rPr>
                <a:t>后端编程语言中占比</a:t>
              </a:r>
              <a:r>
                <a:rPr kumimoji="0" lang="en-US" altLang="zh-CN" sz="1200" b="0" i="0" u="none" strike="noStrike" kern="1200" cap="none" spc="0" normalizeH="0" baseline="0" noProof="0">
                  <a:ln>
                    <a:noFill/>
                  </a:ln>
                  <a:solidFill>
                    <a:srgbClr val="FFFFFF"/>
                  </a:solidFill>
                  <a:effectLst/>
                  <a:uLnTx/>
                  <a:uFillTx/>
                  <a:latin typeface="Source Code Pro"/>
                  <a:cs typeface="+mn-cs"/>
                </a:rPr>
                <a:t>90%</a:t>
              </a:r>
              <a:endParaRPr kumimoji="0" lang="zh-CN" altLang="en-US" sz="1200" b="0" i="0" u="none" strike="noStrike" kern="1200" cap="none" spc="0" normalizeH="0" baseline="0" noProof="0">
                <a:ln>
                  <a:noFill/>
                </a:ln>
                <a:solidFill>
                  <a:srgbClr val="FFFFFF"/>
                </a:solidFill>
                <a:effectLst/>
                <a:uLnTx/>
                <a:uFillTx/>
                <a:latin typeface="Source Code Pro"/>
                <a:cs typeface="+mn-cs"/>
              </a:endParaRPr>
            </a:p>
          </p:txBody>
        </p:sp>
      </p:grpSp>
      <p:grpSp>
        <p:nvGrpSpPr>
          <p:cNvPr id="2249" name="组合 2248">
            <a:extLst>
              <a:ext uri="{FF2B5EF4-FFF2-40B4-BE49-F238E27FC236}">
                <a16:creationId xmlns:a16="http://schemas.microsoft.com/office/drawing/2014/main" id="{720A41A0-E682-A86D-B5CC-063ED4C72D31}"/>
              </a:ext>
            </a:extLst>
          </p:cNvPr>
          <p:cNvGrpSpPr/>
          <p:nvPr/>
        </p:nvGrpSpPr>
        <p:grpSpPr>
          <a:xfrm>
            <a:off x="763877" y="872928"/>
            <a:ext cx="2454250" cy="961470"/>
            <a:chOff x="8893962" y="867508"/>
            <a:chExt cx="2454250" cy="961470"/>
          </a:xfrm>
        </p:grpSpPr>
        <p:sp>
          <p:nvSpPr>
            <p:cNvPr id="2250" name="矩形: 圆角 2249">
              <a:extLst>
                <a:ext uri="{FF2B5EF4-FFF2-40B4-BE49-F238E27FC236}">
                  <a16:creationId xmlns:a16="http://schemas.microsoft.com/office/drawing/2014/main" id="{1A76FF1B-9A97-7C19-1564-E2D84A17F0F6}"/>
                </a:ext>
              </a:extLst>
            </p:cNvPr>
            <p:cNvSpPr/>
            <p:nvPr/>
          </p:nvSpPr>
          <p:spPr>
            <a:xfrm>
              <a:off x="8893962" y="867508"/>
              <a:ext cx="2454250" cy="96147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51" name="矩形: 圆角 2250">
              <a:extLst>
                <a:ext uri="{FF2B5EF4-FFF2-40B4-BE49-F238E27FC236}">
                  <a16:creationId xmlns:a16="http://schemas.microsoft.com/office/drawing/2014/main" id="{082C37F2-E6B8-0419-B719-1954A274C75A}"/>
                </a:ext>
              </a:extLst>
            </p:cNvPr>
            <p:cNvSpPr/>
            <p:nvPr/>
          </p:nvSpPr>
          <p:spPr>
            <a:xfrm>
              <a:off x="9605767" y="1326436"/>
              <a:ext cx="1030640" cy="111498"/>
            </a:xfrm>
            <a:prstGeom prst="roundRect">
              <a:avLst>
                <a:gd name="adj" fmla="val 50000"/>
              </a:avLst>
            </a:prstGeom>
            <a:gradFill flip="none" rotWithShape="1">
              <a:gsLst>
                <a:gs pos="0">
                  <a:schemeClr val="accent1"/>
                </a:gs>
                <a:gs pos="83000">
                  <a:schemeClr val="bg1">
                    <a:alpha val="25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52" name="文本框 2251">
              <a:extLst>
                <a:ext uri="{FF2B5EF4-FFF2-40B4-BE49-F238E27FC236}">
                  <a16:creationId xmlns:a16="http://schemas.microsoft.com/office/drawing/2014/main" id="{6547C8D3-7A01-9454-111D-A959723F18B9}"/>
                </a:ext>
              </a:extLst>
            </p:cNvPr>
            <p:cNvSpPr txBox="1"/>
            <p:nvPr/>
          </p:nvSpPr>
          <p:spPr>
            <a:xfrm>
              <a:off x="9663270" y="906799"/>
              <a:ext cx="91563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rgbClr val="FFFFFF"/>
                  </a:solidFill>
                  <a:effectLst/>
                  <a:uLnTx/>
                  <a:uFillTx/>
                  <a:latin typeface="Source Code Pro"/>
                  <a:cs typeface="+mn-cs"/>
                </a:rPr>
                <a:t>29</a:t>
              </a:r>
              <a:r>
                <a:rPr kumimoji="0" lang="zh-CN" altLang="en-US" sz="1400" b="1" i="0" u="none" strike="noStrike" kern="1200" cap="none" spc="0" normalizeH="0" baseline="0" noProof="0" dirty="0">
                  <a:ln>
                    <a:noFill/>
                  </a:ln>
                  <a:solidFill>
                    <a:srgbClr val="FFFFFF"/>
                  </a:solidFill>
                  <a:effectLst/>
                  <a:uLnTx/>
                  <a:uFillTx/>
                  <a:latin typeface="Source Code Pro"/>
                  <a:cs typeface="+mn-cs"/>
                </a:rPr>
                <a:t>年</a:t>
              </a:r>
              <a:endParaRPr kumimoji="0" lang="zh-CN" altLang="en-US" sz="1800" b="0" i="0" u="none" strike="noStrike" kern="1200" cap="none" spc="0" normalizeH="0" baseline="0" noProof="0" dirty="0">
                <a:ln>
                  <a:noFill/>
                </a:ln>
                <a:solidFill>
                  <a:srgbClr val="FFFFFF"/>
                </a:solidFill>
                <a:effectLst/>
                <a:uLnTx/>
                <a:uFillTx/>
                <a:latin typeface="Source Code Pro"/>
                <a:cs typeface="+mn-cs"/>
              </a:endParaRPr>
            </a:p>
          </p:txBody>
        </p:sp>
        <p:sp>
          <p:nvSpPr>
            <p:cNvPr id="2253" name="文本框 2252">
              <a:extLst>
                <a:ext uri="{FF2B5EF4-FFF2-40B4-BE49-F238E27FC236}">
                  <a16:creationId xmlns:a16="http://schemas.microsoft.com/office/drawing/2014/main" id="{395AEDDA-103A-4525-D8E2-D7B26767779B}"/>
                </a:ext>
              </a:extLst>
            </p:cNvPr>
            <p:cNvSpPr txBox="1"/>
            <p:nvPr/>
          </p:nvSpPr>
          <p:spPr>
            <a:xfrm>
              <a:off x="8973091" y="1451816"/>
              <a:ext cx="229599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FFFFF"/>
                  </a:solidFill>
                  <a:effectLst/>
                  <a:uLnTx/>
                  <a:uFillTx/>
                  <a:latin typeface="Source Code Pro"/>
                  <a:cs typeface="+mn-cs"/>
                </a:rPr>
                <a:t>上线</a:t>
              </a:r>
              <a:r>
                <a:rPr kumimoji="0" lang="en-US" altLang="zh-CN" sz="1200" b="0" i="0" u="none" strike="noStrike" kern="1200" cap="none" spc="0" normalizeH="0" baseline="0" noProof="0">
                  <a:ln>
                    <a:noFill/>
                  </a:ln>
                  <a:solidFill>
                    <a:srgbClr val="FFFFFF"/>
                  </a:solidFill>
                  <a:effectLst/>
                  <a:uLnTx/>
                  <a:uFillTx/>
                  <a:latin typeface="Source Code Pro"/>
                  <a:cs typeface="+mn-cs"/>
                </a:rPr>
                <a:t>29</a:t>
              </a:r>
              <a:r>
                <a:rPr kumimoji="0" lang="zh-CN" altLang="en-US" sz="1200" b="0" i="0" u="none" strike="noStrike" kern="1200" cap="none" spc="0" normalizeH="0" baseline="0" noProof="0">
                  <a:ln>
                    <a:noFill/>
                  </a:ln>
                  <a:solidFill>
                    <a:srgbClr val="FFFFFF"/>
                  </a:solidFill>
                  <a:effectLst/>
                  <a:uLnTx/>
                  <a:uFillTx/>
                  <a:latin typeface="Source Code Pro"/>
                  <a:cs typeface="+mn-cs"/>
                </a:rPr>
                <a:t>年 生命力依旧旺盛</a:t>
              </a:r>
            </a:p>
          </p:txBody>
        </p:sp>
      </p:grpSp>
      <p:grpSp>
        <p:nvGrpSpPr>
          <p:cNvPr id="2254" name="组合 2253">
            <a:extLst>
              <a:ext uri="{FF2B5EF4-FFF2-40B4-BE49-F238E27FC236}">
                <a16:creationId xmlns:a16="http://schemas.microsoft.com/office/drawing/2014/main" id="{7D4296E8-EE38-77AB-C14D-A4EBF18E5AD9}"/>
              </a:ext>
            </a:extLst>
          </p:cNvPr>
          <p:cNvGrpSpPr/>
          <p:nvPr/>
        </p:nvGrpSpPr>
        <p:grpSpPr>
          <a:xfrm>
            <a:off x="3493060" y="872928"/>
            <a:ext cx="2454250" cy="961470"/>
            <a:chOff x="8893962" y="867508"/>
            <a:chExt cx="2454250" cy="961470"/>
          </a:xfrm>
        </p:grpSpPr>
        <p:sp>
          <p:nvSpPr>
            <p:cNvPr id="2255" name="矩形: 圆角 2254">
              <a:extLst>
                <a:ext uri="{FF2B5EF4-FFF2-40B4-BE49-F238E27FC236}">
                  <a16:creationId xmlns:a16="http://schemas.microsoft.com/office/drawing/2014/main" id="{C229670C-0EBF-AFFA-E9F9-C8FEE7A58064}"/>
                </a:ext>
              </a:extLst>
            </p:cNvPr>
            <p:cNvSpPr/>
            <p:nvPr/>
          </p:nvSpPr>
          <p:spPr>
            <a:xfrm>
              <a:off x="8893962" y="867508"/>
              <a:ext cx="2454250" cy="96147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56" name="矩形: 圆角 2255">
              <a:extLst>
                <a:ext uri="{FF2B5EF4-FFF2-40B4-BE49-F238E27FC236}">
                  <a16:creationId xmlns:a16="http://schemas.microsoft.com/office/drawing/2014/main" id="{7B1038CD-2E14-DD4C-A8E9-6D739A5916F0}"/>
                </a:ext>
              </a:extLst>
            </p:cNvPr>
            <p:cNvSpPr/>
            <p:nvPr/>
          </p:nvSpPr>
          <p:spPr>
            <a:xfrm>
              <a:off x="9605767" y="1326436"/>
              <a:ext cx="1030640" cy="111498"/>
            </a:xfrm>
            <a:prstGeom prst="roundRect">
              <a:avLst>
                <a:gd name="adj" fmla="val 50000"/>
              </a:avLst>
            </a:prstGeom>
            <a:gradFill flip="none" rotWithShape="1">
              <a:gsLst>
                <a:gs pos="0">
                  <a:schemeClr val="accent1"/>
                </a:gs>
                <a:gs pos="100000">
                  <a:schemeClr val="bg1">
                    <a:alpha val="25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57" name="文本框 2256">
              <a:extLst>
                <a:ext uri="{FF2B5EF4-FFF2-40B4-BE49-F238E27FC236}">
                  <a16:creationId xmlns:a16="http://schemas.microsoft.com/office/drawing/2014/main" id="{6FAFAD59-37E1-758D-20A8-21C0B001090D}"/>
                </a:ext>
              </a:extLst>
            </p:cNvPr>
            <p:cNvSpPr txBox="1"/>
            <p:nvPr/>
          </p:nvSpPr>
          <p:spPr>
            <a:xfrm>
              <a:off x="9659262" y="906799"/>
              <a:ext cx="923651"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a:ln>
                    <a:noFill/>
                  </a:ln>
                  <a:solidFill>
                    <a:srgbClr val="FFFFFF"/>
                  </a:solidFill>
                  <a:effectLst/>
                  <a:uLnTx/>
                  <a:uFillTx/>
                  <a:latin typeface="Source Code Pro"/>
                  <a:cs typeface="+mn-cs"/>
                </a:rPr>
                <a:t>No.</a:t>
              </a:r>
              <a:r>
                <a:rPr kumimoji="0" lang="en-US" altLang="zh-CN" sz="3600" b="1" i="0" u="none" strike="noStrike" kern="1200" cap="none" spc="0" normalizeH="0" baseline="0" noProof="0">
                  <a:ln>
                    <a:noFill/>
                  </a:ln>
                  <a:solidFill>
                    <a:srgbClr val="FFFFFF"/>
                  </a:solidFill>
                  <a:effectLst/>
                  <a:uLnTx/>
                  <a:uFillTx/>
                  <a:latin typeface="Source Code Pro"/>
                  <a:cs typeface="+mn-cs"/>
                </a:rPr>
                <a:t>1</a:t>
              </a:r>
              <a:endParaRPr kumimoji="0" lang="zh-CN" altLang="en-US" sz="1800" b="0" i="0" u="none" strike="noStrike" kern="1200" cap="none" spc="0" normalizeH="0" baseline="0" noProof="0">
                <a:ln>
                  <a:noFill/>
                </a:ln>
                <a:solidFill>
                  <a:srgbClr val="FFFFFF"/>
                </a:solidFill>
                <a:effectLst/>
                <a:uLnTx/>
                <a:uFillTx/>
                <a:latin typeface="Source Code Pro"/>
                <a:cs typeface="+mn-cs"/>
              </a:endParaRPr>
            </a:p>
          </p:txBody>
        </p:sp>
        <p:sp>
          <p:nvSpPr>
            <p:cNvPr id="2258" name="文本框 2257">
              <a:extLst>
                <a:ext uri="{FF2B5EF4-FFF2-40B4-BE49-F238E27FC236}">
                  <a16:creationId xmlns:a16="http://schemas.microsoft.com/office/drawing/2014/main" id="{967190A0-5B02-2A48-AB99-45E5B10021F2}"/>
                </a:ext>
              </a:extLst>
            </p:cNvPr>
            <p:cNvSpPr txBox="1"/>
            <p:nvPr/>
          </p:nvSpPr>
          <p:spPr>
            <a:xfrm>
              <a:off x="8973091" y="1451816"/>
              <a:ext cx="229599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Source Code Pro"/>
                  <a:cs typeface="+mn-cs"/>
                </a:rPr>
                <a:t>83</a:t>
              </a:r>
              <a:r>
                <a:rPr kumimoji="0" lang="zh-CN" altLang="en-US" sz="1200" b="0" i="0" u="none" strike="noStrike" kern="1200" cap="none" spc="0" normalizeH="0" baseline="0" noProof="0">
                  <a:ln>
                    <a:noFill/>
                  </a:ln>
                  <a:solidFill>
                    <a:srgbClr val="FFFFFF"/>
                  </a:solidFill>
                  <a:effectLst/>
                  <a:uLnTx/>
                  <a:uFillTx/>
                  <a:latin typeface="Source Code Pro"/>
                  <a:cs typeface="+mn-cs"/>
                </a:rPr>
                <a:t>次</a:t>
              </a:r>
              <a:r>
                <a:rPr kumimoji="0" lang="en-US" altLang="zh-CN" sz="1200" b="0" i="0" u="none" strike="noStrike" kern="1200" cap="none" spc="0" normalizeH="0" baseline="0" noProof="0">
                  <a:ln>
                    <a:noFill/>
                  </a:ln>
                  <a:solidFill>
                    <a:srgbClr val="FFFFFF"/>
                  </a:solidFill>
                  <a:effectLst/>
                  <a:uLnTx/>
                  <a:uFillTx/>
                  <a:latin typeface="Source Code Pro"/>
                  <a:cs typeface="+mn-cs"/>
                </a:rPr>
                <a:t>TIOBE</a:t>
              </a:r>
              <a:r>
                <a:rPr kumimoji="0" lang="zh-CN" altLang="en-US" sz="1200" b="0" i="0" u="none" strike="noStrike" kern="1200" cap="none" spc="0" normalizeH="0" baseline="0" noProof="0">
                  <a:ln>
                    <a:noFill/>
                  </a:ln>
                  <a:solidFill>
                    <a:srgbClr val="FFFFFF"/>
                  </a:solidFill>
                  <a:effectLst/>
                  <a:uLnTx/>
                  <a:uFillTx/>
                  <a:latin typeface="Source Code Pro"/>
                  <a:cs typeface="+mn-cs"/>
                </a:rPr>
                <a:t>排行</a:t>
              </a:r>
              <a:r>
                <a:rPr kumimoji="0" lang="en-US" altLang="zh-CN" sz="1200" b="0" i="0" u="none" strike="noStrike" kern="1200" cap="none" spc="0" normalizeH="0" baseline="0" noProof="0">
                  <a:ln>
                    <a:noFill/>
                  </a:ln>
                  <a:solidFill>
                    <a:srgbClr val="FFFFFF"/>
                  </a:solidFill>
                  <a:effectLst/>
                  <a:uLnTx/>
                  <a:uFillTx/>
                  <a:latin typeface="Source Code Pro"/>
                  <a:cs typeface="+mn-cs"/>
                </a:rPr>
                <a:t>No.1</a:t>
              </a:r>
              <a:endParaRPr kumimoji="0" lang="zh-CN" altLang="en-US" sz="1200" b="0" i="0" u="none" strike="noStrike" kern="1200" cap="none" spc="0" normalizeH="0" baseline="0" noProof="0">
                <a:ln>
                  <a:noFill/>
                </a:ln>
                <a:solidFill>
                  <a:srgbClr val="FFFFFF"/>
                </a:solidFill>
                <a:effectLst/>
                <a:uLnTx/>
                <a:uFillTx/>
                <a:latin typeface="Source Code Pro"/>
                <a:cs typeface="+mn-cs"/>
              </a:endParaRPr>
            </a:p>
          </p:txBody>
        </p:sp>
      </p:grpSp>
    </p:spTree>
    <p:extLst>
      <p:ext uri="{BB962C8B-B14F-4D97-AF65-F5344CB8AC3E}">
        <p14:creationId xmlns:p14="http://schemas.microsoft.com/office/powerpoint/2010/main" val="281770424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750" fill="hold">
                                          <p:stCondLst>
                                            <p:cond delay="0"/>
                                          </p:stCondLst>
                                        </p:cTn>
                                        <p:tgtEl>
                                          <p:spTgt spid="2"/>
                                        </p:tgtEl>
                                        <p:attrNameLst>
                                          <p:attrName>ppt_w</p:attrName>
                                        </p:attrNameLst>
                                      </p:cBhvr>
                                      <p:tavLst>
                                        <p:tav tm="0" fmla="$">
                                          <p:val>
                                            <p:fltVal val="0"/>
                                          </p:val>
                                        </p:tav>
                                        <p:tav tm="100000" fmla="$">
                                          <p:val>
                                            <p:strVal val="#ppt_w"/>
                                          </p:val>
                                        </p:tav>
                                      </p:tavLst>
                                    </p:anim>
                                    <p:anim to="" calcmode="lin" valueType="num">
                                      <p:cBhvr>
                                        <p:cTn id="8" dur="750" fill="hold">
                                          <p:stCondLst>
                                            <p:cond delay="0"/>
                                          </p:stCondLst>
                                        </p:cTn>
                                        <p:tgtEl>
                                          <p:spTgt spid="2"/>
                                        </p:tgtEl>
                                        <p:attrNameLst>
                                          <p:attrName>ppt_h</p:attrName>
                                        </p:attrNameLst>
                                      </p:cBhvr>
                                      <p:tavLst>
                                        <p:tav tm="0" fmla="$">
                                          <p:val>
                                            <p:fltVal val="0"/>
                                          </p:val>
                                        </p:tav>
                                        <p:tav tm="100000" fmla="$">
                                          <p:val>
                                            <p:strVal val="#ppt_h"/>
                                          </p:val>
                                        </p:tav>
                                      </p:tavLst>
                                    </p:anim>
                                    <p:anim from="0" to="1" calcmode="lin" valueType="num">
                                      <p:cBhvr>
                                        <p:cTn id="9" dur="750" fill="hold">
                                          <p:stCondLst>
                                            <p:cond delay="0"/>
                                          </p:stCondLst>
                                        </p:cTn>
                                        <p:tgtEl>
                                          <p:spTgt spid="2"/>
                                        </p:tgtEl>
                                        <p:attrNameLst>
                                          <p:attrName>style.opacity</p:attrName>
                                        </p:attrNameLst>
                                      </p:cBhvr>
                                    </p:anim>
                                  </p:childTnLst>
                                </p:cTn>
                              </p:par>
                              <p:par>
                                <p:cTn id="10" presetID="10" presetClass="entr" presetSubtype="0" decel="10000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750" fill="hold">
                                          <p:stCondLst>
                                            <p:cond delay="0"/>
                                          </p:stCondLst>
                                        </p:cTn>
                                        <p:tgtEl>
                                          <p:spTgt spid="3"/>
                                        </p:tgtEl>
                                        <p:attrNameLst>
                                          <p:attrName>ppt_w</p:attrName>
                                        </p:attrNameLst>
                                      </p:cBhvr>
                                      <p:tavLst>
                                        <p:tav tm="0" fmla="$">
                                          <p:val>
                                            <p:fltVal val="0"/>
                                          </p:val>
                                        </p:tav>
                                        <p:tav tm="100000" fmla="$">
                                          <p:val>
                                            <p:strVal val="#ppt_w"/>
                                          </p:val>
                                        </p:tav>
                                      </p:tavLst>
                                    </p:anim>
                                    <p:anim to="" calcmode="lin" valueType="num">
                                      <p:cBhvr>
                                        <p:cTn id="13" dur="750" fill="hold">
                                          <p:stCondLst>
                                            <p:cond delay="0"/>
                                          </p:stCondLst>
                                        </p:cTn>
                                        <p:tgtEl>
                                          <p:spTgt spid="3"/>
                                        </p:tgtEl>
                                        <p:attrNameLst>
                                          <p:attrName>ppt_h</p:attrName>
                                        </p:attrNameLst>
                                      </p:cBhvr>
                                      <p:tavLst>
                                        <p:tav tm="0" fmla="$">
                                          <p:val>
                                            <p:fltVal val="0"/>
                                          </p:val>
                                        </p:tav>
                                        <p:tav tm="100000" fmla="$">
                                          <p:val>
                                            <p:strVal val="#ppt_h"/>
                                          </p:val>
                                        </p:tav>
                                      </p:tavLst>
                                    </p:anim>
                                    <p:anim from="0" to="1" calcmode="lin" valueType="num">
                                      <p:cBhvr>
                                        <p:cTn id="14" dur="750" fill="hold">
                                          <p:stCondLst>
                                            <p:cond delay="0"/>
                                          </p:stCondLst>
                                        </p:cTn>
                                        <p:tgtEl>
                                          <p:spTgt spid="3"/>
                                        </p:tgtEl>
                                        <p:attrNameLst>
                                          <p:attrName>style.opacity</p:attrName>
                                        </p:attrNameLst>
                                      </p:cBhvr>
                                    </p:anim>
                                  </p:childTnLst>
                                </p:cTn>
                              </p:par>
                              <p:par>
                                <p:cTn id="15" presetID="10" presetClass="entr" presetSubtype="0" decel="100000" fill="hold" nodeType="withEffect">
                                  <p:stCondLst>
                                    <p:cond delay="1000"/>
                                  </p:stCondLst>
                                  <p:childTnLst>
                                    <p:set>
                                      <p:cBhvr>
                                        <p:cTn id="16" dur="1" fill="hold">
                                          <p:stCondLst>
                                            <p:cond delay="0"/>
                                          </p:stCondLst>
                                        </p:cTn>
                                        <p:tgtEl>
                                          <p:spTgt spid="2059"/>
                                        </p:tgtEl>
                                        <p:attrNameLst>
                                          <p:attrName>style.visibility</p:attrName>
                                        </p:attrNameLst>
                                      </p:cBhvr>
                                      <p:to>
                                        <p:strVal val="visible"/>
                                      </p:to>
                                    </p:set>
                                    <p:anim to="" calcmode="lin" valueType="num">
                                      <p:cBhvr>
                                        <p:cTn id="17" dur="500" fill="hold">
                                          <p:stCondLst>
                                            <p:cond delay="0"/>
                                          </p:stCondLst>
                                        </p:cTn>
                                        <p:tgtEl>
                                          <p:spTgt spid="2059"/>
                                        </p:tgtEl>
                                        <p:attrNameLst>
                                          <p:attrName>ppt_w</p:attrName>
                                        </p:attrNameLst>
                                      </p:cBhvr>
                                      <p:tavLst>
                                        <p:tav tm="0" fmla="$">
                                          <p:val>
                                            <p:fltVal val="0"/>
                                          </p:val>
                                        </p:tav>
                                        <p:tav tm="100000" fmla="$">
                                          <p:val>
                                            <p:strVal val="#ppt_w"/>
                                          </p:val>
                                        </p:tav>
                                      </p:tavLst>
                                    </p:anim>
                                    <p:anim to="" calcmode="lin" valueType="num">
                                      <p:cBhvr>
                                        <p:cTn id="18" dur="500" fill="hold">
                                          <p:stCondLst>
                                            <p:cond delay="0"/>
                                          </p:stCondLst>
                                        </p:cTn>
                                        <p:tgtEl>
                                          <p:spTgt spid="2059"/>
                                        </p:tgtEl>
                                        <p:attrNameLst>
                                          <p:attrName>ppt_h</p:attrName>
                                        </p:attrNameLst>
                                      </p:cBhvr>
                                      <p:tavLst>
                                        <p:tav tm="0" fmla="$">
                                          <p:val>
                                            <p:fltVal val="0"/>
                                          </p:val>
                                        </p:tav>
                                        <p:tav tm="100000" fmla="$">
                                          <p:val>
                                            <p:strVal val="#ppt_h"/>
                                          </p:val>
                                        </p:tav>
                                      </p:tavLst>
                                    </p:anim>
                                    <p:anim from="0" to="1" calcmode="lin" valueType="num">
                                      <p:cBhvr>
                                        <p:cTn id="19" dur="500" fill="hold">
                                          <p:stCondLst>
                                            <p:cond delay="0"/>
                                          </p:stCondLst>
                                        </p:cTn>
                                        <p:tgtEl>
                                          <p:spTgt spid="2059"/>
                                        </p:tgtEl>
                                        <p:attrNameLst>
                                          <p:attrName>style.opacity</p:attrName>
                                        </p:attrNameLst>
                                      </p:cBhvr>
                                    </p:anim>
                                  </p:childTnLst>
                                </p:cTn>
                              </p:par>
                              <p:par>
                                <p:cTn id="20" presetID="10" presetClass="entr" presetSubtype="0" decel="100000" fill="hold" grpId="0" nodeType="withEffect">
                                  <p:stCondLst>
                                    <p:cond delay="1000"/>
                                  </p:stCondLst>
                                  <p:childTnLst>
                                    <p:set>
                                      <p:cBhvr>
                                        <p:cTn id="21" dur="1" fill="hold">
                                          <p:stCondLst>
                                            <p:cond delay="0"/>
                                          </p:stCondLst>
                                        </p:cTn>
                                        <p:tgtEl>
                                          <p:spTgt spid="2057"/>
                                        </p:tgtEl>
                                        <p:attrNameLst>
                                          <p:attrName>style.visibility</p:attrName>
                                        </p:attrNameLst>
                                      </p:cBhvr>
                                      <p:to>
                                        <p:strVal val="visible"/>
                                      </p:to>
                                    </p:set>
                                    <p:anim from="0" to="1" calcmode="lin" valueType="num">
                                      <p:cBhvr>
                                        <p:cTn id="22" dur="500" fill="hold">
                                          <p:stCondLst>
                                            <p:cond delay="0"/>
                                          </p:stCondLst>
                                        </p:cTn>
                                        <p:tgtEl>
                                          <p:spTgt spid="2057"/>
                                        </p:tgtEl>
                                        <p:attrNameLst>
                                          <p:attrName>style.opacity</p:attrName>
                                        </p:attrNameLst>
                                      </p:cBhvr>
                                    </p:anim>
                                    <p:anim to="" calcmode="lin" valueType="num">
                                      <p:cBhvr>
                                        <p:cTn id="23" dur="500" fill="hold">
                                          <p:stCondLst>
                                            <p:cond delay="0"/>
                                          </p:stCondLst>
                                        </p:cTn>
                                        <p:tgtEl>
                                          <p:spTgt spid="2057"/>
                                        </p:tgtEl>
                                        <p:attrNameLst>
                                          <p:attrName>ppt_y</p:attrName>
                                        </p:attrNameLst>
                                      </p:cBhvr>
                                      <p:tavLst>
                                        <p:tav tm="0" fmla="$">
                                          <p:val>
                                            <p:strVal val="#ppt_y+.05"/>
                                          </p:val>
                                        </p:tav>
                                        <p:tav tm="100000" fmla="$">
                                          <p:val>
                                            <p:strVal val="#ppt_y"/>
                                          </p:val>
                                        </p:tav>
                                      </p:tavLst>
                                    </p:anim>
                                  </p:childTnLst>
                                </p:cTn>
                              </p:par>
                              <p:par>
                                <p:cTn id="24" presetID="10" presetClass="entr" presetSubtype="0" decel="100000" fill="hold" grpId="0" nodeType="withEffect">
                                  <p:stCondLst>
                                    <p:cond delay="300"/>
                                  </p:stCondLst>
                                  <p:childTnLst>
                                    <p:set>
                                      <p:cBhvr>
                                        <p:cTn id="25" dur="1" fill="hold">
                                          <p:stCondLst>
                                            <p:cond delay="0"/>
                                          </p:stCondLst>
                                        </p:cTn>
                                        <p:tgtEl>
                                          <p:spTgt spid="55"/>
                                        </p:tgtEl>
                                        <p:attrNameLst>
                                          <p:attrName>style.visibility</p:attrName>
                                        </p:attrNameLst>
                                      </p:cBhvr>
                                      <p:to>
                                        <p:strVal val="visible"/>
                                      </p:to>
                                    </p:set>
                                    <p:animScale>
                                      <p:cBhvr>
                                        <p:cTn id="26" dur="250" fill="hold">
                                          <p:stCondLst>
                                            <p:cond delay="0"/>
                                          </p:stCondLst>
                                        </p:cTn>
                                        <p:tgtEl>
                                          <p:spTgt spid="55"/>
                                        </p:tgtEl>
                                      </p:cBhvr>
                                      <p:from x="0" y="0"/>
                                      <p:to x="120000" y="105000"/>
                                    </p:animScale>
                                    <p:animScale>
                                      <p:cBhvr>
                                        <p:cTn id="27" dur="187" fill="hold">
                                          <p:stCondLst>
                                            <p:cond delay="250"/>
                                          </p:stCondLst>
                                        </p:cTn>
                                        <p:tgtEl>
                                          <p:spTgt spid="55"/>
                                        </p:tgtEl>
                                      </p:cBhvr>
                                      <p:from x="120000" y="105000"/>
                                      <p:to x="100000" y="115000"/>
                                    </p:animScale>
                                    <p:animScale>
                                      <p:cBhvr>
                                        <p:cTn id="28" dur="313" fill="hold">
                                          <p:stCondLst>
                                            <p:cond delay="437"/>
                                          </p:stCondLst>
                                        </p:cTn>
                                        <p:tgtEl>
                                          <p:spTgt spid="55"/>
                                        </p:tgtEl>
                                      </p:cBhvr>
                                      <p:from x="100000" y="115000"/>
                                      <p:to x="110000" y="100000"/>
                                    </p:animScale>
                                    <p:animScale>
                                      <p:cBhvr>
                                        <p:cTn id="29" dur="250" fill="hold">
                                          <p:stCondLst>
                                            <p:cond delay="750"/>
                                          </p:stCondLst>
                                        </p:cTn>
                                        <p:tgtEl>
                                          <p:spTgt spid="55"/>
                                        </p:tgtEl>
                                      </p:cBhvr>
                                      <p:from x="110000" y="100000"/>
                                      <p:to x="100000" y="110000"/>
                                    </p:animScale>
                                    <p:animScale>
                                      <p:cBhvr>
                                        <p:cTn id="30" dur="250" fill="hold">
                                          <p:stCondLst>
                                            <p:cond delay="1000"/>
                                          </p:stCondLst>
                                        </p:cTn>
                                        <p:tgtEl>
                                          <p:spTgt spid="55"/>
                                        </p:tgtEl>
                                      </p:cBhvr>
                                      <p:from x="100000" y="110000"/>
                                      <p:to x="100000" y="100000"/>
                                    </p:animScale>
                                  </p:childTnLst>
                                </p:cTn>
                              </p:par>
                              <p:par>
                                <p:cTn id="31" presetID="10" presetClass="entr" presetSubtype="0" decel="100000" fill="hold" grpId="0" nodeType="withEffect">
                                  <p:stCondLst>
                                    <p:cond delay="400"/>
                                  </p:stCondLst>
                                  <p:childTnLst>
                                    <p:set>
                                      <p:cBhvr>
                                        <p:cTn id="32" dur="1" fill="hold">
                                          <p:stCondLst>
                                            <p:cond delay="0"/>
                                          </p:stCondLst>
                                        </p:cTn>
                                        <p:tgtEl>
                                          <p:spTgt spid="56"/>
                                        </p:tgtEl>
                                        <p:attrNameLst>
                                          <p:attrName>style.visibility</p:attrName>
                                        </p:attrNameLst>
                                      </p:cBhvr>
                                      <p:to>
                                        <p:strVal val="visible"/>
                                      </p:to>
                                    </p:set>
                                    <p:animScale>
                                      <p:cBhvr>
                                        <p:cTn id="33" dur="250" fill="hold">
                                          <p:stCondLst>
                                            <p:cond delay="0"/>
                                          </p:stCondLst>
                                        </p:cTn>
                                        <p:tgtEl>
                                          <p:spTgt spid="56"/>
                                        </p:tgtEl>
                                      </p:cBhvr>
                                      <p:from x="0" y="0"/>
                                      <p:to x="120000" y="105000"/>
                                    </p:animScale>
                                    <p:animScale>
                                      <p:cBhvr>
                                        <p:cTn id="34" dur="187" fill="hold">
                                          <p:stCondLst>
                                            <p:cond delay="250"/>
                                          </p:stCondLst>
                                        </p:cTn>
                                        <p:tgtEl>
                                          <p:spTgt spid="56"/>
                                        </p:tgtEl>
                                      </p:cBhvr>
                                      <p:from x="120000" y="105000"/>
                                      <p:to x="100000" y="115000"/>
                                    </p:animScale>
                                    <p:animScale>
                                      <p:cBhvr>
                                        <p:cTn id="35" dur="313" fill="hold">
                                          <p:stCondLst>
                                            <p:cond delay="437"/>
                                          </p:stCondLst>
                                        </p:cTn>
                                        <p:tgtEl>
                                          <p:spTgt spid="56"/>
                                        </p:tgtEl>
                                      </p:cBhvr>
                                      <p:from x="100000" y="115000"/>
                                      <p:to x="110000" y="100000"/>
                                    </p:animScale>
                                    <p:animScale>
                                      <p:cBhvr>
                                        <p:cTn id="36" dur="250" fill="hold">
                                          <p:stCondLst>
                                            <p:cond delay="750"/>
                                          </p:stCondLst>
                                        </p:cTn>
                                        <p:tgtEl>
                                          <p:spTgt spid="56"/>
                                        </p:tgtEl>
                                      </p:cBhvr>
                                      <p:from x="110000" y="100000"/>
                                      <p:to x="100000" y="110000"/>
                                    </p:animScale>
                                    <p:animScale>
                                      <p:cBhvr>
                                        <p:cTn id="37" dur="250" fill="hold">
                                          <p:stCondLst>
                                            <p:cond delay="1000"/>
                                          </p:stCondLst>
                                        </p:cTn>
                                        <p:tgtEl>
                                          <p:spTgt spid="56"/>
                                        </p:tgtEl>
                                      </p:cBhvr>
                                      <p:from x="100000" y="110000"/>
                                      <p:to x="100000" y="100000"/>
                                    </p:animScale>
                                  </p:childTnLst>
                                </p:cTn>
                              </p:par>
                              <p:par>
                                <p:cTn id="38" presetID="10" presetClass="entr" presetSubtype="0" decel="100000" fill="hold" grpId="0" nodeType="withEffect">
                                  <p:stCondLst>
                                    <p:cond delay="500"/>
                                  </p:stCondLst>
                                  <p:childTnLst>
                                    <p:set>
                                      <p:cBhvr>
                                        <p:cTn id="39" dur="1" fill="hold">
                                          <p:stCondLst>
                                            <p:cond delay="0"/>
                                          </p:stCondLst>
                                        </p:cTn>
                                        <p:tgtEl>
                                          <p:spTgt spid="57"/>
                                        </p:tgtEl>
                                        <p:attrNameLst>
                                          <p:attrName>style.visibility</p:attrName>
                                        </p:attrNameLst>
                                      </p:cBhvr>
                                      <p:to>
                                        <p:strVal val="visible"/>
                                      </p:to>
                                    </p:set>
                                    <p:animScale>
                                      <p:cBhvr>
                                        <p:cTn id="40" dur="250" fill="hold">
                                          <p:stCondLst>
                                            <p:cond delay="0"/>
                                          </p:stCondLst>
                                        </p:cTn>
                                        <p:tgtEl>
                                          <p:spTgt spid="57"/>
                                        </p:tgtEl>
                                      </p:cBhvr>
                                      <p:from x="0" y="0"/>
                                      <p:to x="120000" y="105000"/>
                                    </p:animScale>
                                    <p:animScale>
                                      <p:cBhvr>
                                        <p:cTn id="41" dur="187" fill="hold">
                                          <p:stCondLst>
                                            <p:cond delay="250"/>
                                          </p:stCondLst>
                                        </p:cTn>
                                        <p:tgtEl>
                                          <p:spTgt spid="57"/>
                                        </p:tgtEl>
                                      </p:cBhvr>
                                      <p:from x="120000" y="105000"/>
                                      <p:to x="100000" y="115000"/>
                                    </p:animScale>
                                    <p:animScale>
                                      <p:cBhvr>
                                        <p:cTn id="42" dur="313" fill="hold">
                                          <p:stCondLst>
                                            <p:cond delay="437"/>
                                          </p:stCondLst>
                                        </p:cTn>
                                        <p:tgtEl>
                                          <p:spTgt spid="57"/>
                                        </p:tgtEl>
                                      </p:cBhvr>
                                      <p:from x="100000" y="115000"/>
                                      <p:to x="110000" y="100000"/>
                                    </p:animScale>
                                    <p:animScale>
                                      <p:cBhvr>
                                        <p:cTn id="43" dur="250" fill="hold">
                                          <p:stCondLst>
                                            <p:cond delay="750"/>
                                          </p:stCondLst>
                                        </p:cTn>
                                        <p:tgtEl>
                                          <p:spTgt spid="57"/>
                                        </p:tgtEl>
                                      </p:cBhvr>
                                      <p:from x="110000" y="100000"/>
                                      <p:to x="100000" y="110000"/>
                                    </p:animScale>
                                    <p:animScale>
                                      <p:cBhvr>
                                        <p:cTn id="44" dur="250" fill="hold">
                                          <p:stCondLst>
                                            <p:cond delay="1000"/>
                                          </p:stCondLst>
                                        </p:cTn>
                                        <p:tgtEl>
                                          <p:spTgt spid="57"/>
                                        </p:tgtEl>
                                      </p:cBhvr>
                                      <p:from x="100000" y="110000"/>
                                      <p:to x="100000" y="100000"/>
                                    </p:animScale>
                                  </p:childTnLst>
                                </p:cTn>
                              </p:par>
                              <p:par>
                                <p:cTn id="45" presetID="10" presetClass="entr" presetSubtype="0" decel="100000" fill="hold" grpId="0" nodeType="withEffect">
                                  <p:stCondLst>
                                    <p:cond delay="600"/>
                                  </p:stCondLst>
                                  <p:childTnLst>
                                    <p:set>
                                      <p:cBhvr>
                                        <p:cTn id="46" dur="1" fill="hold">
                                          <p:stCondLst>
                                            <p:cond delay="0"/>
                                          </p:stCondLst>
                                        </p:cTn>
                                        <p:tgtEl>
                                          <p:spTgt spid="58"/>
                                        </p:tgtEl>
                                        <p:attrNameLst>
                                          <p:attrName>style.visibility</p:attrName>
                                        </p:attrNameLst>
                                      </p:cBhvr>
                                      <p:to>
                                        <p:strVal val="visible"/>
                                      </p:to>
                                    </p:set>
                                    <p:animScale>
                                      <p:cBhvr>
                                        <p:cTn id="47" dur="250" fill="hold">
                                          <p:stCondLst>
                                            <p:cond delay="0"/>
                                          </p:stCondLst>
                                        </p:cTn>
                                        <p:tgtEl>
                                          <p:spTgt spid="58"/>
                                        </p:tgtEl>
                                      </p:cBhvr>
                                      <p:from x="0" y="0"/>
                                      <p:to x="120000" y="105000"/>
                                    </p:animScale>
                                    <p:animScale>
                                      <p:cBhvr>
                                        <p:cTn id="48" dur="187" fill="hold">
                                          <p:stCondLst>
                                            <p:cond delay="250"/>
                                          </p:stCondLst>
                                        </p:cTn>
                                        <p:tgtEl>
                                          <p:spTgt spid="58"/>
                                        </p:tgtEl>
                                      </p:cBhvr>
                                      <p:from x="120000" y="105000"/>
                                      <p:to x="100000" y="115000"/>
                                    </p:animScale>
                                    <p:animScale>
                                      <p:cBhvr>
                                        <p:cTn id="49" dur="313" fill="hold">
                                          <p:stCondLst>
                                            <p:cond delay="437"/>
                                          </p:stCondLst>
                                        </p:cTn>
                                        <p:tgtEl>
                                          <p:spTgt spid="58"/>
                                        </p:tgtEl>
                                      </p:cBhvr>
                                      <p:from x="100000" y="115000"/>
                                      <p:to x="110000" y="100000"/>
                                    </p:animScale>
                                    <p:animScale>
                                      <p:cBhvr>
                                        <p:cTn id="50" dur="250" fill="hold">
                                          <p:stCondLst>
                                            <p:cond delay="750"/>
                                          </p:stCondLst>
                                        </p:cTn>
                                        <p:tgtEl>
                                          <p:spTgt spid="58"/>
                                        </p:tgtEl>
                                      </p:cBhvr>
                                      <p:from x="110000" y="100000"/>
                                      <p:to x="100000" y="110000"/>
                                    </p:animScale>
                                    <p:animScale>
                                      <p:cBhvr>
                                        <p:cTn id="51" dur="250" fill="hold">
                                          <p:stCondLst>
                                            <p:cond delay="1000"/>
                                          </p:stCondLst>
                                        </p:cTn>
                                        <p:tgtEl>
                                          <p:spTgt spid="58"/>
                                        </p:tgtEl>
                                      </p:cBhvr>
                                      <p:from x="100000" y="110000"/>
                                      <p:to x="100000" y="100000"/>
                                    </p:animScale>
                                  </p:childTnLst>
                                </p:cTn>
                              </p:par>
                              <p:par>
                                <p:cTn id="52" presetID="10" presetClass="entr" presetSubtype="0" decel="100000" fill="hold" grpId="0" nodeType="withEffect">
                                  <p:stCondLst>
                                    <p:cond delay="700"/>
                                  </p:stCondLst>
                                  <p:childTnLst>
                                    <p:set>
                                      <p:cBhvr>
                                        <p:cTn id="53" dur="1" fill="hold">
                                          <p:stCondLst>
                                            <p:cond delay="0"/>
                                          </p:stCondLst>
                                        </p:cTn>
                                        <p:tgtEl>
                                          <p:spTgt spid="59"/>
                                        </p:tgtEl>
                                        <p:attrNameLst>
                                          <p:attrName>style.visibility</p:attrName>
                                        </p:attrNameLst>
                                      </p:cBhvr>
                                      <p:to>
                                        <p:strVal val="visible"/>
                                      </p:to>
                                    </p:set>
                                    <p:animScale>
                                      <p:cBhvr>
                                        <p:cTn id="54" dur="250" fill="hold">
                                          <p:stCondLst>
                                            <p:cond delay="0"/>
                                          </p:stCondLst>
                                        </p:cTn>
                                        <p:tgtEl>
                                          <p:spTgt spid="59"/>
                                        </p:tgtEl>
                                      </p:cBhvr>
                                      <p:from x="0" y="0"/>
                                      <p:to x="120000" y="105000"/>
                                    </p:animScale>
                                    <p:animScale>
                                      <p:cBhvr>
                                        <p:cTn id="55" dur="187" fill="hold">
                                          <p:stCondLst>
                                            <p:cond delay="250"/>
                                          </p:stCondLst>
                                        </p:cTn>
                                        <p:tgtEl>
                                          <p:spTgt spid="59"/>
                                        </p:tgtEl>
                                      </p:cBhvr>
                                      <p:from x="120000" y="105000"/>
                                      <p:to x="100000" y="115000"/>
                                    </p:animScale>
                                    <p:animScale>
                                      <p:cBhvr>
                                        <p:cTn id="56" dur="313" fill="hold">
                                          <p:stCondLst>
                                            <p:cond delay="437"/>
                                          </p:stCondLst>
                                        </p:cTn>
                                        <p:tgtEl>
                                          <p:spTgt spid="59"/>
                                        </p:tgtEl>
                                      </p:cBhvr>
                                      <p:from x="100000" y="115000"/>
                                      <p:to x="110000" y="100000"/>
                                    </p:animScale>
                                    <p:animScale>
                                      <p:cBhvr>
                                        <p:cTn id="57" dur="250" fill="hold">
                                          <p:stCondLst>
                                            <p:cond delay="750"/>
                                          </p:stCondLst>
                                        </p:cTn>
                                        <p:tgtEl>
                                          <p:spTgt spid="59"/>
                                        </p:tgtEl>
                                      </p:cBhvr>
                                      <p:from x="110000" y="100000"/>
                                      <p:to x="100000" y="110000"/>
                                    </p:animScale>
                                    <p:animScale>
                                      <p:cBhvr>
                                        <p:cTn id="58" dur="250" fill="hold">
                                          <p:stCondLst>
                                            <p:cond delay="1000"/>
                                          </p:stCondLst>
                                        </p:cTn>
                                        <p:tgtEl>
                                          <p:spTgt spid="59"/>
                                        </p:tgtEl>
                                      </p:cBhvr>
                                      <p:from x="100000" y="110000"/>
                                      <p:to x="100000" y="100000"/>
                                    </p:animScale>
                                  </p:childTnLst>
                                </p:cTn>
                              </p:par>
                              <p:par>
                                <p:cTn id="59" presetID="10" presetClass="entr" presetSubtype="0" decel="100000" fill="hold" grpId="0" nodeType="withEffect">
                                  <p:stCondLst>
                                    <p:cond delay="800"/>
                                  </p:stCondLst>
                                  <p:childTnLst>
                                    <p:set>
                                      <p:cBhvr>
                                        <p:cTn id="60" dur="1" fill="hold">
                                          <p:stCondLst>
                                            <p:cond delay="0"/>
                                          </p:stCondLst>
                                        </p:cTn>
                                        <p:tgtEl>
                                          <p:spTgt spid="60"/>
                                        </p:tgtEl>
                                        <p:attrNameLst>
                                          <p:attrName>style.visibility</p:attrName>
                                        </p:attrNameLst>
                                      </p:cBhvr>
                                      <p:to>
                                        <p:strVal val="visible"/>
                                      </p:to>
                                    </p:set>
                                    <p:animScale>
                                      <p:cBhvr>
                                        <p:cTn id="61" dur="250" fill="hold">
                                          <p:stCondLst>
                                            <p:cond delay="0"/>
                                          </p:stCondLst>
                                        </p:cTn>
                                        <p:tgtEl>
                                          <p:spTgt spid="60"/>
                                        </p:tgtEl>
                                      </p:cBhvr>
                                      <p:from x="0" y="0"/>
                                      <p:to x="120000" y="105000"/>
                                    </p:animScale>
                                    <p:animScale>
                                      <p:cBhvr>
                                        <p:cTn id="62" dur="187" fill="hold">
                                          <p:stCondLst>
                                            <p:cond delay="250"/>
                                          </p:stCondLst>
                                        </p:cTn>
                                        <p:tgtEl>
                                          <p:spTgt spid="60"/>
                                        </p:tgtEl>
                                      </p:cBhvr>
                                      <p:from x="120000" y="105000"/>
                                      <p:to x="100000" y="115000"/>
                                    </p:animScale>
                                    <p:animScale>
                                      <p:cBhvr>
                                        <p:cTn id="63" dur="313" fill="hold">
                                          <p:stCondLst>
                                            <p:cond delay="437"/>
                                          </p:stCondLst>
                                        </p:cTn>
                                        <p:tgtEl>
                                          <p:spTgt spid="60"/>
                                        </p:tgtEl>
                                      </p:cBhvr>
                                      <p:from x="100000" y="115000"/>
                                      <p:to x="110000" y="100000"/>
                                    </p:animScale>
                                    <p:animScale>
                                      <p:cBhvr>
                                        <p:cTn id="64" dur="250" fill="hold">
                                          <p:stCondLst>
                                            <p:cond delay="750"/>
                                          </p:stCondLst>
                                        </p:cTn>
                                        <p:tgtEl>
                                          <p:spTgt spid="60"/>
                                        </p:tgtEl>
                                      </p:cBhvr>
                                      <p:from x="110000" y="100000"/>
                                      <p:to x="100000" y="110000"/>
                                    </p:animScale>
                                    <p:animScale>
                                      <p:cBhvr>
                                        <p:cTn id="65" dur="250" fill="hold">
                                          <p:stCondLst>
                                            <p:cond delay="1000"/>
                                          </p:stCondLst>
                                        </p:cTn>
                                        <p:tgtEl>
                                          <p:spTgt spid="60"/>
                                        </p:tgtEl>
                                      </p:cBhvr>
                                      <p:from x="100000" y="110000"/>
                                      <p:to x="100000" y="100000"/>
                                    </p:animScale>
                                  </p:childTnLst>
                                </p:cTn>
                              </p:par>
                              <p:par>
                                <p:cTn id="66" presetID="10" presetClass="entr" presetSubtype="0" decel="100000" fill="hold" grpId="0" nodeType="withEffect">
                                  <p:stCondLst>
                                    <p:cond delay="900"/>
                                  </p:stCondLst>
                                  <p:childTnLst>
                                    <p:set>
                                      <p:cBhvr>
                                        <p:cTn id="67" dur="1" fill="hold">
                                          <p:stCondLst>
                                            <p:cond delay="0"/>
                                          </p:stCondLst>
                                        </p:cTn>
                                        <p:tgtEl>
                                          <p:spTgt spid="61"/>
                                        </p:tgtEl>
                                        <p:attrNameLst>
                                          <p:attrName>style.visibility</p:attrName>
                                        </p:attrNameLst>
                                      </p:cBhvr>
                                      <p:to>
                                        <p:strVal val="visible"/>
                                      </p:to>
                                    </p:set>
                                    <p:animScale>
                                      <p:cBhvr>
                                        <p:cTn id="68" dur="250" fill="hold">
                                          <p:stCondLst>
                                            <p:cond delay="0"/>
                                          </p:stCondLst>
                                        </p:cTn>
                                        <p:tgtEl>
                                          <p:spTgt spid="61"/>
                                        </p:tgtEl>
                                      </p:cBhvr>
                                      <p:from x="0" y="0"/>
                                      <p:to x="120000" y="105000"/>
                                    </p:animScale>
                                    <p:animScale>
                                      <p:cBhvr>
                                        <p:cTn id="69" dur="187" fill="hold">
                                          <p:stCondLst>
                                            <p:cond delay="250"/>
                                          </p:stCondLst>
                                        </p:cTn>
                                        <p:tgtEl>
                                          <p:spTgt spid="61"/>
                                        </p:tgtEl>
                                      </p:cBhvr>
                                      <p:from x="120000" y="105000"/>
                                      <p:to x="100000" y="115000"/>
                                    </p:animScale>
                                    <p:animScale>
                                      <p:cBhvr>
                                        <p:cTn id="70" dur="313" fill="hold">
                                          <p:stCondLst>
                                            <p:cond delay="437"/>
                                          </p:stCondLst>
                                        </p:cTn>
                                        <p:tgtEl>
                                          <p:spTgt spid="61"/>
                                        </p:tgtEl>
                                      </p:cBhvr>
                                      <p:from x="100000" y="115000"/>
                                      <p:to x="110000" y="100000"/>
                                    </p:animScale>
                                    <p:animScale>
                                      <p:cBhvr>
                                        <p:cTn id="71" dur="250" fill="hold">
                                          <p:stCondLst>
                                            <p:cond delay="750"/>
                                          </p:stCondLst>
                                        </p:cTn>
                                        <p:tgtEl>
                                          <p:spTgt spid="61"/>
                                        </p:tgtEl>
                                      </p:cBhvr>
                                      <p:from x="110000" y="100000"/>
                                      <p:to x="100000" y="110000"/>
                                    </p:animScale>
                                    <p:animScale>
                                      <p:cBhvr>
                                        <p:cTn id="72" dur="250" fill="hold">
                                          <p:stCondLst>
                                            <p:cond delay="1000"/>
                                          </p:stCondLst>
                                        </p:cTn>
                                        <p:tgtEl>
                                          <p:spTgt spid="61"/>
                                        </p:tgtEl>
                                      </p:cBhvr>
                                      <p:from x="100000" y="110000"/>
                                      <p:to x="100000" y="100000"/>
                                    </p:animScale>
                                  </p:childTnLst>
                                </p:cTn>
                              </p:par>
                              <p:par>
                                <p:cTn id="73" presetID="10" presetClass="entr" presetSubtype="0" decel="100000" fill="hold" grpId="0" nodeType="withEffect">
                                  <p:stCondLst>
                                    <p:cond delay="1000"/>
                                  </p:stCondLst>
                                  <p:childTnLst>
                                    <p:set>
                                      <p:cBhvr>
                                        <p:cTn id="74" dur="1" fill="hold">
                                          <p:stCondLst>
                                            <p:cond delay="0"/>
                                          </p:stCondLst>
                                        </p:cTn>
                                        <p:tgtEl>
                                          <p:spTgt spid="62"/>
                                        </p:tgtEl>
                                        <p:attrNameLst>
                                          <p:attrName>style.visibility</p:attrName>
                                        </p:attrNameLst>
                                      </p:cBhvr>
                                      <p:to>
                                        <p:strVal val="visible"/>
                                      </p:to>
                                    </p:set>
                                    <p:animScale>
                                      <p:cBhvr>
                                        <p:cTn id="75" dur="250" fill="hold">
                                          <p:stCondLst>
                                            <p:cond delay="0"/>
                                          </p:stCondLst>
                                        </p:cTn>
                                        <p:tgtEl>
                                          <p:spTgt spid="62"/>
                                        </p:tgtEl>
                                      </p:cBhvr>
                                      <p:from x="0" y="0"/>
                                      <p:to x="120000" y="105000"/>
                                    </p:animScale>
                                    <p:animScale>
                                      <p:cBhvr>
                                        <p:cTn id="76" dur="187" fill="hold">
                                          <p:stCondLst>
                                            <p:cond delay="250"/>
                                          </p:stCondLst>
                                        </p:cTn>
                                        <p:tgtEl>
                                          <p:spTgt spid="62"/>
                                        </p:tgtEl>
                                      </p:cBhvr>
                                      <p:from x="120000" y="105000"/>
                                      <p:to x="100000" y="115000"/>
                                    </p:animScale>
                                    <p:animScale>
                                      <p:cBhvr>
                                        <p:cTn id="77" dur="313" fill="hold">
                                          <p:stCondLst>
                                            <p:cond delay="437"/>
                                          </p:stCondLst>
                                        </p:cTn>
                                        <p:tgtEl>
                                          <p:spTgt spid="62"/>
                                        </p:tgtEl>
                                      </p:cBhvr>
                                      <p:from x="100000" y="115000"/>
                                      <p:to x="110000" y="100000"/>
                                    </p:animScale>
                                    <p:animScale>
                                      <p:cBhvr>
                                        <p:cTn id="78" dur="250" fill="hold">
                                          <p:stCondLst>
                                            <p:cond delay="750"/>
                                          </p:stCondLst>
                                        </p:cTn>
                                        <p:tgtEl>
                                          <p:spTgt spid="62"/>
                                        </p:tgtEl>
                                      </p:cBhvr>
                                      <p:from x="110000" y="100000"/>
                                      <p:to x="100000" y="110000"/>
                                    </p:animScale>
                                    <p:animScale>
                                      <p:cBhvr>
                                        <p:cTn id="79" dur="250" fill="hold">
                                          <p:stCondLst>
                                            <p:cond delay="1000"/>
                                          </p:stCondLst>
                                        </p:cTn>
                                        <p:tgtEl>
                                          <p:spTgt spid="62"/>
                                        </p:tgtEl>
                                      </p:cBhvr>
                                      <p:from x="100000" y="110000"/>
                                      <p:to x="100000" y="100000"/>
                                    </p:animScale>
                                  </p:childTnLst>
                                </p:cTn>
                              </p:par>
                              <p:par>
                                <p:cTn id="80" presetID="10" presetClass="entr" presetSubtype="0" decel="100000" fill="hold" grpId="0" nodeType="withEffect">
                                  <p:stCondLst>
                                    <p:cond delay="1100"/>
                                  </p:stCondLst>
                                  <p:childTnLst>
                                    <p:set>
                                      <p:cBhvr>
                                        <p:cTn id="81" dur="1" fill="hold">
                                          <p:stCondLst>
                                            <p:cond delay="0"/>
                                          </p:stCondLst>
                                        </p:cTn>
                                        <p:tgtEl>
                                          <p:spTgt spid="63"/>
                                        </p:tgtEl>
                                        <p:attrNameLst>
                                          <p:attrName>style.visibility</p:attrName>
                                        </p:attrNameLst>
                                      </p:cBhvr>
                                      <p:to>
                                        <p:strVal val="visible"/>
                                      </p:to>
                                    </p:set>
                                    <p:animScale>
                                      <p:cBhvr>
                                        <p:cTn id="82" dur="250" fill="hold">
                                          <p:stCondLst>
                                            <p:cond delay="0"/>
                                          </p:stCondLst>
                                        </p:cTn>
                                        <p:tgtEl>
                                          <p:spTgt spid="63"/>
                                        </p:tgtEl>
                                      </p:cBhvr>
                                      <p:from x="0" y="0"/>
                                      <p:to x="120000" y="105000"/>
                                    </p:animScale>
                                    <p:animScale>
                                      <p:cBhvr>
                                        <p:cTn id="83" dur="187" fill="hold">
                                          <p:stCondLst>
                                            <p:cond delay="250"/>
                                          </p:stCondLst>
                                        </p:cTn>
                                        <p:tgtEl>
                                          <p:spTgt spid="63"/>
                                        </p:tgtEl>
                                      </p:cBhvr>
                                      <p:from x="120000" y="105000"/>
                                      <p:to x="100000" y="115000"/>
                                    </p:animScale>
                                    <p:animScale>
                                      <p:cBhvr>
                                        <p:cTn id="84" dur="313" fill="hold">
                                          <p:stCondLst>
                                            <p:cond delay="437"/>
                                          </p:stCondLst>
                                        </p:cTn>
                                        <p:tgtEl>
                                          <p:spTgt spid="63"/>
                                        </p:tgtEl>
                                      </p:cBhvr>
                                      <p:from x="100000" y="115000"/>
                                      <p:to x="110000" y="100000"/>
                                    </p:animScale>
                                    <p:animScale>
                                      <p:cBhvr>
                                        <p:cTn id="85" dur="250" fill="hold">
                                          <p:stCondLst>
                                            <p:cond delay="750"/>
                                          </p:stCondLst>
                                        </p:cTn>
                                        <p:tgtEl>
                                          <p:spTgt spid="63"/>
                                        </p:tgtEl>
                                      </p:cBhvr>
                                      <p:from x="110000" y="100000"/>
                                      <p:to x="100000" y="110000"/>
                                    </p:animScale>
                                    <p:animScale>
                                      <p:cBhvr>
                                        <p:cTn id="86" dur="250" fill="hold">
                                          <p:stCondLst>
                                            <p:cond delay="1000"/>
                                          </p:stCondLst>
                                        </p:cTn>
                                        <p:tgtEl>
                                          <p:spTgt spid="63"/>
                                        </p:tgtEl>
                                      </p:cBhvr>
                                      <p:from x="100000" y="110000"/>
                                      <p:to x="100000" y="100000"/>
                                    </p:animScale>
                                  </p:childTnLst>
                                </p:cTn>
                              </p:par>
                              <p:par>
                                <p:cTn id="87" presetID="10" presetClass="entr" presetSubtype="0" decel="100000" fill="hold" grpId="0" nodeType="withEffect">
                                  <p:stCondLst>
                                    <p:cond delay="1200"/>
                                  </p:stCondLst>
                                  <p:childTnLst>
                                    <p:set>
                                      <p:cBhvr>
                                        <p:cTn id="88" dur="1" fill="hold">
                                          <p:stCondLst>
                                            <p:cond delay="0"/>
                                          </p:stCondLst>
                                        </p:cTn>
                                        <p:tgtEl>
                                          <p:spTgt spid="2048"/>
                                        </p:tgtEl>
                                        <p:attrNameLst>
                                          <p:attrName>style.visibility</p:attrName>
                                        </p:attrNameLst>
                                      </p:cBhvr>
                                      <p:to>
                                        <p:strVal val="visible"/>
                                      </p:to>
                                    </p:set>
                                    <p:animScale>
                                      <p:cBhvr>
                                        <p:cTn id="89" dur="250" fill="hold">
                                          <p:stCondLst>
                                            <p:cond delay="0"/>
                                          </p:stCondLst>
                                        </p:cTn>
                                        <p:tgtEl>
                                          <p:spTgt spid="2048"/>
                                        </p:tgtEl>
                                      </p:cBhvr>
                                      <p:from x="0" y="0"/>
                                      <p:to x="120000" y="105000"/>
                                    </p:animScale>
                                    <p:animScale>
                                      <p:cBhvr>
                                        <p:cTn id="90" dur="187" fill="hold">
                                          <p:stCondLst>
                                            <p:cond delay="250"/>
                                          </p:stCondLst>
                                        </p:cTn>
                                        <p:tgtEl>
                                          <p:spTgt spid="2048"/>
                                        </p:tgtEl>
                                      </p:cBhvr>
                                      <p:from x="120000" y="105000"/>
                                      <p:to x="100000" y="115000"/>
                                    </p:animScale>
                                    <p:animScale>
                                      <p:cBhvr>
                                        <p:cTn id="91" dur="313" fill="hold">
                                          <p:stCondLst>
                                            <p:cond delay="437"/>
                                          </p:stCondLst>
                                        </p:cTn>
                                        <p:tgtEl>
                                          <p:spTgt spid="2048"/>
                                        </p:tgtEl>
                                      </p:cBhvr>
                                      <p:from x="100000" y="115000"/>
                                      <p:to x="110000" y="100000"/>
                                    </p:animScale>
                                    <p:animScale>
                                      <p:cBhvr>
                                        <p:cTn id="92" dur="250" fill="hold">
                                          <p:stCondLst>
                                            <p:cond delay="750"/>
                                          </p:stCondLst>
                                        </p:cTn>
                                        <p:tgtEl>
                                          <p:spTgt spid="2048"/>
                                        </p:tgtEl>
                                      </p:cBhvr>
                                      <p:from x="110000" y="100000"/>
                                      <p:to x="100000" y="110000"/>
                                    </p:animScale>
                                    <p:animScale>
                                      <p:cBhvr>
                                        <p:cTn id="93" dur="250" fill="hold">
                                          <p:stCondLst>
                                            <p:cond delay="1000"/>
                                          </p:stCondLst>
                                        </p:cTn>
                                        <p:tgtEl>
                                          <p:spTgt spid="2048"/>
                                        </p:tgtEl>
                                      </p:cBhvr>
                                      <p:from x="100000" y="110000"/>
                                      <p:to x="100000" y="100000"/>
                                    </p:animScale>
                                  </p:childTnLst>
                                </p:cTn>
                              </p:par>
                              <p:par>
                                <p:cTn id="94" presetID="10" presetClass="entr" presetSubtype="0" decel="100000" fill="hold" grpId="0" nodeType="withEffect">
                                  <p:stCondLst>
                                    <p:cond delay="1300"/>
                                  </p:stCondLst>
                                  <p:childTnLst>
                                    <p:set>
                                      <p:cBhvr>
                                        <p:cTn id="95" dur="1" fill="hold">
                                          <p:stCondLst>
                                            <p:cond delay="0"/>
                                          </p:stCondLst>
                                        </p:cTn>
                                        <p:tgtEl>
                                          <p:spTgt spid="2049"/>
                                        </p:tgtEl>
                                        <p:attrNameLst>
                                          <p:attrName>style.visibility</p:attrName>
                                        </p:attrNameLst>
                                      </p:cBhvr>
                                      <p:to>
                                        <p:strVal val="visible"/>
                                      </p:to>
                                    </p:set>
                                    <p:animScale>
                                      <p:cBhvr>
                                        <p:cTn id="96" dur="250" fill="hold">
                                          <p:stCondLst>
                                            <p:cond delay="0"/>
                                          </p:stCondLst>
                                        </p:cTn>
                                        <p:tgtEl>
                                          <p:spTgt spid="2049"/>
                                        </p:tgtEl>
                                      </p:cBhvr>
                                      <p:from x="0" y="0"/>
                                      <p:to x="120000" y="105000"/>
                                    </p:animScale>
                                    <p:animScale>
                                      <p:cBhvr>
                                        <p:cTn id="97" dur="187" fill="hold">
                                          <p:stCondLst>
                                            <p:cond delay="250"/>
                                          </p:stCondLst>
                                        </p:cTn>
                                        <p:tgtEl>
                                          <p:spTgt spid="2049"/>
                                        </p:tgtEl>
                                      </p:cBhvr>
                                      <p:from x="120000" y="105000"/>
                                      <p:to x="100000" y="115000"/>
                                    </p:animScale>
                                    <p:animScale>
                                      <p:cBhvr>
                                        <p:cTn id="98" dur="313" fill="hold">
                                          <p:stCondLst>
                                            <p:cond delay="437"/>
                                          </p:stCondLst>
                                        </p:cTn>
                                        <p:tgtEl>
                                          <p:spTgt spid="2049"/>
                                        </p:tgtEl>
                                      </p:cBhvr>
                                      <p:from x="100000" y="115000"/>
                                      <p:to x="110000" y="100000"/>
                                    </p:animScale>
                                    <p:animScale>
                                      <p:cBhvr>
                                        <p:cTn id="99" dur="250" fill="hold">
                                          <p:stCondLst>
                                            <p:cond delay="750"/>
                                          </p:stCondLst>
                                        </p:cTn>
                                        <p:tgtEl>
                                          <p:spTgt spid="2049"/>
                                        </p:tgtEl>
                                      </p:cBhvr>
                                      <p:from x="110000" y="100000"/>
                                      <p:to x="100000" y="110000"/>
                                    </p:animScale>
                                    <p:animScale>
                                      <p:cBhvr>
                                        <p:cTn id="100" dur="250" fill="hold">
                                          <p:stCondLst>
                                            <p:cond delay="1000"/>
                                          </p:stCondLst>
                                        </p:cTn>
                                        <p:tgtEl>
                                          <p:spTgt spid="2049"/>
                                        </p:tgtEl>
                                      </p:cBhvr>
                                      <p:from x="100000" y="110000"/>
                                      <p:to x="100000" y="100000"/>
                                    </p:animScale>
                                  </p:childTnLst>
                                </p:cTn>
                              </p:par>
                              <p:par>
                                <p:cTn id="101" presetID="10" presetClass="entr" presetSubtype="0" decel="100000" fill="hold" grpId="0" nodeType="withEffect">
                                  <p:stCondLst>
                                    <p:cond delay="1400"/>
                                  </p:stCondLst>
                                  <p:childTnLst>
                                    <p:set>
                                      <p:cBhvr>
                                        <p:cTn id="102" dur="1" fill="hold">
                                          <p:stCondLst>
                                            <p:cond delay="0"/>
                                          </p:stCondLst>
                                        </p:cTn>
                                        <p:tgtEl>
                                          <p:spTgt spid="2051"/>
                                        </p:tgtEl>
                                        <p:attrNameLst>
                                          <p:attrName>style.visibility</p:attrName>
                                        </p:attrNameLst>
                                      </p:cBhvr>
                                      <p:to>
                                        <p:strVal val="visible"/>
                                      </p:to>
                                    </p:set>
                                    <p:animScale>
                                      <p:cBhvr>
                                        <p:cTn id="103" dur="250" fill="hold">
                                          <p:stCondLst>
                                            <p:cond delay="0"/>
                                          </p:stCondLst>
                                        </p:cTn>
                                        <p:tgtEl>
                                          <p:spTgt spid="2051"/>
                                        </p:tgtEl>
                                      </p:cBhvr>
                                      <p:from x="0" y="0"/>
                                      <p:to x="120000" y="105000"/>
                                    </p:animScale>
                                    <p:animScale>
                                      <p:cBhvr>
                                        <p:cTn id="104" dur="187" fill="hold">
                                          <p:stCondLst>
                                            <p:cond delay="250"/>
                                          </p:stCondLst>
                                        </p:cTn>
                                        <p:tgtEl>
                                          <p:spTgt spid="2051"/>
                                        </p:tgtEl>
                                      </p:cBhvr>
                                      <p:from x="120000" y="105000"/>
                                      <p:to x="100000" y="115000"/>
                                    </p:animScale>
                                    <p:animScale>
                                      <p:cBhvr>
                                        <p:cTn id="105" dur="313" fill="hold">
                                          <p:stCondLst>
                                            <p:cond delay="437"/>
                                          </p:stCondLst>
                                        </p:cTn>
                                        <p:tgtEl>
                                          <p:spTgt spid="2051"/>
                                        </p:tgtEl>
                                      </p:cBhvr>
                                      <p:from x="100000" y="115000"/>
                                      <p:to x="110000" y="100000"/>
                                    </p:animScale>
                                    <p:animScale>
                                      <p:cBhvr>
                                        <p:cTn id="106" dur="250" fill="hold">
                                          <p:stCondLst>
                                            <p:cond delay="750"/>
                                          </p:stCondLst>
                                        </p:cTn>
                                        <p:tgtEl>
                                          <p:spTgt spid="2051"/>
                                        </p:tgtEl>
                                      </p:cBhvr>
                                      <p:from x="110000" y="100000"/>
                                      <p:to x="100000" y="110000"/>
                                    </p:animScale>
                                    <p:animScale>
                                      <p:cBhvr>
                                        <p:cTn id="107" dur="250" fill="hold">
                                          <p:stCondLst>
                                            <p:cond delay="1000"/>
                                          </p:stCondLst>
                                        </p:cTn>
                                        <p:tgtEl>
                                          <p:spTgt spid="2051"/>
                                        </p:tgtEl>
                                      </p:cBhvr>
                                      <p:from x="100000" y="110000"/>
                                      <p:to x="100000" y="100000"/>
                                    </p:animScale>
                                  </p:childTnLst>
                                </p:cTn>
                              </p:par>
                              <p:par>
                                <p:cTn id="108" presetID="10" presetClass="entr" presetSubtype="0" decel="100000" fill="hold" grpId="0" nodeType="withEffect">
                                  <p:stCondLst>
                                    <p:cond delay="1500"/>
                                  </p:stCondLst>
                                  <p:childTnLst>
                                    <p:set>
                                      <p:cBhvr>
                                        <p:cTn id="109" dur="1" fill="hold">
                                          <p:stCondLst>
                                            <p:cond delay="0"/>
                                          </p:stCondLst>
                                        </p:cTn>
                                        <p:tgtEl>
                                          <p:spTgt spid="2052"/>
                                        </p:tgtEl>
                                        <p:attrNameLst>
                                          <p:attrName>style.visibility</p:attrName>
                                        </p:attrNameLst>
                                      </p:cBhvr>
                                      <p:to>
                                        <p:strVal val="visible"/>
                                      </p:to>
                                    </p:set>
                                    <p:animScale>
                                      <p:cBhvr>
                                        <p:cTn id="110" dur="250" fill="hold">
                                          <p:stCondLst>
                                            <p:cond delay="0"/>
                                          </p:stCondLst>
                                        </p:cTn>
                                        <p:tgtEl>
                                          <p:spTgt spid="2052"/>
                                        </p:tgtEl>
                                      </p:cBhvr>
                                      <p:from x="0" y="0"/>
                                      <p:to x="120000" y="105000"/>
                                    </p:animScale>
                                    <p:animScale>
                                      <p:cBhvr>
                                        <p:cTn id="111" dur="187" fill="hold">
                                          <p:stCondLst>
                                            <p:cond delay="250"/>
                                          </p:stCondLst>
                                        </p:cTn>
                                        <p:tgtEl>
                                          <p:spTgt spid="2052"/>
                                        </p:tgtEl>
                                      </p:cBhvr>
                                      <p:from x="120000" y="105000"/>
                                      <p:to x="100000" y="115000"/>
                                    </p:animScale>
                                    <p:animScale>
                                      <p:cBhvr>
                                        <p:cTn id="112" dur="313" fill="hold">
                                          <p:stCondLst>
                                            <p:cond delay="437"/>
                                          </p:stCondLst>
                                        </p:cTn>
                                        <p:tgtEl>
                                          <p:spTgt spid="2052"/>
                                        </p:tgtEl>
                                      </p:cBhvr>
                                      <p:from x="100000" y="115000"/>
                                      <p:to x="110000" y="100000"/>
                                    </p:animScale>
                                    <p:animScale>
                                      <p:cBhvr>
                                        <p:cTn id="113" dur="250" fill="hold">
                                          <p:stCondLst>
                                            <p:cond delay="750"/>
                                          </p:stCondLst>
                                        </p:cTn>
                                        <p:tgtEl>
                                          <p:spTgt spid="2052"/>
                                        </p:tgtEl>
                                      </p:cBhvr>
                                      <p:from x="110000" y="100000"/>
                                      <p:to x="100000" y="110000"/>
                                    </p:animScale>
                                    <p:animScale>
                                      <p:cBhvr>
                                        <p:cTn id="114" dur="250" fill="hold">
                                          <p:stCondLst>
                                            <p:cond delay="1000"/>
                                          </p:stCondLst>
                                        </p:cTn>
                                        <p:tgtEl>
                                          <p:spTgt spid="2052"/>
                                        </p:tgtEl>
                                      </p:cBhvr>
                                      <p:from x="100000" y="110000"/>
                                      <p:to x="100000" y="100000"/>
                                    </p:animScale>
                                  </p:childTnLst>
                                </p:cTn>
                              </p:par>
                              <p:par>
                                <p:cTn id="115" presetID="10" presetClass="entr" presetSubtype="0" decel="100000" fill="hold" grpId="0" nodeType="withEffect">
                                  <p:stCondLst>
                                    <p:cond delay="1600"/>
                                  </p:stCondLst>
                                  <p:childTnLst>
                                    <p:set>
                                      <p:cBhvr>
                                        <p:cTn id="116" dur="1" fill="hold">
                                          <p:stCondLst>
                                            <p:cond delay="0"/>
                                          </p:stCondLst>
                                        </p:cTn>
                                        <p:tgtEl>
                                          <p:spTgt spid="2053"/>
                                        </p:tgtEl>
                                        <p:attrNameLst>
                                          <p:attrName>style.visibility</p:attrName>
                                        </p:attrNameLst>
                                      </p:cBhvr>
                                      <p:to>
                                        <p:strVal val="visible"/>
                                      </p:to>
                                    </p:set>
                                    <p:animScale>
                                      <p:cBhvr>
                                        <p:cTn id="117" dur="250" fill="hold">
                                          <p:stCondLst>
                                            <p:cond delay="0"/>
                                          </p:stCondLst>
                                        </p:cTn>
                                        <p:tgtEl>
                                          <p:spTgt spid="2053"/>
                                        </p:tgtEl>
                                      </p:cBhvr>
                                      <p:from x="0" y="0"/>
                                      <p:to x="120000" y="105000"/>
                                    </p:animScale>
                                    <p:animScale>
                                      <p:cBhvr>
                                        <p:cTn id="118" dur="187" fill="hold">
                                          <p:stCondLst>
                                            <p:cond delay="250"/>
                                          </p:stCondLst>
                                        </p:cTn>
                                        <p:tgtEl>
                                          <p:spTgt spid="2053"/>
                                        </p:tgtEl>
                                      </p:cBhvr>
                                      <p:from x="120000" y="105000"/>
                                      <p:to x="100000" y="115000"/>
                                    </p:animScale>
                                    <p:animScale>
                                      <p:cBhvr>
                                        <p:cTn id="119" dur="313" fill="hold">
                                          <p:stCondLst>
                                            <p:cond delay="437"/>
                                          </p:stCondLst>
                                        </p:cTn>
                                        <p:tgtEl>
                                          <p:spTgt spid="2053"/>
                                        </p:tgtEl>
                                      </p:cBhvr>
                                      <p:from x="100000" y="115000"/>
                                      <p:to x="110000" y="100000"/>
                                    </p:animScale>
                                    <p:animScale>
                                      <p:cBhvr>
                                        <p:cTn id="120" dur="250" fill="hold">
                                          <p:stCondLst>
                                            <p:cond delay="750"/>
                                          </p:stCondLst>
                                        </p:cTn>
                                        <p:tgtEl>
                                          <p:spTgt spid="2053"/>
                                        </p:tgtEl>
                                      </p:cBhvr>
                                      <p:from x="110000" y="100000"/>
                                      <p:to x="100000" y="110000"/>
                                    </p:animScale>
                                    <p:animScale>
                                      <p:cBhvr>
                                        <p:cTn id="121" dur="250" fill="hold">
                                          <p:stCondLst>
                                            <p:cond delay="1000"/>
                                          </p:stCondLst>
                                        </p:cTn>
                                        <p:tgtEl>
                                          <p:spTgt spid="2053"/>
                                        </p:tgtEl>
                                      </p:cBhvr>
                                      <p:from x="100000" y="110000"/>
                                      <p:to x="100000" y="100000"/>
                                    </p:animScale>
                                  </p:childTnLst>
                                </p:cTn>
                              </p:par>
                              <p:par>
                                <p:cTn id="122" presetID="10" presetClass="entr" presetSubtype="0" decel="100000" fill="hold" grpId="0" nodeType="withEffect">
                                  <p:stCondLst>
                                    <p:cond delay="1700"/>
                                  </p:stCondLst>
                                  <p:childTnLst>
                                    <p:set>
                                      <p:cBhvr>
                                        <p:cTn id="123" dur="1" fill="hold">
                                          <p:stCondLst>
                                            <p:cond delay="0"/>
                                          </p:stCondLst>
                                        </p:cTn>
                                        <p:tgtEl>
                                          <p:spTgt spid="2054"/>
                                        </p:tgtEl>
                                        <p:attrNameLst>
                                          <p:attrName>style.visibility</p:attrName>
                                        </p:attrNameLst>
                                      </p:cBhvr>
                                      <p:to>
                                        <p:strVal val="visible"/>
                                      </p:to>
                                    </p:set>
                                    <p:animScale>
                                      <p:cBhvr>
                                        <p:cTn id="124" dur="250" fill="hold">
                                          <p:stCondLst>
                                            <p:cond delay="0"/>
                                          </p:stCondLst>
                                        </p:cTn>
                                        <p:tgtEl>
                                          <p:spTgt spid="2054"/>
                                        </p:tgtEl>
                                      </p:cBhvr>
                                      <p:from x="0" y="0"/>
                                      <p:to x="120000" y="105000"/>
                                    </p:animScale>
                                    <p:animScale>
                                      <p:cBhvr>
                                        <p:cTn id="125" dur="187" fill="hold">
                                          <p:stCondLst>
                                            <p:cond delay="250"/>
                                          </p:stCondLst>
                                        </p:cTn>
                                        <p:tgtEl>
                                          <p:spTgt spid="2054"/>
                                        </p:tgtEl>
                                      </p:cBhvr>
                                      <p:from x="120000" y="105000"/>
                                      <p:to x="100000" y="115000"/>
                                    </p:animScale>
                                    <p:animScale>
                                      <p:cBhvr>
                                        <p:cTn id="126" dur="313" fill="hold">
                                          <p:stCondLst>
                                            <p:cond delay="437"/>
                                          </p:stCondLst>
                                        </p:cTn>
                                        <p:tgtEl>
                                          <p:spTgt spid="2054"/>
                                        </p:tgtEl>
                                      </p:cBhvr>
                                      <p:from x="100000" y="115000"/>
                                      <p:to x="110000" y="100000"/>
                                    </p:animScale>
                                    <p:animScale>
                                      <p:cBhvr>
                                        <p:cTn id="127" dur="250" fill="hold">
                                          <p:stCondLst>
                                            <p:cond delay="750"/>
                                          </p:stCondLst>
                                        </p:cTn>
                                        <p:tgtEl>
                                          <p:spTgt spid="2054"/>
                                        </p:tgtEl>
                                      </p:cBhvr>
                                      <p:from x="110000" y="100000"/>
                                      <p:to x="100000" y="110000"/>
                                    </p:animScale>
                                    <p:animScale>
                                      <p:cBhvr>
                                        <p:cTn id="128" dur="250" fill="hold">
                                          <p:stCondLst>
                                            <p:cond delay="1000"/>
                                          </p:stCondLst>
                                        </p:cTn>
                                        <p:tgtEl>
                                          <p:spTgt spid="2054"/>
                                        </p:tgtEl>
                                      </p:cBhvr>
                                      <p:from x="100000" y="110000"/>
                                      <p:to x="100000" y="100000"/>
                                    </p:animScale>
                                  </p:childTnLst>
                                </p:cTn>
                              </p:par>
                              <p:par>
                                <p:cTn id="129" presetID="10" presetClass="entr" presetSubtype="0" decel="100000" fill="hold" grpId="0" nodeType="withEffect">
                                  <p:stCondLst>
                                    <p:cond delay="1800"/>
                                  </p:stCondLst>
                                  <p:childTnLst>
                                    <p:set>
                                      <p:cBhvr>
                                        <p:cTn id="130" dur="1" fill="hold">
                                          <p:stCondLst>
                                            <p:cond delay="0"/>
                                          </p:stCondLst>
                                        </p:cTn>
                                        <p:tgtEl>
                                          <p:spTgt spid="2055"/>
                                        </p:tgtEl>
                                        <p:attrNameLst>
                                          <p:attrName>style.visibility</p:attrName>
                                        </p:attrNameLst>
                                      </p:cBhvr>
                                      <p:to>
                                        <p:strVal val="visible"/>
                                      </p:to>
                                    </p:set>
                                    <p:animScale>
                                      <p:cBhvr>
                                        <p:cTn id="131" dur="250" fill="hold">
                                          <p:stCondLst>
                                            <p:cond delay="0"/>
                                          </p:stCondLst>
                                        </p:cTn>
                                        <p:tgtEl>
                                          <p:spTgt spid="2055"/>
                                        </p:tgtEl>
                                      </p:cBhvr>
                                      <p:from x="0" y="0"/>
                                      <p:to x="120000" y="105000"/>
                                    </p:animScale>
                                    <p:animScale>
                                      <p:cBhvr>
                                        <p:cTn id="132" dur="187" fill="hold">
                                          <p:stCondLst>
                                            <p:cond delay="250"/>
                                          </p:stCondLst>
                                        </p:cTn>
                                        <p:tgtEl>
                                          <p:spTgt spid="2055"/>
                                        </p:tgtEl>
                                      </p:cBhvr>
                                      <p:from x="120000" y="105000"/>
                                      <p:to x="100000" y="115000"/>
                                    </p:animScale>
                                    <p:animScale>
                                      <p:cBhvr>
                                        <p:cTn id="133" dur="313" fill="hold">
                                          <p:stCondLst>
                                            <p:cond delay="437"/>
                                          </p:stCondLst>
                                        </p:cTn>
                                        <p:tgtEl>
                                          <p:spTgt spid="2055"/>
                                        </p:tgtEl>
                                      </p:cBhvr>
                                      <p:from x="100000" y="115000"/>
                                      <p:to x="110000" y="100000"/>
                                    </p:animScale>
                                    <p:animScale>
                                      <p:cBhvr>
                                        <p:cTn id="134" dur="250" fill="hold">
                                          <p:stCondLst>
                                            <p:cond delay="750"/>
                                          </p:stCondLst>
                                        </p:cTn>
                                        <p:tgtEl>
                                          <p:spTgt spid="2055"/>
                                        </p:tgtEl>
                                      </p:cBhvr>
                                      <p:from x="110000" y="100000"/>
                                      <p:to x="100000" y="110000"/>
                                    </p:animScale>
                                    <p:animScale>
                                      <p:cBhvr>
                                        <p:cTn id="135" dur="250" fill="hold">
                                          <p:stCondLst>
                                            <p:cond delay="1000"/>
                                          </p:stCondLst>
                                        </p:cTn>
                                        <p:tgtEl>
                                          <p:spTgt spid="2055"/>
                                        </p:tgtEl>
                                      </p:cBhvr>
                                      <p:from x="100000" y="110000"/>
                                      <p:to x="100000" y="100000"/>
                                    </p:animScale>
                                  </p:childTnLst>
                                </p:cTn>
                              </p:par>
                              <p:par>
                                <p:cTn id="136" presetID="10" presetClass="entr" presetSubtype="0" decel="100000" fill="hold" grpId="0" nodeType="withEffect">
                                  <p:stCondLst>
                                    <p:cond delay="1900"/>
                                  </p:stCondLst>
                                  <p:childTnLst>
                                    <p:set>
                                      <p:cBhvr>
                                        <p:cTn id="137" dur="1" fill="hold">
                                          <p:stCondLst>
                                            <p:cond delay="0"/>
                                          </p:stCondLst>
                                        </p:cTn>
                                        <p:tgtEl>
                                          <p:spTgt spid="2056"/>
                                        </p:tgtEl>
                                        <p:attrNameLst>
                                          <p:attrName>style.visibility</p:attrName>
                                        </p:attrNameLst>
                                      </p:cBhvr>
                                      <p:to>
                                        <p:strVal val="visible"/>
                                      </p:to>
                                    </p:set>
                                    <p:animScale>
                                      <p:cBhvr>
                                        <p:cTn id="138" dur="250" fill="hold">
                                          <p:stCondLst>
                                            <p:cond delay="0"/>
                                          </p:stCondLst>
                                        </p:cTn>
                                        <p:tgtEl>
                                          <p:spTgt spid="2056"/>
                                        </p:tgtEl>
                                      </p:cBhvr>
                                      <p:from x="0" y="0"/>
                                      <p:to x="120000" y="105000"/>
                                    </p:animScale>
                                    <p:animScale>
                                      <p:cBhvr>
                                        <p:cTn id="139" dur="187" fill="hold">
                                          <p:stCondLst>
                                            <p:cond delay="250"/>
                                          </p:stCondLst>
                                        </p:cTn>
                                        <p:tgtEl>
                                          <p:spTgt spid="2056"/>
                                        </p:tgtEl>
                                      </p:cBhvr>
                                      <p:from x="120000" y="105000"/>
                                      <p:to x="100000" y="115000"/>
                                    </p:animScale>
                                    <p:animScale>
                                      <p:cBhvr>
                                        <p:cTn id="140" dur="313" fill="hold">
                                          <p:stCondLst>
                                            <p:cond delay="437"/>
                                          </p:stCondLst>
                                        </p:cTn>
                                        <p:tgtEl>
                                          <p:spTgt spid="2056"/>
                                        </p:tgtEl>
                                      </p:cBhvr>
                                      <p:from x="100000" y="115000"/>
                                      <p:to x="110000" y="100000"/>
                                    </p:animScale>
                                    <p:animScale>
                                      <p:cBhvr>
                                        <p:cTn id="141" dur="250" fill="hold">
                                          <p:stCondLst>
                                            <p:cond delay="750"/>
                                          </p:stCondLst>
                                        </p:cTn>
                                        <p:tgtEl>
                                          <p:spTgt spid="2056"/>
                                        </p:tgtEl>
                                      </p:cBhvr>
                                      <p:from x="110000" y="100000"/>
                                      <p:to x="100000" y="110000"/>
                                    </p:animScale>
                                    <p:animScale>
                                      <p:cBhvr>
                                        <p:cTn id="142" dur="250" fill="hold">
                                          <p:stCondLst>
                                            <p:cond delay="1000"/>
                                          </p:stCondLst>
                                        </p:cTn>
                                        <p:tgtEl>
                                          <p:spTgt spid="2056"/>
                                        </p:tgtEl>
                                      </p:cBhvr>
                                      <p:from x="100000" y="110000"/>
                                      <p:to x="100000" y="100000"/>
                                    </p:animScale>
                                  </p:childTnLst>
                                </p:cTn>
                              </p:par>
                              <p:par>
                                <p:cTn id="143" presetID="10" presetClass="entr" presetSubtype="0" accel="20000" decel="80000" fill="hold" nodeType="withEffect">
                                  <p:stCondLst>
                                    <p:cond delay="1900"/>
                                  </p:stCondLst>
                                  <p:childTnLst>
                                    <p:set>
                                      <p:cBhvr>
                                        <p:cTn id="144" dur="1" fill="hold">
                                          <p:stCondLst>
                                            <p:cond delay="0"/>
                                          </p:stCondLst>
                                        </p:cTn>
                                        <p:tgtEl>
                                          <p:spTgt spid="2239"/>
                                        </p:tgtEl>
                                        <p:attrNameLst>
                                          <p:attrName>style.visibility</p:attrName>
                                        </p:attrNameLst>
                                      </p:cBhvr>
                                      <p:to>
                                        <p:strVal val="visible"/>
                                      </p:to>
                                    </p:set>
                                    <p:animScale>
                                      <p:cBhvr>
                                        <p:cTn id="145" dur="158" decel="100000" fill="hold">
                                          <p:stCondLst>
                                            <p:cond delay="0"/>
                                          </p:stCondLst>
                                        </p:cTn>
                                        <p:tgtEl>
                                          <p:spTgt spid="2239"/>
                                        </p:tgtEl>
                                      </p:cBhvr>
                                      <p:from x="0" y="0"/>
                                      <p:to x="110000" y="110000"/>
                                    </p:animScale>
                                    <p:animScale>
                                      <p:cBhvr>
                                        <p:cTn id="146" dur="197" accel="50000" fill="hold">
                                          <p:stCondLst>
                                            <p:cond delay="158"/>
                                          </p:stCondLst>
                                        </p:cTn>
                                        <p:tgtEl>
                                          <p:spTgt spid="2239"/>
                                        </p:tgtEl>
                                      </p:cBhvr>
                                      <p:from x="110000" y="110000"/>
                                      <p:to x="95000" y="95000"/>
                                    </p:animScale>
                                    <p:animScale>
                                      <p:cBhvr>
                                        <p:cTn id="147" dur="395" decel="100000" fill="hold">
                                          <p:stCondLst>
                                            <p:cond delay="355"/>
                                          </p:stCondLst>
                                        </p:cTn>
                                        <p:tgtEl>
                                          <p:spTgt spid="2239"/>
                                        </p:tgtEl>
                                      </p:cBhvr>
                                      <p:from x="95000" y="95000"/>
                                      <p:to x="100000" y="100000"/>
                                    </p:animScale>
                                    <p:anim from="0" to="1" calcmode="lin" valueType="num">
                                      <p:cBhvr>
                                        <p:cTn id="148" dur="79" decel="100000" fill="hold">
                                          <p:stCondLst>
                                            <p:cond delay="0"/>
                                          </p:stCondLst>
                                        </p:cTn>
                                        <p:tgtEl>
                                          <p:spTgt spid="2239"/>
                                        </p:tgtEl>
                                        <p:attrNameLst>
                                          <p:attrName>style.opacity</p:attrName>
                                        </p:attrNameLst>
                                      </p:cBhvr>
                                    </p:anim>
                                  </p:childTnLst>
                                </p:cTn>
                              </p:par>
                              <p:par>
                                <p:cTn id="149" presetID="10" presetClass="entr" presetSubtype="0" accel="20000" decel="80000" fill="hold" nodeType="withEffect">
                                  <p:stCondLst>
                                    <p:cond delay="2050"/>
                                  </p:stCondLst>
                                  <p:childTnLst>
                                    <p:set>
                                      <p:cBhvr>
                                        <p:cTn id="150" dur="1" fill="hold">
                                          <p:stCondLst>
                                            <p:cond delay="0"/>
                                          </p:stCondLst>
                                        </p:cTn>
                                        <p:tgtEl>
                                          <p:spTgt spid="2244"/>
                                        </p:tgtEl>
                                        <p:attrNameLst>
                                          <p:attrName>style.visibility</p:attrName>
                                        </p:attrNameLst>
                                      </p:cBhvr>
                                      <p:to>
                                        <p:strVal val="visible"/>
                                      </p:to>
                                    </p:set>
                                    <p:animScale>
                                      <p:cBhvr>
                                        <p:cTn id="151" dur="158" decel="100000" fill="hold">
                                          <p:stCondLst>
                                            <p:cond delay="0"/>
                                          </p:stCondLst>
                                        </p:cTn>
                                        <p:tgtEl>
                                          <p:spTgt spid="2244"/>
                                        </p:tgtEl>
                                      </p:cBhvr>
                                      <p:from x="0" y="0"/>
                                      <p:to x="110000" y="110000"/>
                                    </p:animScale>
                                    <p:animScale>
                                      <p:cBhvr>
                                        <p:cTn id="152" dur="197" accel="50000" fill="hold">
                                          <p:stCondLst>
                                            <p:cond delay="158"/>
                                          </p:stCondLst>
                                        </p:cTn>
                                        <p:tgtEl>
                                          <p:spTgt spid="2244"/>
                                        </p:tgtEl>
                                      </p:cBhvr>
                                      <p:from x="110000" y="110000"/>
                                      <p:to x="95000" y="95000"/>
                                    </p:animScale>
                                    <p:animScale>
                                      <p:cBhvr>
                                        <p:cTn id="153" dur="395" decel="100000" fill="hold">
                                          <p:stCondLst>
                                            <p:cond delay="355"/>
                                          </p:stCondLst>
                                        </p:cTn>
                                        <p:tgtEl>
                                          <p:spTgt spid="2244"/>
                                        </p:tgtEl>
                                      </p:cBhvr>
                                      <p:from x="95000" y="95000"/>
                                      <p:to x="100000" y="100000"/>
                                    </p:animScale>
                                    <p:anim from="0" to="1" calcmode="lin" valueType="num">
                                      <p:cBhvr>
                                        <p:cTn id="154" dur="79" decel="100000" fill="hold">
                                          <p:stCondLst>
                                            <p:cond delay="0"/>
                                          </p:stCondLst>
                                        </p:cTn>
                                        <p:tgtEl>
                                          <p:spTgt spid="2244"/>
                                        </p:tgtEl>
                                        <p:attrNameLst>
                                          <p:attrName>style.opacity</p:attrName>
                                        </p:attrNameLst>
                                      </p:cBhvr>
                                    </p:anim>
                                  </p:childTnLst>
                                </p:cTn>
                              </p:par>
                              <p:par>
                                <p:cTn id="155" presetID="10" presetClass="entr" presetSubtype="0" accel="20000" decel="80000" fill="hold" nodeType="withEffect">
                                  <p:stCondLst>
                                    <p:cond delay="2200"/>
                                  </p:stCondLst>
                                  <p:childTnLst>
                                    <p:set>
                                      <p:cBhvr>
                                        <p:cTn id="156" dur="1" fill="hold">
                                          <p:stCondLst>
                                            <p:cond delay="0"/>
                                          </p:stCondLst>
                                        </p:cTn>
                                        <p:tgtEl>
                                          <p:spTgt spid="2249"/>
                                        </p:tgtEl>
                                        <p:attrNameLst>
                                          <p:attrName>style.visibility</p:attrName>
                                        </p:attrNameLst>
                                      </p:cBhvr>
                                      <p:to>
                                        <p:strVal val="visible"/>
                                      </p:to>
                                    </p:set>
                                    <p:animScale>
                                      <p:cBhvr>
                                        <p:cTn id="157" dur="158" decel="100000" fill="hold">
                                          <p:stCondLst>
                                            <p:cond delay="0"/>
                                          </p:stCondLst>
                                        </p:cTn>
                                        <p:tgtEl>
                                          <p:spTgt spid="2249"/>
                                        </p:tgtEl>
                                      </p:cBhvr>
                                      <p:from x="0" y="0"/>
                                      <p:to x="110000" y="110000"/>
                                    </p:animScale>
                                    <p:animScale>
                                      <p:cBhvr>
                                        <p:cTn id="158" dur="197" accel="50000" fill="hold">
                                          <p:stCondLst>
                                            <p:cond delay="158"/>
                                          </p:stCondLst>
                                        </p:cTn>
                                        <p:tgtEl>
                                          <p:spTgt spid="2249"/>
                                        </p:tgtEl>
                                      </p:cBhvr>
                                      <p:from x="110000" y="110000"/>
                                      <p:to x="95000" y="95000"/>
                                    </p:animScale>
                                    <p:animScale>
                                      <p:cBhvr>
                                        <p:cTn id="159" dur="395" decel="100000" fill="hold">
                                          <p:stCondLst>
                                            <p:cond delay="355"/>
                                          </p:stCondLst>
                                        </p:cTn>
                                        <p:tgtEl>
                                          <p:spTgt spid="2249"/>
                                        </p:tgtEl>
                                      </p:cBhvr>
                                      <p:from x="95000" y="95000"/>
                                      <p:to x="100000" y="100000"/>
                                    </p:animScale>
                                    <p:anim from="0" to="1" calcmode="lin" valueType="num">
                                      <p:cBhvr>
                                        <p:cTn id="160" dur="79" decel="100000" fill="hold">
                                          <p:stCondLst>
                                            <p:cond delay="0"/>
                                          </p:stCondLst>
                                        </p:cTn>
                                        <p:tgtEl>
                                          <p:spTgt spid="2249"/>
                                        </p:tgtEl>
                                        <p:attrNameLst>
                                          <p:attrName>style.opacity</p:attrName>
                                        </p:attrNameLst>
                                      </p:cBhvr>
                                    </p:anim>
                                  </p:childTnLst>
                                </p:cTn>
                              </p:par>
                              <p:par>
                                <p:cTn id="161" presetID="10" presetClass="entr" presetSubtype="0" accel="20000" decel="80000" fill="hold" nodeType="withEffect">
                                  <p:stCondLst>
                                    <p:cond delay="2350"/>
                                  </p:stCondLst>
                                  <p:childTnLst>
                                    <p:set>
                                      <p:cBhvr>
                                        <p:cTn id="162" dur="1" fill="hold">
                                          <p:stCondLst>
                                            <p:cond delay="0"/>
                                          </p:stCondLst>
                                        </p:cTn>
                                        <p:tgtEl>
                                          <p:spTgt spid="2254"/>
                                        </p:tgtEl>
                                        <p:attrNameLst>
                                          <p:attrName>style.visibility</p:attrName>
                                        </p:attrNameLst>
                                      </p:cBhvr>
                                      <p:to>
                                        <p:strVal val="visible"/>
                                      </p:to>
                                    </p:set>
                                    <p:animScale>
                                      <p:cBhvr>
                                        <p:cTn id="163" dur="158" decel="100000" fill="hold">
                                          <p:stCondLst>
                                            <p:cond delay="0"/>
                                          </p:stCondLst>
                                        </p:cTn>
                                        <p:tgtEl>
                                          <p:spTgt spid="2254"/>
                                        </p:tgtEl>
                                      </p:cBhvr>
                                      <p:from x="0" y="0"/>
                                      <p:to x="110000" y="110000"/>
                                    </p:animScale>
                                    <p:animScale>
                                      <p:cBhvr>
                                        <p:cTn id="164" dur="197" accel="50000" fill="hold">
                                          <p:stCondLst>
                                            <p:cond delay="158"/>
                                          </p:stCondLst>
                                        </p:cTn>
                                        <p:tgtEl>
                                          <p:spTgt spid="2254"/>
                                        </p:tgtEl>
                                      </p:cBhvr>
                                      <p:from x="110000" y="110000"/>
                                      <p:to x="95000" y="95000"/>
                                    </p:animScale>
                                    <p:animScale>
                                      <p:cBhvr>
                                        <p:cTn id="165" dur="395" decel="100000" fill="hold">
                                          <p:stCondLst>
                                            <p:cond delay="355"/>
                                          </p:stCondLst>
                                        </p:cTn>
                                        <p:tgtEl>
                                          <p:spTgt spid="2254"/>
                                        </p:tgtEl>
                                      </p:cBhvr>
                                      <p:from x="95000" y="95000"/>
                                      <p:to x="100000" y="100000"/>
                                    </p:animScale>
                                    <p:anim from="0" to="1" calcmode="lin" valueType="num">
                                      <p:cBhvr>
                                        <p:cTn id="166" dur="79" decel="100000" fill="hold">
                                          <p:stCondLst>
                                            <p:cond delay="0"/>
                                          </p:stCondLst>
                                        </p:cTn>
                                        <p:tgtEl>
                                          <p:spTgt spid="2254"/>
                                        </p:tgtEl>
                                        <p:attrNameLst>
                                          <p:attrName>style.opacity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5" grpId="0" animBg="1"/>
      <p:bldP spid="56" grpId="0" animBg="1"/>
      <p:bldP spid="57" grpId="0" animBg="1"/>
      <p:bldP spid="58" grpId="0" animBg="1"/>
      <p:bldP spid="59" grpId="0" animBg="1"/>
      <p:bldP spid="60" grpId="0" animBg="1"/>
      <p:bldP spid="61" grpId="0" animBg="1"/>
      <p:bldP spid="62" grpId="0" animBg="1"/>
      <p:bldP spid="63" grpId="0" animBg="1"/>
      <p:bldP spid="2048" grpId="0" animBg="1"/>
      <p:bldP spid="2049" grpId="0" animBg="1"/>
      <p:bldP spid="2051" grpId="0" animBg="1"/>
      <p:bldP spid="2052" grpId="0" animBg="1"/>
      <p:bldP spid="2053" grpId="0" animBg="1"/>
      <p:bldP spid="2054" grpId="0" animBg="1"/>
      <p:bldP spid="2055" grpId="0" animBg="1"/>
      <p:bldP spid="2056" grpId="0" animBg="1"/>
      <p:bldP spid="205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CB45A-9E54-84FC-6F04-C4505971607C}"/>
            </a:ext>
          </a:extLst>
        </p:cNvPr>
        <p:cNvGrpSpPr/>
        <p:nvPr/>
      </p:nvGrpSpPr>
      <p:grpSpPr>
        <a:xfrm>
          <a:off x="0" y="0"/>
          <a:ext cx="0" cy="0"/>
          <a:chOff x="0" y="0"/>
          <a:chExt cx="0" cy="0"/>
        </a:xfrm>
      </p:grpSpPr>
      <p:sp>
        <p:nvSpPr>
          <p:cNvPr id="10" name="任意多边形: 形状 9">
            <a:extLst>
              <a:ext uri="{FF2B5EF4-FFF2-40B4-BE49-F238E27FC236}">
                <a16:creationId xmlns:a16="http://schemas.microsoft.com/office/drawing/2014/main" id="{7C6612DD-19E9-025E-4EA1-2855CB4822DE}"/>
              </a:ext>
            </a:extLst>
          </p:cNvPr>
          <p:cNvSpPr/>
          <p:nvPr/>
        </p:nvSpPr>
        <p:spPr>
          <a:xfrm>
            <a:off x="-16449794" y="-1338321"/>
            <a:ext cx="45091590" cy="16392642"/>
          </a:xfrm>
          <a:custGeom>
            <a:avLst/>
            <a:gdLst>
              <a:gd name="connsiteX0" fmla="*/ 6195629 w 12192000"/>
              <a:gd name="connsiteY0" fmla="*/ 0 h 4432291"/>
              <a:gd name="connsiteX1" fmla="*/ 12148937 w 12192000"/>
              <a:gd name="connsiteY1" fmla="*/ 3741229 h 4432291"/>
              <a:gd name="connsiteX2" fmla="*/ 12192000 w 12192000"/>
              <a:gd name="connsiteY2" fmla="*/ 3836481 h 4432291"/>
              <a:gd name="connsiteX3" fmla="*/ 12192000 w 12192000"/>
              <a:gd name="connsiteY3" fmla="*/ 4432291 h 4432291"/>
              <a:gd name="connsiteX4" fmla="*/ 0 w 12192000"/>
              <a:gd name="connsiteY4" fmla="*/ 4432291 h 4432291"/>
              <a:gd name="connsiteX5" fmla="*/ 0 w 12192000"/>
              <a:gd name="connsiteY5" fmla="*/ 4312918 h 4432291"/>
              <a:gd name="connsiteX6" fmla="*/ 110058 w 12192000"/>
              <a:gd name="connsiteY6" fmla="*/ 4033788 h 4432291"/>
              <a:gd name="connsiteX7" fmla="*/ 6195629 w 12192000"/>
              <a:gd name="connsiteY7" fmla="*/ 0 h 443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32291">
                <a:moveTo>
                  <a:pt x="6195629" y="0"/>
                </a:moveTo>
                <a:cubicBezTo>
                  <a:pt x="8817353" y="0"/>
                  <a:pt x="11082292" y="1527579"/>
                  <a:pt x="12148937" y="3741229"/>
                </a:cubicBezTo>
                <a:lnTo>
                  <a:pt x="12192000" y="3836481"/>
                </a:lnTo>
                <a:lnTo>
                  <a:pt x="12192000" y="4432291"/>
                </a:lnTo>
                <a:lnTo>
                  <a:pt x="0" y="4432291"/>
                </a:lnTo>
                <a:lnTo>
                  <a:pt x="0" y="4312918"/>
                </a:lnTo>
                <a:lnTo>
                  <a:pt x="110058" y="4033788"/>
                </a:lnTo>
                <a:cubicBezTo>
                  <a:pt x="1112690" y="1663300"/>
                  <a:pt x="3459917" y="0"/>
                  <a:pt x="6195629"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defTabSz="914400">
              <a:defRPr/>
            </a:pPr>
            <a:endParaRPr kumimoji="0" lang="zh-CN" altLang="en-US" sz="9600" b="0" i="0" u="none" strike="noStrike" kern="1200" cap="none" spc="0" normalizeH="0" baseline="0" noProof="0" dirty="0">
              <a:ln>
                <a:noFill/>
              </a:ln>
              <a:solidFill>
                <a:srgbClr val="FFFFFF"/>
              </a:solidFill>
              <a:effectLst/>
              <a:uLnTx/>
              <a:uFillTx/>
              <a:latin typeface="Consolas" panose="020B0609020204030204" pitchFamily="49" charset="0"/>
            </a:endParaRPr>
          </a:p>
        </p:txBody>
      </p:sp>
      <p:sp>
        <p:nvSpPr>
          <p:cNvPr id="371" name="文本框 370">
            <a:extLst>
              <a:ext uri="{FF2B5EF4-FFF2-40B4-BE49-F238E27FC236}">
                <a16:creationId xmlns:a16="http://schemas.microsoft.com/office/drawing/2014/main" id="{9C36DC69-0F0B-317D-BF8A-5A88F54A3D0E}"/>
              </a:ext>
            </a:extLst>
          </p:cNvPr>
          <p:cNvSpPr txBox="1"/>
          <p:nvPr/>
        </p:nvSpPr>
        <p:spPr>
          <a:xfrm>
            <a:off x="-5181600" y="2644170"/>
            <a:ext cx="22555200" cy="1569660"/>
          </a:xfrm>
          <a:prstGeom prst="rect">
            <a:avLst/>
          </a:prstGeom>
          <a:noFill/>
        </p:spPr>
        <p:txBody>
          <a:bodyPr wrap="square">
            <a:spAutoFit/>
          </a:bodyPr>
          <a:lstStyle/>
          <a:p>
            <a:pPr lvl="0" algn="ctr" defTabSz="914400">
              <a:defRPr/>
            </a:pPr>
            <a:r>
              <a:rPr lang="en-US" altLang="zh-CN" sz="9600" dirty="0">
                <a:latin typeface="Consolas" panose="020B0609020204030204" pitchFamily="49" charset="0"/>
              </a:rPr>
              <a:t>Python</a:t>
            </a:r>
            <a:endParaRPr kumimoji="0" lang="zh-CN" altLang="en-US" sz="9600" b="0" i="0" u="none" strike="noStrike" kern="1200" cap="none" spc="0" normalizeH="0" baseline="0" noProof="0" dirty="0">
              <a:ln>
                <a:noFill/>
              </a:ln>
              <a:effectLst/>
              <a:uLnTx/>
              <a:uFillTx/>
              <a:latin typeface="Consolas" panose="020B0609020204030204" pitchFamily="49" charset="0"/>
            </a:endParaRPr>
          </a:p>
        </p:txBody>
      </p:sp>
      <p:grpSp>
        <p:nvGrpSpPr>
          <p:cNvPr id="372" name="组合 371">
            <a:extLst>
              <a:ext uri="{FF2B5EF4-FFF2-40B4-BE49-F238E27FC236}">
                <a16:creationId xmlns:a16="http://schemas.microsoft.com/office/drawing/2014/main" id="{FF71FB89-A95C-24BA-661A-FF1889EA1E75}"/>
              </a:ext>
            </a:extLst>
          </p:cNvPr>
          <p:cNvGrpSpPr>
            <a:grpSpLocks noChangeAspect="1"/>
          </p:cNvGrpSpPr>
          <p:nvPr/>
        </p:nvGrpSpPr>
        <p:grpSpPr>
          <a:xfrm flipH="1">
            <a:off x="14661240" y="2552044"/>
            <a:ext cx="1169310" cy="1753912"/>
            <a:chOff x="2031807" y="2310826"/>
            <a:chExt cx="215376" cy="323053"/>
          </a:xfrm>
        </p:grpSpPr>
        <p:sp>
          <p:nvSpPr>
            <p:cNvPr id="373" name="任意多边形: 形状 372">
              <a:extLst>
                <a:ext uri="{FF2B5EF4-FFF2-40B4-BE49-F238E27FC236}">
                  <a16:creationId xmlns:a16="http://schemas.microsoft.com/office/drawing/2014/main" id="{9E497F27-83E7-42F2-21C3-FBAFAF85D169}"/>
                </a:ext>
              </a:extLst>
            </p:cNvPr>
            <p:cNvSpPr/>
            <p:nvPr/>
          </p:nvSpPr>
          <p:spPr>
            <a:xfrm>
              <a:off x="2060683" y="2553252"/>
              <a:ext cx="93957" cy="79940"/>
            </a:xfrm>
            <a:custGeom>
              <a:avLst/>
              <a:gdLst>
                <a:gd name="connsiteX0" fmla="*/ 595508 w 620741"/>
                <a:gd name="connsiteY0" fmla="*/ 528134 h 528134"/>
                <a:gd name="connsiteX1" fmla="*/ 9345 w 620741"/>
                <a:gd name="connsiteY1" fmla="*/ 528134 h 528134"/>
                <a:gd name="connsiteX2" fmla="*/ 104211 w 620741"/>
                <a:gd name="connsiteY2" fmla="*/ 36594 h 528134"/>
                <a:gd name="connsiteX3" fmla="*/ 595508 w 620741"/>
                <a:gd name="connsiteY3" fmla="*/ 122947 h 528134"/>
                <a:gd name="connsiteX4" fmla="*/ 595508 w 620741"/>
                <a:gd name="connsiteY4" fmla="*/ 528134 h 528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741" h="528134">
                  <a:moveTo>
                    <a:pt x="595508" y="528134"/>
                  </a:moveTo>
                  <a:lnTo>
                    <a:pt x="9345" y="528134"/>
                  </a:lnTo>
                  <a:cubicBezTo>
                    <a:pt x="9345" y="528134"/>
                    <a:pt x="-44000" y="108071"/>
                    <a:pt x="104211" y="36594"/>
                  </a:cubicBezTo>
                  <a:cubicBezTo>
                    <a:pt x="252422" y="-34883"/>
                    <a:pt x="538733" y="674"/>
                    <a:pt x="595508" y="122947"/>
                  </a:cubicBezTo>
                  <a:cubicBezTo>
                    <a:pt x="652283" y="245220"/>
                    <a:pt x="595508" y="528134"/>
                    <a:pt x="595508" y="528134"/>
                  </a:cubicBezTo>
                  <a:close/>
                </a:path>
              </a:pathLst>
            </a:custGeom>
            <a:solidFill>
              <a:srgbClr val="231F20"/>
            </a:solidFill>
            <a:ln w="9025" cap="flat">
              <a:noFill/>
              <a:prstDash val="solid"/>
              <a:miter/>
            </a:ln>
          </p:spPr>
          <p:txBody>
            <a:bodyPr rtlCol="0" anchor="ctr"/>
            <a:lstStyle/>
            <a:p>
              <a:endParaRPr lang="zh-CN" altLang="en-US"/>
            </a:p>
          </p:txBody>
        </p:sp>
        <p:sp>
          <p:nvSpPr>
            <p:cNvPr id="374" name="任意多边形: 形状 373">
              <a:extLst>
                <a:ext uri="{FF2B5EF4-FFF2-40B4-BE49-F238E27FC236}">
                  <a16:creationId xmlns:a16="http://schemas.microsoft.com/office/drawing/2014/main" id="{6DBEB85C-6177-2CD0-E99D-C511636B3930}"/>
                </a:ext>
              </a:extLst>
            </p:cNvPr>
            <p:cNvSpPr/>
            <p:nvPr/>
          </p:nvSpPr>
          <p:spPr>
            <a:xfrm>
              <a:off x="2060074" y="2552618"/>
              <a:ext cx="95360" cy="81261"/>
            </a:xfrm>
            <a:custGeom>
              <a:avLst/>
              <a:gdLst>
                <a:gd name="connsiteX0" fmla="*/ 599533 w 630011"/>
                <a:gd name="connsiteY0" fmla="*/ 536862 h 536864"/>
                <a:gd name="connsiteX1" fmla="*/ 13370 w 630011"/>
                <a:gd name="connsiteY1" fmla="*/ 536862 h 536864"/>
                <a:gd name="connsiteX2" fmla="*/ 8947 w 630011"/>
                <a:gd name="connsiteY2" fmla="*/ 532871 h 536864"/>
                <a:gd name="connsiteX3" fmla="*/ 1184 w 630011"/>
                <a:gd name="connsiteY3" fmla="*/ 313270 h 536864"/>
                <a:gd name="connsiteX4" fmla="*/ 106701 w 630011"/>
                <a:gd name="connsiteY4" fmla="*/ 36795 h 536864"/>
                <a:gd name="connsiteX5" fmla="*/ 478220 w 630011"/>
                <a:gd name="connsiteY5" fmla="*/ 29176 h 536864"/>
                <a:gd name="connsiteX6" fmla="*/ 604046 w 630011"/>
                <a:gd name="connsiteY6" fmla="*/ 125325 h 536864"/>
                <a:gd name="connsiteX7" fmla="*/ 604046 w 630011"/>
                <a:gd name="connsiteY7" fmla="*/ 533506 h 536864"/>
                <a:gd name="connsiteX8" fmla="*/ 599533 w 630011"/>
                <a:gd name="connsiteY8" fmla="*/ 536862 h 536864"/>
                <a:gd name="connsiteX9" fmla="*/ 17432 w 630011"/>
                <a:gd name="connsiteY9" fmla="*/ 527791 h 536864"/>
                <a:gd name="connsiteX10" fmla="*/ 595832 w 630011"/>
                <a:gd name="connsiteY10" fmla="*/ 527791 h 536864"/>
                <a:gd name="connsiteX11" fmla="*/ 595832 w 630011"/>
                <a:gd name="connsiteY11" fmla="*/ 129135 h 536864"/>
                <a:gd name="connsiteX12" fmla="*/ 475151 w 630011"/>
                <a:gd name="connsiteY12" fmla="*/ 37611 h 536864"/>
                <a:gd name="connsiteX13" fmla="*/ 110582 w 630011"/>
                <a:gd name="connsiteY13" fmla="*/ 44868 h 536864"/>
                <a:gd name="connsiteX14" fmla="*/ 17432 w 630011"/>
                <a:gd name="connsiteY14" fmla="*/ 527791 h 53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0011" h="536864">
                  <a:moveTo>
                    <a:pt x="599533" y="536862"/>
                  </a:moveTo>
                  <a:lnTo>
                    <a:pt x="13370" y="536862"/>
                  </a:lnTo>
                  <a:cubicBezTo>
                    <a:pt x="11113" y="536835"/>
                    <a:pt x="9218" y="535130"/>
                    <a:pt x="8947" y="532871"/>
                  </a:cubicBezTo>
                  <a:cubicBezTo>
                    <a:pt x="814" y="459979"/>
                    <a:pt x="-1776" y="386561"/>
                    <a:pt x="1184" y="313270"/>
                  </a:cubicBezTo>
                  <a:cubicBezTo>
                    <a:pt x="8135" y="160247"/>
                    <a:pt x="43698" y="67182"/>
                    <a:pt x="106701" y="36795"/>
                  </a:cubicBezTo>
                  <a:cubicBezTo>
                    <a:pt x="202108" y="-9193"/>
                    <a:pt x="361782" y="-12459"/>
                    <a:pt x="478220" y="29176"/>
                  </a:cubicBezTo>
                  <a:cubicBezTo>
                    <a:pt x="541404" y="51943"/>
                    <a:pt x="585271" y="85142"/>
                    <a:pt x="604046" y="125325"/>
                  </a:cubicBezTo>
                  <a:cubicBezTo>
                    <a:pt x="661092" y="247416"/>
                    <a:pt x="606754" y="521623"/>
                    <a:pt x="604046" y="533506"/>
                  </a:cubicBezTo>
                  <a:cubicBezTo>
                    <a:pt x="603504" y="535547"/>
                    <a:pt x="601627" y="536934"/>
                    <a:pt x="599533" y="536862"/>
                  </a:cubicBezTo>
                  <a:close/>
                  <a:moveTo>
                    <a:pt x="17432" y="527791"/>
                  </a:moveTo>
                  <a:lnTo>
                    <a:pt x="595832" y="527791"/>
                  </a:lnTo>
                  <a:cubicBezTo>
                    <a:pt x="602150" y="494320"/>
                    <a:pt x="647733" y="241067"/>
                    <a:pt x="595832" y="129135"/>
                  </a:cubicBezTo>
                  <a:cubicBezTo>
                    <a:pt x="577780" y="91219"/>
                    <a:pt x="536349" y="59562"/>
                    <a:pt x="475151" y="37611"/>
                  </a:cubicBezTo>
                  <a:cubicBezTo>
                    <a:pt x="360699" y="-3297"/>
                    <a:pt x="204365" y="-213"/>
                    <a:pt x="110582" y="44868"/>
                  </a:cubicBezTo>
                  <a:cubicBezTo>
                    <a:pt x="-25894" y="110449"/>
                    <a:pt x="12557" y="484887"/>
                    <a:pt x="17432" y="527791"/>
                  </a:cubicBezTo>
                  <a:close/>
                </a:path>
              </a:pathLst>
            </a:custGeom>
            <a:solidFill>
              <a:srgbClr val="231F20"/>
            </a:solidFill>
            <a:ln w="9025" cap="flat">
              <a:noFill/>
              <a:prstDash val="solid"/>
              <a:miter/>
            </a:ln>
          </p:spPr>
          <p:txBody>
            <a:bodyPr rtlCol="0" anchor="ctr"/>
            <a:lstStyle/>
            <a:p>
              <a:endParaRPr lang="zh-CN" altLang="en-US"/>
            </a:p>
          </p:txBody>
        </p:sp>
        <p:sp>
          <p:nvSpPr>
            <p:cNvPr id="375" name="任意多边形: 形状 374">
              <a:extLst>
                <a:ext uri="{FF2B5EF4-FFF2-40B4-BE49-F238E27FC236}">
                  <a16:creationId xmlns:a16="http://schemas.microsoft.com/office/drawing/2014/main" id="{A363D17C-C5D7-1E14-EE2D-C682DD63D0A7}"/>
                </a:ext>
              </a:extLst>
            </p:cNvPr>
            <p:cNvSpPr/>
            <p:nvPr/>
          </p:nvSpPr>
          <p:spPr>
            <a:xfrm>
              <a:off x="2032492" y="2540748"/>
              <a:ext cx="214061" cy="92444"/>
            </a:xfrm>
            <a:custGeom>
              <a:avLst/>
              <a:gdLst>
                <a:gd name="connsiteX0" fmla="*/ 864441 w 1414228"/>
                <a:gd name="connsiteY0" fmla="*/ 199 h 610746"/>
                <a:gd name="connsiteX1" fmla="*/ 990808 w 1414228"/>
                <a:gd name="connsiteY1" fmla="*/ 199 h 610746"/>
                <a:gd name="connsiteX2" fmla="*/ 1254194 w 1414228"/>
                <a:gd name="connsiteY2" fmla="*/ 169821 h 610746"/>
                <a:gd name="connsiteX3" fmla="*/ 1414228 w 1414228"/>
                <a:gd name="connsiteY3" fmla="*/ 610747 h 610746"/>
                <a:gd name="connsiteX4" fmla="*/ 782393 w 1414228"/>
                <a:gd name="connsiteY4" fmla="*/ 610747 h 610746"/>
                <a:gd name="connsiteX5" fmla="*/ 502761 w 1414228"/>
                <a:gd name="connsiteY5" fmla="*/ 134082 h 610746"/>
                <a:gd name="connsiteX6" fmla="*/ 276564 w 1414228"/>
                <a:gd name="connsiteY6" fmla="*/ 305428 h 610746"/>
                <a:gd name="connsiteX7" fmla="*/ 276564 w 1414228"/>
                <a:gd name="connsiteY7" fmla="*/ 610747 h 610746"/>
                <a:gd name="connsiteX8" fmla="*/ 0 w 1414228"/>
                <a:gd name="connsiteY8" fmla="*/ 610747 h 610746"/>
                <a:gd name="connsiteX9" fmla="*/ 140358 w 1414228"/>
                <a:gd name="connsiteY9" fmla="*/ 151952 h 610746"/>
                <a:gd name="connsiteX10" fmla="*/ 437591 w 1414228"/>
                <a:gd name="connsiteY10" fmla="*/ 199 h 61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4228" h="610746">
                  <a:moveTo>
                    <a:pt x="864441" y="199"/>
                  </a:moveTo>
                  <a:lnTo>
                    <a:pt x="990808" y="199"/>
                  </a:lnTo>
                  <a:cubicBezTo>
                    <a:pt x="990808" y="199"/>
                    <a:pt x="1120786" y="23873"/>
                    <a:pt x="1254194" y="169821"/>
                  </a:cubicBezTo>
                  <a:cubicBezTo>
                    <a:pt x="1387601" y="315768"/>
                    <a:pt x="1414228" y="610747"/>
                    <a:pt x="1414228" y="610747"/>
                  </a:cubicBezTo>
                  <a:lnTo>
                    <a:pt x="782393" y="610747"/>
                  </a:lnTo>
                  <a:cubicBezTo>
                    <a:pt x="782393" y="610747"/>
                    <a:pt x="661803" y="181794"/>
                    <a:pt x="502761" y="134082"/>
                  </a:cubicBezTo>
                  <a:cubicBezTo>
                    <a:pt x="343719" y="86370"/>
                    <a:pt x="301115" y="161294"/>
                    <a:pt x="276564" y="305428"/>
                  </a:cubicBezTo>
                  <a:cubicBezTo>
                    <a:pt x="252012" y="449561"/>
                    <a:pt x="276564" y="610747"/>
                    <a:pt x="276564" y="610747"/>
                  </a:cubicBezTo>
                  <a:lnTo>
                    <a:pt x="0" y="610747"/>
                  </a:lnTo>
                  <a:cubicBezTo>
                    <a:pt x="0" y="610747"/>
                    <a:pt x="25905" y="315768"/>
                    <a:pt x="140358" y="151952"/>
                  </a:cubicBezTo>
                  <a:cubicBezTo>
                    <a:pt x="254810" y="-11865"/>
                    <a:pt x="437591" y="199"/>
                    <a:pt x="437591" y="199"/>
                  </a:cubicBezTo>
                  <a:close/>
                </a:path>
              </a:pathLst>
            </a:custGeom>
            <a:solidFill>
              <a:schemeClr val="bg1"/>
            </a:solidFill>
            <a:ln w="9025" cap="flat">
              <a:noFill/>
              <a:prstDash val="solid"/>
              <a:miter/>
            </a:ln>
          </p:spPr>
          <p:txBody>
            <a:bodyPr rtlCol="0" anchor="ctr"/>
            <a:lstStyle/>
            <a:p>
              <a:endParaRPr lang="zh-CN" altLang="en-US"/>
            </a:p>
          </p:txBody>
        </p:sp>
        <p:sp>
          <p:nvSpPr>
            <p:cNvPr id="376" name="任意多边形: 形状 375">
              <a:extLst>
                <a:ext uri="{FF2B5EF4-FFF2-40B4-BE49-F238E27FC236}">
                  <a16:creationId xmlns:a16="http://schemas.microsoft.com/office/drawing/2014/main" id="{68896AFA-0AE4-77FD-9707-814379EE66EB}"/>
                </a:ext>
              </a:extLst>
            </p:cNvPr>
            <p:cNvSpPr/>
            <p:nvPr/>
          </p:nvSpPr>
          <p:spPr>
            <a:xfrm>
              <a:off x="2031807" y="2540060"/>
              <a:ext cx="215376" cy="93819"/>
            </a:xfrm>
            <a:custGeom>
              <a:avLst/>
              <a:gdLst>
                <a:gd name="connsiteX0" fmla="*/ 1418391 w 1422913"/>
                <a:gd name="connsiteY0" fmla="*/ 619829 h 619829"/>
                <a:gd name="connsiteX1" fmla="*/ 786555 w 1422913"/>
                <a:gd name="connsiteY1" fmla="*/ 619829 h 619829"/>
                <a:gd name="connsiteX2" fmla="*/ 782222 w 1422913"/>
                <a:gd name="connsiteY2" fmla="*/ 616473 h 619829"/>
                <a:gd name="connsiteX3" fmla="*/ 506291 w 1422913"/>
                <a:gd name="connsiteY3" fmla="*/ 142983 h 619829"/>
                <a:gd name="connsiteX4" fmla="*/ 361330 w 1422913"/>
                <a:gd name="connsiteY4" fmla="*/ 144797 h 619829"/>
                <a:gd name="connsiteX5" fmla="*/ 285780 w 1422913"/>
                <a:gd name="connsiteY5" fmla="*/ 310791 h 619829"/>
                <a:gd name="connsiteX6" fmla="*/ 285780 w 1422913"/>
                <a:gd name="connsiteY6" fmla="*/ 614568 h 619829"/>
                <a:gd name="connsiteX7" fmla="*/ 282043 w 1422913"/>
                <a:gd name="connsiteY7" fmla="*/ 619775 h 619829"/>
                <a:gd name="connsiteX8" fmla="*/ 281357 w 1422913"/>
                <a:gd name="connsiteY8" fmla="*/ 619829 h 619829"/>
                <a:gd name="connsiteX9" fmla="*/ 4523 w 1422913"/>
                <a:gd name="connsiteY9" fmla="*/ 619829 h 619829"/>
                <a:gd name="connsiteX10" fmla="*/ 1183 w 1422913"/>
                <a:gd name="connsiteY10" fmla="*/ 618287 h 619829"/>
                <a:gd name="connsiteX11" fmla="*/ 10 w 1422913"/>
                <a:gd name="connsiteY11" fmla="*/ 614840 h 619829"/>
                <a:gd name="connsiteX12" fmla="*/ 141180 w 1422913"/>
                <a:gd name="connsiteY12" fmla="*/ 153959 h 619829"/>
                <a:gd name="connsiteX13" fmla="*/ 442475 w 1422913"/>
                <a:gd name="connsiteY13" fmla="*/ 210 h 619829"/>
                <a:gd name="connsiteX14" fmla="*/ 994970 w 1422913"/>
                <a:gd name="connsiteY14" fmla="*/ 210 h 619829"/>
                <a:gd name="connsiteX15" fmla="*/ 1261695 w 1422913"/>
                <a:gd name="connsiteY15" fmla="*/ 171374 h 619829"/>
                <a:gd name="connsiteX16" fmla="*/ 1422904 w 1422913"/>
                <a:gd name="connsiteY16" fmla="*/ 614840 h 619829"/>
                <a:gd name="connsiteX17" fmla="*/ 1421730 w 1422913"/>
                <a:gd name="connsiteY17" fmla="*/ 618287 h 619829"/>
                <a:gd name="connsiteX18" fmla="*/ 1418391 w 1422913"/>
                <a:gd name="connsiteY18" fmla="*/ 619829 h 619829"/>
                <a:gd name="connsiteX19" fmla="*/ 789714 w 1422913"/>
                <a:gd name="connsiteY19" fmla="*/ 610758 h 619829"/>
                <a:gd name="connsiteX20" fmla="*/ 1413426 w 1422913"/>
                <a:gd name="connsiteY20" fmla="*/ 610758 h 619829"/>
                <a:gd name="connsiteX21" fmla="*/ 1255016 w 1422913"/>
                <a:gd name="connsiteY21" fmla="*/ 177452 h 619829"/>
                <a:gd name="connsiteX22" fmla="*/ 994158 w 1422913"/>
                <a:gd name="connsiteY22" fmla="*/ 9190 h 619829"/>
                <a:gd name="connsiteX23" fmla="*/ 442114 w 1422913"/>
                <a:gd name="connsiteY23" fmla="*/ 9190 h 619829"/>
                <a:gd name="connsiteX24" fmla="*/ 148581 w 1422913"/>
                <a:gd name="connsiteY24" fmla="*/ 159038 h 619829"/>
                <a:gd name="connsiteX25" fmla="*/ 9487 w 1422913"/>
                <a:gd name="connsiteY25" fmla="*/ 610668 h 619829"/>
                <a:gd name="connsiteX26" fmla="*/ 275851 w 1422913"/>
                <a:gd name="connsiteY26" fmla="*/ 610668 h 619829"/>
                <a:gd name="connsiteX27" fmla="*/ 276664 w 1422913"/>
                <a:gd name="connsiteY27" fmla="*/ 309158 h 619829"/>
                <a:gd name="connsiteX28" fmla="*/ 356275 w 1422913"/>
                <a:gd name="connsiteY28" fmla="*/ 136815 h 619829"/>
                <a:gd name="connsiteX29" fmla="*/ 508637 w 1422913"/>
                <a:gd name="connsiteY29" fmla="*/ 133912 h 619829"/>
                <a:gd name="connsiteX30" fmla="*/ 710554 w 1422913"/>
                <a:gd name="connsiteY30" fmla="*/ 392608 h 619829"/>
                <a:gd name="connsiteX31" fmla="*/ 789714 w 1422913"/>
                <a:gd name="connsiteY31" fmla="*/ 610758 h 619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22913" h="619829">
                  <a:moveTo>
                    <a:pt x="1418391" y="619829"/>
                  </a:moveTo>
                  <a:lnTo>
                    <a:pt x="786555" y="619829"/>
                  </a:lnTo>
                  <a:cubicBezTo>
                    <a:pt x="784524" y="619820"/>
                    <a:pt x="782755" y="618441"/>
                    <a:pt x="782222" y="616473"/>
                  </a:cubicBezTo>
                  <a:cubicBezTo>
                    <a:pt x="781049" y="612210"/>
                    <a:pt x="661090" y="189425"/>
                    <a:pt x="506291" y="142983"/>
                  </a:cubicBezTo>
                  <a:cubicBezTo>
                    <a:pt x="441753" y="123663"/>
                    <a:pt x="394365" y="124207"/>
                    <a:pt x="361330" y="144797"/>
                  </a:cubicBezTo>
                  <a:cubicBezTo>
                    <a:pt x="323780" y="168290"/>
                    <a:pt x="301847" y="216365"/>
                    <a:pt x="285780" y="310791"/>
                  </a:cubicBezTo>
                  <a:cubicBezTo>
                    <a:pt x="261590" y="452838"/>
                    <a:pt x="285780" y="612936"/>
                    <a:pt x="285780" y="614568"/>
                  </a:cubicBezTo>
                  <a:cubicBezTo>
                    <a:pt x="286177" y="617044"/>
                    <a:pt x="284507" y="619367"/>
                    <a:pt x="282043" y="619775"/>
                  </a:cubicBezTo>
                  <a:cubicBezTo>
                    <a:pt x="281818" y="619811"/>
                    <a:pt x="281592" y="619829"/>
                    <a:pt x="281357" y="619829"/>
                  </a:cubicBezTo>
                  <a:lnTo>
                    <a:pt x="4523" y="619829"/>
                  </a:lnTo>
                  <a:cubicBezTo>
                    <a:pt x="3241" y="619811"/>
                    <a:pt x="2032" y="619258"/>
                    <a:pt x="1183" y="618287"/>
                  </a:cubicBezTo>
                  <a:cubicBezTo>
                    <a:pt x="353" y="617344"/>
                    <a:pt x="-71" y="616101"/>
                    <a:pt x="10" y="614840"/>
                  </a:cubicBezTo>
                  <a:cubicBezTo>
                    <a:pt x="10" y="611847"/>
                    <a:pt x="27089" y="316868"/>
                    <a:pt x="141180" y="153959"/>
                  </a:cubicBezTo>
                  <a:cubicBezTo>
                    <a:pt x="255271" y="-8951"/>
                    <a:pt x="440580" y="-243"/>
                    <a:pt x="442475" y="210"/>
                  </a:cubicBezTo>
                  <a:lnTo>
                    <a:pt x="994970" y="210"/>
                  </a:lnTo>
                  <a:cubicBezTo>
                    <a:pt x="997046" y="210"/>
                    <a:pt x="1128829" y="25971"/>
                    <a:pt x="1261695" y="171374"/>
                  </a:cubicBezTo>
                  <a:cubicBezTo>
                    <a:pt x="1394561" y="316778"/>
                    <a:pt x="1422633" y="611847"/>
                    <a:pt x="1422904" y="614840"/>
                  </a:cubicBezTo>
                  <a:cubicBezTo>
                    <a:pt x="1422985" y="616101"/>
                    <a:pt x="1422561" y="617344"/>
                    <a:pt x="1421730" y="618287"/>
                  </a:cubicBezTo>
                  <a:cubicBezTo>
                    <a:pt x="1420882" y="619258"/>
                    <a:pt x="1419672" y="619811"/>
                    <a:pt x="1418391" y="619829"/>
                  </a:cubicBezTo>
                  <a:close/>
                  <a:moveTo>
                    <a:pt x="789714" y="610758"/>
                  </a:moveTo>
                  <a:lnTo>
                    <a:pt x="1413426" y="610758"/>
                  </a:lnTo>
                  <a:cubicBezTo>
                    <a:pt x="1409094" y="571482"/>
                    <a:pt x="1376419" y="310337"/>
                    <a:pt x="1255016" y="177452"/>
                  </a:cubicBezTo>
                  <a:cubicBezTo>
                    <a:pt x="1124316" y="34498"/>
                    <a:pt x="995422" y="9463"/>
                    <a:pt x="994158" y="9190"/>
                  </a:cubicBezTo>
                  <a:lnTo>
                    <a:pt x="442114" y="9190"/>
                  </a:lnTo>
                  <a:cubicBezTo>
                    <a:pt x="440038" y="9190"/>
                    <a:pt x="260236" y="-697"/>
                    <a:pt x="148581" y="159038"/>
                  </a:cubicBezTo>
                  <a:cubicBezTo>
                    <a:pt x="44148" y="308432"/>
                    <a:pt x="13188" y="571392"/>
                    <a:pt x="9487" y="610668"/>
                  </a:cubicBezTo>
                  <a:lnTo>
                    <a:pt x="275851" y="610668"/>
                  </a:lnTo>
                  <a:cubicBezTo>
                    <a:pt x="271970" y="581732"/>
                    <a:pt x="254640" y="438325"/>
                    <a:pt x="276664" y="309158"/>
                  </a:cubicBezTo>
                  <a:cubicBezTo>
                    <a:pt x="288759" y="238044"/>
                    <a:pt x="306811" y="167928"/>
                    <a:pt x="356275" y="136815"/>
                  </a:cubicBezTo>
                  <a:cubicBezTo>
                    <a:pt x="391658" y="114773"/>
                    <a:pt x="441482" y="113775"/>
                    <a:pt x="508637" y="133912"/>
                  </a:cubicBezTo>
                  <a:cubicBezTo>
                    <a:pt x="575793" y="154049"/>
                    <a:pt x="644031" y="241128"/>
                    <a:pt x="710554" y="392608"/>
                  </a:cubicBezTo>
                  <a:cubicBezTo>
                    <a:pt x="741379" y="463623"/>
                    <a:pt x="767816" y="536479"/>
                    <a:pt x="789714" y="610758"/>
                  </a:cubicBezTo>
                  <a:close/>
                </a:path>
              </a:pathLst>
            </a:custGeom>
            <a:solidFill>
              <a:srgbClr val="231F20"/>
            </a:solidFill>
            <a:ln w="9025" cap="flat">
              <a:noFill/>
              <a:prstDash val="solid"/>
              <a:miter/>
            </a:ln>
          </p:spPr>
          <p:txBody>
            <a:bodyPr rtlCol="0" anchor="ctr"/>
            <a:lstStyle/>
            <a:p>
              <a:endParaRPr lang="zh-CN" altLang="en-US"/>
            </a:p>
          </p:txBody>
        </p:sp>
        <p:sp>
          <p:nvSpPr>
            <p:cNvPr id="377" name="任意多边形: 形状 376">
              <a:extLst>
                <a:ext uri="{FF2B5EF4-FFF2-40B4-BE49-F238E27FC236}">
                  <a16:creationId xmlns:a16="http://schemas.microsoft.com/office/drawing/2014/main" id="{556A97A8-8BA6-DA8B-D549-3C7A679D6D9A}"/>
                </a:ext>
              </a:extLst>
            </p:cNvPr>
            <p:cNvSpPr/>
            <p:nvPr/>
          </p:nvSpPr>
          <p:spPr>
            <a:xfrm rot="10800000">
              <a:off x="2115162" y="2460528"/>
              <a:ext cx="32981" cy="74387"/>
            </a:xfrm>
            <a:custGeom>
              <a:avLst/>
              <a:gdLst>
                <a:gd name="connsiteX0" fmla="*/ 0 w 217893"/>
                <a:gd name="connsiteY0" fmla="*/ 0 h 491449"/>
                <a:gd name="connsiteX1" fmla="*/ 217893 w 217893"/>
                <a:gd name="connsiteY1" fmla="*/ 0 h 491449"/>
                <a:gd name="connsiteX2" fmla="*/ 217893 w 217893"/>
                <a:gd name="connsiteY2" fmla="*/ 491450 h 491449"/>
                <a:gd name="connsiteX3" fmla="*/ 0 w 217893"/>
                <a:gd name="connsiteY3" fmla="*/ 491450 h 491449"/>
              </a:gdLst>
              <a:ahLst/>
              <a:cxnLst>
                <a:cxn ang="0">
                  <a:pos x="connsiteX0" y="connsiteY0"/>
                </a:cxn>
                <a:cxn ang="0">
                  <a:pos x="connsiteX1" y="connsiteY1"/>
                </a:cxn>
                <a:cxn ang="0">
                  <a:pos x="connsiteX2" y="connsiteY2"/>
                </a:cxn>
                <a:cxn ang="0">
                  <a:pos x="connsiteX3" y="connsiteY3"/>
                </a:cxn>
              </a:cxnLst>
              <a:rect l="l" t="t" r="r" b="b"/>
              <a:pathLst>
                <a:path w="217893" h="491449">
                  <a:moveTo>
                    <a:pt x="0" y="0"/>
                  </a:moveTo>
                  <a:lnTo>
                    <a:pt x="217893" y="0"/>
                  </a:lnTo>
                  <a:lnTo>
                    <a:pt x="217893" y="491450"/>
                  </a:lnTo>
                  <a:lnTo>
                    <a:pt x="0" y="491450"/>
                  </a:lnTo>
                  <a:close/>
                </a:path>
              </a:pathLst>
            </a:custGeom>
            <a:solidFill>
              <a:srgbClr val="231F20"/>
            </a:solidFill>
            <a:ln w="9025" cap="flat">
              <a:noFill/>
              <a:prstDash val="solid"/>
              <a:miter/>
            </a:ln>
          </p:spPr>
          <p:txBody>
            <a:bodyPr rtlCol="0" anchor="ctr"/>
            <a:lstStyle/>
            <a:p>
              <a:endParaRPr lang="zh-CN" altLang="en-US"/>
            </a:p>
          </p:txBody>
        </p:sp>
        <p:sp>
          <p:nvSpPr>
            <p:cNvPr id="378" name="任意多边形: 形状 377">
              <a:extLst>
                <a:ext uri="{FF2B5EF4-FFF2-40B4-BE49-F238E27FC236}">
                  <a16:creationId xmlns:a16="http://schemas.microsoft.com/office/drawing/2014/main" id="{C9987E5C-F164-F008-5703-5561E67E29A2}"/>
                </a:ext>
              </a:extLst>
            </p:cNvPr>
            <p:cNvSpPr/>
            <p:nvPr/>
          </p:nvSpPr>
          <p:spPr>
            <a:xfrm>
              <a:off x="2114479" y="2459842"/>
              <a:ext cx="34347" cy="75760"/>
            </a:xfrm>
            <a:custGeom>
              <a:avLst/>
              <a:gdLst>
                <a:gd name="connsiteX0" fmla="*/ 222406 w 226919"/>
                <a:gd name="connsiteY0" fmla="*/ 500521 h 500520"/>
                <a:gd name="connsiteX1" fmla="*/ 4513 w 226919"/>
                <a:gd name="connsiteY1" fmla="*/ 500521 h 500520"/>
                <a:gd name="connsiteX2" fmla="*/ 0 w 226919"/>
                <a:gd name="connsiteY2" fmla="*/ 495985 h 500520"/>
                <a:gd name="connsiteX3" fmla="*/ 0 w 226919"/>
                <a:gd name="connsiteY3" fmla="*/ 4535 h 500520"/>
                <a:gd name="connsiteX4" fmla="*/ 4513 w 226919"/>
                <a:gd name="connsiteY4" fmla="*/ 0 h 500520"/>
                <a:gd name="connsiteX5" fmla="*/ 222406 w 226919"/>
                <a:gd name="connsiteY5" fmla="*/ 0 h 500520"/>
                <a:gd name="connsiteX6" fmla="*/ 226919 w 226919"/>
                <a:gd name="connsiteY6" fmla="*/ 4535 h 500520"/>
                <a:gd name="connsiteX7" fmla="*/ 226919 w 226919"/>
                <a:gd name="connsiteY7" fmla="*/ 495985 h 500520"/>
                <a:gd name="connsiteX8" fmla="*/ 222406 w 226919"/>
                <a:gd name="connsiteY8" fmla="*/ 500521 h 500520"/>
                <a:gd name="connsiteX9" fmla="*/ 9026 w 226919"/>
                <a:gd name="connsiteY9" fmla="*/ 491450 h 500520"/>
                <a:gd name="connsiteX10" fmla="*/ 217893 w 226919"/>
                <a:gd name="connsiteY10" fmla="*/ 491450 h 500520"/>
                <a:gd name="connsiteX11" fmla="*/ 217893 w 226919"/>
                <a:gd name="connsiteY11" fmla="*/ 9071 h 500520"/>
                <a:gd name="connsiteX12" fmla="*/ 9026 w 226919"/>
                <a:gd name="connsiteY12" fmla="*/ 9071 h 50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919" h="500520">
                  <a:moveTo>
                    <a:pt x="222406" y="500521"/>
                  </a:moveTo>
                  <a:lnTo>
                    <a:pt x="4513" y="500521"/>
                  </a:lnTo>
                  <a:cubicBezTo>
                    <a:pt x="2022" y="500521"/>
                    <a:pt x="0" y="498489"/>
                    <a:pt x="0" y="495985"/>
                  </a:cubicBezTo>
                  <a:lnTo>
                    <a:pt x="0" y="4535"/>
                  </a:lnTo>
                  <a:cubicBezTo>
                    <a:pt x="0" y="2032"/>
                    <a:pt x="2022" y="0"/>
                    <a:pt x="4513" y="0"/>
                  </a:cubicBezTo>
                  <a:lnTo>
                    <a:pt x="222406" y="0"/>
                  </a:lnTo>
                  <a:cubicBezTo>
                    <a:pt x="224897" y="0"/>
                    <a:pt x="226919" y="2032"/>
                    <a:pt x="226919" y="4535"/>
                  </a:cubicBezTo>
                  <a:lnTo>
                    <a:pt x="226919" y="495985"/>
                  </a:lnTo>
                  <a:cubicBezTo>
                    <a:pt x="226919" y="498489"/>
                    <a:pt x="224897" y="500521"/>
                    <a:pt x="222406" y="500521"/>
                  </a:cubicBezTo>
                  <a:close/>
                  <a:moveTo>
                    <a:pt x="9026" y="491450"/>
                  </a:moveTo>
                  <a:lnTo>
                    <a:pt x="217893" y="491450"/>
                  </a:lnTo>
                  <a:lnTo>
                    <a:pt x="217893" y="9071"/>
                  </a:lnTo>
                  <a:lnTo>
                    <a:pt x="9026" y="9071"/>
                  </a:lnTo>
                  <a:close/>
                </a:path>
              </a:pathLst>
            </a:custGeom>
            <a:solidFill>
              <a:srgbClr val="231F20"/>
            </a:solidFill>
            <a:ln w="9025" cap="flat">
              <a:noFill/>
              <a:prstDash val="solid"/>
              <a:miter/>
            </a:ln>
          </p:spPr>
          <p:txBody>
            <a:bodyPr rtlCol="0" anchor="ctr"/>
            <a:lstStyle/>
            <a:p>
              <a:endParaRPr lang="zh-CN" altLang="en-US"/>
            </a:p>
          </p:txBody>
        </p:sp>
        <p:sp>
          <p:nvSpPr>
            <p:cNvPr id="379" name="任意多边形: 形状 378">
              <a:extLst>
                <a:ext uri="{FF2B5EF4-FFF2-40B4-BE49-F238E27FC236}">
                  <a16:creationId xmlns:a16="http://schemas.microsoft.com/office/drawing/2014/main" id="{9EF2A24E-AAC1-8D6F-191C-D3DEA4E6AC76}"/>
                </a:ext>
              </a:extLst>
            </p:cNvPr>
            <p:cNvSpPr/>
            <p:nvPr/>
          </p:nvSpPr>
          <p:spPr>
            <a:xfrm>
              <a:off x="2055269" y="2315117"/>
              <a:ext cx="112685" cy="166903"/>
            </a:xfrm>
            <a:custGeom>
              <a:avLst/>
              <a:gdLst>
                <a:gd name="connsiteX0" fmla="*/ 713150 w 744471"/>
                <a:gd name="connsiteY0" fmla="*/ 0 h 1102670"/>
                <a:gd name="connsiteX1" fmla="*/ 352102 w 744471"/>
                <a:gd name="connsiteY1" fmla="*/ 0 h 1102670"/>
                <a:gd name="connsiteX2" fmla="*/ 35462 w 744471"/>
                <a:gd name="connsiteY2" fmla="*/ 192480 h 1102670"/>
                <a:gd name="connsiteX3" fmla="*/ 10639 w 744471"/>
                <a:gd name="connsiteY3" fmla="*/ 652364 h 1102670"/>
                <a:gd name="connsiteX4" fmla="*/ 389741 w 744471"/>
                <a:gd name="connsiteY4" fmla="*/ 1101544 h 1102670"/>
                <a:gd name="connsiteX5" fmla="*/ 744471 w 744471"/>
                <a:gd name="connsiteY5" fmla="*/ 883848 h 1102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4471" h="1102670">
                  <a:moveTo>
                    <a:pt x="713150" y="0"/>
                  </a:moveTo>
                  <a:lnTo>
                    <a:pt x="352102" y="0"/>
                  </a:lnTo>
                  <a:cubicBezTo>
                    <a:pt x="216708" y="0"/>
                    <a:pt x="85106" y="71296"/>
                    <a:pt x="35462" y="192480"/>
                  </a:cubicBezTo>
                  <a:cubicBezTo>
                    <a:pt x="-14183" y="313664"/>
                    <a:pt x="-643" y="519660"/>
                    <a:pt x="10639" y="652364"/>
                  </a:cubicBezTo>
                  <a:cubicBezTo>
                    <a:pt x="35642" y="954327"/>
                    <a:pt x="330800" y="1117962"/>
                    <a:pt x="389741" y="1101544"/>
                  </a:cubicBezTo>
                  <a:cubicBezTo>
                    <a:pt x="448682" y="1085126"/>
                    <a:pt x="744471" y="883848"/>
                    <a:pt x="744471" y="883848"/>
                  </a:cubicBezTo>
                  <a:close/>
                </a:path>
              </a:pathLst>
            </a:custGeom>
            <a:solidFill>
              <a:srgbClr val="231F20"/>
            </a:solidFill>
            <a:ln w="9025" cap="flat">
              <a:noFill/>
              <a:prstDash val="solid"/>
              <a:miter/>
            </a:ln>
          </p:spPr>
          <p:txBody>
            <a:bodyPr rtlCol="0" anchor="ctr"/>
            <a:lstStyle/>
            <a:p>
              <a:endParaRPr lang="zh-CN" altLang="en-US"/>
            </a:p>
          </p:txBody>
        </p:sp>
        <p:sp>
          <p:nvSpPr>
            <p:cNvPr id="380" name="任意多边形: 形状 379">
              <a:extLst>
                <a:ext uri="{FF2B5EF4-FFF2-40B4-BE49-F238E27FC236}">
                  <a16:creationId xmlns:a16="http://schemas.microsoft.com/office/drawing/2014/main" id="{9E3FCCB3-33FB-6CE5-9CE8-27557C46B055}"/>
                </a:ext>
              </a:extLst>
            </p:cNvPr>
            <p:cNvSpPr/>
            <p:nvPr/>
          </p:nvSpPr>
          <p:spPr>
            <a:xfrm>
              <a:off x="2054641" y="2314458"/>
              <a:ext cx="114119" cy="168257"/>
            </a:xfrm>
            <a:custGeom>
              <a:avLst/>
              <a:gdLst>
                <a:gd name="connsiteX0" fmla="*/ 384677 w 753943"/>
                <a:gd name="connsiteY0" fmla="*/ 1111613 h 1111613"/>
                <a:gd name="connsiteX1" fmla="*/ 246757 w 753943"/>
                <a:gd name="connsiteY1" fmla="*/ 1050476 h 1111613"/>
                <a:gd name="connsiteX2" fmla="*/ 10450 w 753943"/>
                <a:gd name="connsiteY2" fmla="*/ 657081 h 1111613"/>
                <a:gd name="connsiteX3" fmla="*/ 35633 w 753943"/>
                <a:gd name="connsiteY3" fmla="*/ 195110 h 1111613"/>
                <a:gd name="connsiteX4" fmla="*/ 356425 w 753943"/>
                <a:gd name="connsiteY4" fmla="*/ 0 h 1111613"/>
                <a:gd name="connsiteX5" fmla="*/ 717474 w 753943"/>
                <a:gd name="connsiteY5" fmla="*/ 0 h 1111613"/>
                <a:gd name="connsiteX6" fmla="*/ 721987 w 753943"/>
                <a:gd name="connsiteY6" fmla="*/ 4354 h 1111613"/>
                <a:gd name="connsiteX7" fmla="*/ 753940 w 753943"/>
                <a:gd name="connsiteY7" fmla="*/ 888474 h 1111613"/>
                <a:gd name="connsiteX8" fmla="*/ 751954 w 753943"/>
                <a:gd name="connsiteY8" fmla="*/ 892374 h 1111613"/>
                <a:gd name="connsiteX9" fmla="*/ 395870 w 753943"/>
                <a:gd name="connsiteY9" fmla="*/ 1110071 h 1111613"/>
                <a:gd name="connsiteX10" fmla="*/ 384677 w 753943"/>
                <a:gd name="connsiteY10" fmla="*/ 1111613 h 1111613"/>
                <a:gd name="connsiteX11" fmla="*/ 356425 w 753943"/>
                <a:gd name="connsiteY11" fmla="*/ 9071 h 1111613"/>
                <a:gd name="connsiteX12" fmla="*/ 43937 w 753943"/>
                <a:gd name="connsiteY12" fmla="*/ 198829 h 1111613"/>
                <a:gd name="connsiteX13" fmla="*/ 19386 w 753943"/>
                <a:gd name="connsiteY13" fmla="*/ 656536 h 1111613"/>
                <a:gd name="connsiteX14" fmla="*/ 251902 w 753943"/>
                <a:gd name="connsiteY14" fmla="*/ 1043129 h 1111613"/>
                <a:gd name="connsiteX15" fmla="*/ 393342 w 753943"/>
                <a:gd name="connsiteY15" fmla="*/ 1101635 h 1111613"/>
                <a:gd name="connsiteX16" fmla="*/ 744643 w 753943"/>
                <a:gd name="connsiteY16" fmla="*/ 886206 h 1111613"/>
                <a:gd name="connsiteX17" fmla="*/ 712961 w 753943"/>
                <a:gd name="connsiteY17" fmla="*/ 9071 h 111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53943" h="1111613">
                  <a:moveTo>
                    <a:pt x="384677" y="1111613"/>
                  </a:moveTo>
                  <a:cubicBezTo>
                    <a:pt x="354259" y="1111613"/>
                    <a:pt x="300282" y="1088029"/>
                    <a:pt x="246757" y="1050476"/>
                  </a:cubicBezTo>
                  <a:cubicBezTo>
                    <a:pt x="181678" y="1005123"/>
                    <a:pt x="28503" y="875231"/>
                    <a:pt x="10450" y="657081"/>
                  </a:cubicBezTo>
                  <a:cubicBezTo>
                    <a:pt x="-3180" y="492357"/>
                    <a:pt x="-10852" y="308585"/>
                    <a:pt x="35633" y="195110"/>
                  </a:cubicBezTo>
                  <a:cubicBezTo>
                    <a:pt x="83472" y="78371"/>
                    <a:pt x="212367" y="0"/>
                    <a:pt x="356425" y="0"/>
                  </a:cubicBezTo>
                  <a:lnTo>
                    <a:pt x="717474" y="0"/>
                  </a:lnTo>
                  <a:cubicBezTo>
                    <a:pt x="719902" y="-2"/>
                    <a:pt x="721888" y="1920"/>
                    <a:pt x="721987" y="4354"/>
                  </a:cubicBezTo>
                  <a:lnTo>
                    <a:pt x="753940" y="888474"/>
                  </a:lnTo>
                  <a:cubicBezTo>
                    <a:pt x="754003" y="890034"/>
                    <a:pt x="753254" y="891513"/>
                    <a:pt x="751954" y="892374"/>
                  </a:cubicBezTo>
                  <a:cubicBezTo>
                    <a:pt x="739859" y="900628"/>
                    <a:pt x="455262" y="1094016"/>
                    <a:pt x="395870" y="1110071"/>
                  </a:cubicBezTo>
                  <a:cubicBezTo>
                    <a:pt x="392232" y="1111105"/>
                    <a:pt x="388459" y="1111631"/>
                    <a:pt x="384677" y="1111613"/>
                  </a:cubicBezTo>
                  <a:close/>
                  <a:moveTo>
                    <a:pt x="356425" y="9071"/>
                  </a:moveTo>
                  <a:cubicBezTo>
                    <a:pt x="216067" y="9071"/>
                    <a:pt x="90422" y="85355"/>
                    <a:pt x="43937" y="198829"/>
                  </a:cubicBezTo>
                  <a:cubicBezTo>
                    <a:pt x="-7963" y="325819"/>
                    <a:pt x="10540" y="549139"/>
                    <a:pt x="19386" y="656536"/>
                  </a:cubicBezTo>
                  <a:cubicBezTo>
                    <a:pt x="37077" y="870786"/>
                    <a:pt x="187906" y="997776"/>
                    <a:pt x="251902" y="1043129"/>
                  </a:cubicBezTo>
                  <a:cubicBezTo>
                    <a:pt x="315897" y="1088482"/>
                    <a:pt x="373214" y="1107168"/>
                    <a:pt x="393342" y="1101635"/>
                  </a:cubicBezTo>
                  <a:cubicBezTo>
                    <a:pt x="448673" y="1086305"/>
                    <a:pt x="718286" y="904166"/>
                    <a:pt x="744643" y="886206"/>
                  </a:cubicBezTo>
                  <a:lnTo>
                    <a:pt x="712961" y="9071"/>
                  </a:lnTo>
                  <a:close/>
                </a:path>
              </a:pathLst>
            </a:custGeom>
            <a:solidFill>
              <a:srgbClr val="231F20"/>
            </a:solidFill>
            <a:ln w="9025" cap="flat">
              <a:noFill/>
              <a:prstDash val="solid"/>
              <a:miter/>
            </a:ln>
          </p:spPr>
          <p:txBody>
            <a:bodyPr rtlCol="0" anchor="ctr"/>
            <a:lstStyle/>
            <a:p>
              <a:endParaRPr lang="zh-CN" altLang="en-US"/>
            </a:p>
          </p:txBody>
        </p:sp>
        <p:sp>
          <p:nvSpPr>
            <p:cNvPr id="381" name="任意多边形: 形状 380">
              <a:extLst>
                <a:ext uri="{FF2B5EF4-FFF2-40B4-BE49-F238E27FC236}">
                  <a16:creationId xmlns:a16="http://schemas.microsoft.com/office/drawing/2014/main" id="{A248083D-7E34-7B59-9213-272ACA5FC25B}"/>
                </a:ext>
              </a:extLst>
            </p:cNvPr>
            <p:cNvSpPr/>
            <p:nvPr/>
          </p:nvSpPr>
          <p:spPr>
            <a:xfrm>
              <a:off x="2089354" y="2328947"/>
              <a:ext cx="112081" cy="71582"/>
            </a:xfrm>
            <a:custGeom>
              <a:avLst/>
              <a:gdLst>
                <a:gd name="connsiteX0" fmla="*/ 309419 w 740480"/>
                <a:gd name="connsiteY0" fmla="*/ 383029 h 472914"/>
                <a:gd name="connsiteX1" fmla="*/ 15977 w 740480"/>
                <a:gd name="connsiteY1" fmla="*/ 273546 h 472914"/>
                <a:gd name="connsiteX2" fmla="*/ 156064 w 740480"/>
                <a:gd name="connsiteY2" fmla="*/ 14396 h 472914"/>
                <a:gd name="connsiteX3" fmla="*/ 680758 w 740480"/>
                <a:gd name="connsiteY3" fmla="*/ 97030 h 472914"/>
                <a:gd name="connsiteX4" fmla="*/ 641133 w 740480"/>
                <a:gd name="connsiteY4" fmla="*/ 425480 h 472914"/>
                <a:gd name="connsiteX5" fmla="*/ 309419 w 740480"/>
                <a:gd name="connsiteY5" fmla="*/ 383029 h 4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480" h="472914">
                  <a:moveTo>
                    <a:pt x="309419" y="383029"/>
                  </a:moveTo>
                  <a:cubicBezTo>
                    <a:pt x="216810" y="310464"/>
                    <a:pt x="60476" y="380761"/>
                    <a:pt x="15977" y="273546"/>
                  </a:cubicBezTo>
                  <a:cubicBezTo>
                    <a:pt x="-28523" y="166330"/>
                    <a:pt x="20490" y="43423"/>
                    <a:pt x="156064" y="14396"/>
                  </a:cubicBezTo>
                  <a:cubicBezTo>
                    <a:pt x="291638" y="-14630"/>
                    <a:pt x="570006" y="-5741"/>
                    <a:pt x="680758" y="97030"/>
                  </a:cubicBezTo>
                  <a:cubicBezTo>
                    <a:pt x="791510" y="199801"/>
                    <a:pt x="730492" y="354003"/>
                    <a:pt x="641133" y="425480"/>
                  </a:cubicBezTo>
                  <a:cubicBezTo>
                    <a:pt x="551773" y="496957"/>
                    <a:pt x="447250" y="491424"/>
                    <a:pt x="309419" y="383029"/>
                  </a:cubicBezTo>
                  <a:close/>
                </a:path>
              </a:pathLst>
            </a:custGeom>
            <a:solidFill>
              <a:srgbClr val="FFFFFF"/>
            </a:solidFill>
            <a:ln w="9025" cap="flat">
              <a:noFill/>
              <a:prstDash val="solid"/>
              <a:miter/>
            </a:ln>
          </p:spPr>
          <p:txBody>
            <a:bodyPr rtlCol="0" anchor="ctr"/>
            <a:lstStyle/>
            <a:p>
              <a:endParaRPr lang="zh-CN" altLang="en-US"/>
            </a:p>
          </p:txBody>
        </p:sp>
        <p:sp>
          <p:nvSpPr>
            <p:cNvPr id="382" name="任意多边形: 形状 381">
              <a:extLst>
                <a:ext uri="{FF2B5EF4-FFF2-40B4-BE49-F238E27FC236}">
                  <a16:creationId xmlns:a16="http://schemas.microsoft.com/office/drawing/2014/main" id="{BCB72939-CB5E-04DE-8DD4-1380DF4D493B}"/>
                </a:ext>
              </a:extLst>
            </p:cNvPr>
            <p:cNvSpPr/>
            <p:nvPr/>
          </p:nvSpPr>
          <p:spPr>
            <a:xfrm>
              <a:off x="2088672" y="2328386"/>
              <a:ext cx="113446" cy="72871"/>
            </a:xfrm>
            <a:custGeom>
              <a:avLst/>
              <a:gdLst>
                <a:gd name="connsiteX0" fmla="*/ 519451 w 749500"/>
                <a:gd name="connsiteY0" fmla="*/ 481431 h 481430"/>
                <a:gd name="connsiteX1" fmla="*/ 311216 w 749500"/>
                <a:gd name="connsiteY1" fmla="*/ 390724 h 481430"/>
                <a:gd name="connsiteX2" fmla="*/ 168150 w 749500"/>
                <a:gd name="connsiteY2" fmla="*/ 351357 h 481430"/>
                <a:gd name="connsiteX3" fmla="*/ 16329 w 749500"/>
                <a:gd name="connsiteY3" fmla="*/ 279426 h 481430"/>
                <a:gd name="connsiteX4" fmla="*/ 20752 w 749500"/>
                <a:gd name="connsiteY4" fmla="*/ 113342 h 481430"/>
                <a:gd name="connsiteX5" fmla="*/ 159665 w 749500"/>
                <a:gd name="connsiteY5" fmla="*/ 14109 h 481430"/>
                <a:gd name="connsiteX6" fmla="*/ 688241 w 749500"/>
                <a:gd name="connsiteY6" fmla="*/ 97922 h 481430"/>
                <a:gd name="connsiteX7" fmla="*/ 749349 w 749500"/>
                <a:gd name="connsiteY7" fmla="*/ 242055 h 481430"/>
                <a:gd name="connsiteX8" fmla="*/ 648435 w 749500"/>
                <a:gd name="connsiteY8" fmla="*/ 433175 h 481430"/>
                <a:gd name="connsiteX9" fmla="*/ 519451 w 749500"/>
                <a:gd name="connsiteY9" fmla="*/ 481431 h 481430"/>
                <a:gd name="connsiteX10" fmla="*/ 319791 w 749500"/>
                <a:gd name="connsiteY10" fmla="*/ 8394 h 481430"/>
                <a:gd name="connsiteX11" fmla="*/ 161561 w 749500"/>
                <a:gd name="connsiteY11" fmla="*/ 22545 h 481430"/>
                <a:gd name="connsiteX12" fmla="*/ 28875 w 749500"/>
                <a:gd name="connsiteY12" fmla="*/ 117061 h 481430"/>
                <a:gd name="connsiteX13" fmla="*/ 24904 w 749500"/>
                <a:gd name="connsiteY13" fmla="*/ 275526 h 481430"/>
                <a:gd name="connsiteX14" fmla="*/ 169323 w 749500"/>
                <a:gd name="connsiteY14" fmla="*/ 341833 h 481430"/>
                <a:gd name="connsiteX15" fmla="*/ 317173 w 749500"/>
                <a:gd name="connsiteY15" fmla="*/ 383104 h 481430"/>
                <a:gd name="connsiteX16" fmla="*/ 317173 w 749500"/>
                <a:gd name="connsiteY16" fmla="*/ 383104 h 481430"/>
                <a:gd name="connsiteX17" fmla="*/ 643290 w 749500"/>
                <a:gd name="connsiteY17" fmla="*/ 425646 h 481430"/>
                <a:gd name="connsiteX18" fmla="*/ 740774 w 749500"/>
                <a:gd name="connsiteY18" fmla="*/ 241239 h 481430"/>
                <a:gd name="connsiteX19" fmla="*/ 682645 w 749500"/>
                <a:gd name="connsiteY19" fmla="*/ 104090 h 481430"/>
                <a:gd name="connsiteX20" fmla="*/ 319791 w 749500"/>
                <a:gd name="connsiteY20" fmla="*/ 8394 h 48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49500" h="481430">
                  <a:moveTo>
                    <a:pt x="519451" y="481431"/>
                  </a:moveTo>
                  <a:cubicBezTo>
                    <a:pt x="456989" y="481431"/>
                    <a:pt x="388661" y="451225"/>
                    <a:pt x="311216" y="390724"/>
                  </a:cubicBezTo>
                  <a:cubicBezTo>
                    <a:pt x="271139" y="359249"/>
                    <a:pt x="218787" y="355257"/>
                    <a:pt x="168150" y="351357"/>
                  </a:cubicBezTo>
                  <a:cubicBezTo>
                    <a:pt x="103342" y="346368"/>
                    <a:pt x="41783" y="341742"/>
                    <a:pt x="16329" y="279426"/>
                  </a:cubicBezTo>
                  <a:cubicBezTo>
                    <a:pt x="-6895" y="226169"/>
                    <a:pt x="-5280" y="165276"/>
                    <a:pt x="20752" y="113342"/>
                  </a:cubicBezTo>
                  <a:cubicBezTo>
                    <a:pt x="47018" y="62909"/>
                    <a:pt x="96392" y="27624"/>
                    <a:pt x="159665" y="14109"/>
                  </a:cubicBezTo>
                  <a:cubicBezTo>
                    <a:pt x="287477" y="-13103"/>
                    <a:pt x="573427" y="-8749"/>
                    <a:pt x="688241" y="97922"/>
                  </a:cubicBezTo>
                  <a:cubicBezTo>
                    <a:pt x="729139" y="134290"/>
                    <a:pt x="751578" y="187222"/>
                    <a:pt x="749349" y="242055"/>
                  </a:cubicBezTo>
                  <a:cubicBezTo>
                    <a:pt x="746821" y="311083"/>
                    <a:pt x="707196" y="386188"/>
                    <a:pt x="648435" y="433175"/>
                  </a:cubicBezTo>
                  <a:cubicBezTo>
                    <a:pt x="612349" y="463876"/>
                    <a:pt x="566730" y="480945"/>
                    <a:pt x="519451" y="481431"/>
                  </a:cubicBezTo>
                  <a:close/>
                  <a:moveTo>
                    <a:pt x="319791" y="8394"/>
                  </a:moveTo>
                  <a:cubicBezTo>
                    <a:pt x="266707" y="7789"/>
                    <a:pt x="213705" y="12530"/>
                    <a:pt x="161561" y="22545"/>
                  </a:cubicBezTo>
                  <a:cubicBezTo>
                    <a:pt x="101085" y="35516"/>
                    <a:pt x="53788" y="69077"/>
                    <a:pt x="28875" y="117061"/>
                  </a:cubicBezTo>
                  <a:cubicBezTo>
                    <a:pt x="4117" y="166648"/>
                    <a:pt x="2663" y="224749"/>
                    <a:pt x="24904" y="275526"/>
                  </a:cubicBezTo>
                  <a:cubicBezTo>
                    <a:pt x="48553" y="332671"/>
                    <a:pt x="104335" y="336935"/>
                    <a:pt x="169323" y="341833"/>
                  </a:cubicBezTo>
                  <a:cubicBezTo>
                    <a:pt x="221315" y="345824"/>
                    <a:pt x="275021" y="349996"/>
                    <a:pt x="317173" y="383104"/>
                  </a:cubicBezTo>
                  <a:lnTo>
                    <a:pt x="317173" y="383104"/>
                  </a:lnTo>
                  <a:cubicBezTo>
                    <a:pt x="447602" y="485785"/>
                    <a:pt x="551223" y="499209"/>
                    <a:pt x="643290" y="425646"/>
                  </a:cubicBezTo>
                  <a:cubicBezTo>
                    <a:pt x="700065" y="380293"/>
                    <a:pt x="738337" y="307727"/>
                    <a:pt x="740774" y="241239"/>
                  </a:cubicBezTo>
                  <a:cubicBezTo>
                    <a:pt x="742859" y="189073"/>
                    <a:pt x="721521" y="138726"/>
                    <a:pt x="682645" y="104090"/>
                  </a:cubicBezTo>
                  <a:cubicBezTo>
                    <a:pt x="605651" y="33067"/>
                    <a:pt x="450761" y="8394"/>
                    <a:pt x="319791" y="8394"/>
                  </a:cubicBezTo>
                  <a:close/>
                </a:path>
              </a:pathLst>
            </a:custGeom>
            <a:solidFill>
              <a:srgbClr val="231F20"/>
            </a:solidFill>
            <a:ln w="9025" cap="flat">
              <a:noFill/>
              <a:prstDash val="solid"/>
              <a:miter/>
            </a:ln>
          </p:spPr>
          <p:txBody>
            <a:bodyPr rtlCol="0" anchor="ctr"/>
            <a:lstStyle/>
            <a:p>
              <a:endParaRPr lang="zh-CN" altLang="en-US"/>
            </a:p>
          </p:txBody>
        </p:sp>
        <p:sp>
          <p:nvSpPr>
            <p:cNvPr id="383" name="任意多边形: 形状 382">
              <a:extLst>
                <a:ext uri="{FF2B5EF4-FFF2-40B4-BE49-F238E27FC236}">
                  <a16:creationId xmlns:a16="http://schemas.microsoft.com/office/drawing/2014/main" id="{804A59B1-D455-E128-0F1D-1714834B1349}"/>
                </a:ext>
              </a:extLst>
            </p:cNvPr>
            <p:cNvSpPr/>
            <p:nvPr/>
          </p:nvSpPr>
          <p:spPr>
            <a:xfrm>
              <a:off x="2108605" y="2430062"/>
              <a:ext cx="51534" cy="51788"/>
            </a:xfrm>
            <a:custGeom>
              <a:avLst/>
              <a:gdLst>
                <a:gd name="connsiteX0" fmla="*/ 340469 w 340469"/>
                <a:gd name="connsiteY0" fmla="*/ 171073 h 342146"/>
                <a:gd name="connsiteX1" fmla="*/ 170235 w 340469"/>
                <a:gd name="connsiteY1" fmla="*/ 342146 h 342146"/>
                <a:gd name="connsiteX2" fmla="*/ 0 w 340469"/>
                <a:gd name="connsiteY2" fmla="*/ 171073 h 342146"/>
                <a:gd name="connsiteX3" fmla="*/ 170235 w 340469"/>
                <a:gd name="connsiteY3" fmla="*/ 0 h 342146"/>
                <a:gd name="connsiteX4" fmla="*/ 340469 w 340469"/>
                <a:gd name="connsiteY4" fmla="*/ 171073 h 34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69" h="342146">
                  <a:moveTo>
                    <a:pt x="340469" y="171073"/>
                  </a:moveTo>
                  <a:cubicBezTo>
                    <a:pt x="340469" y="265554"/>
                    <a:pt x="264253" y="342146"/>
                    <a:pt x="170235" y="342146"/>
                  </a:cubicBezTo>
                  <a:cubicBezTo>
                    <a:pt x="76217" y="342146"/>
                    <a:pt x="0" y="265554"/>
                    <a:pt x="0" y="171073"/>
                  </a:cubicBezTo>
                  <a:cubicBezTo>
                    <a:pt x="0" y="76592"/>
                    <a:pt x="76217" y="0"/>
                    <a:pt x="170235" y="0"/>
                  </a:cubicBezTo>
                  <a:cubicBezTo>
                    <a:pt x="264253" y="0"/>
                    <a:pt x="340469" y="76592"/>
                    <a:pt x="340469" y="171073"/>
                  </a:cubicBezTo>
                  <a:close/>
                </a:path>
              </a:pathLst>
            </a:custGeom>
            <a:solidFill>
              <a:schemeClr val="bg1"/>
            </a:solidFill>
            <a:ln w="9025" cap="flat">
              <a:noFill/>
              <a:prstDash val="solid"/>
              <a:miter/>
            </a:ln>
          </p:spPr>
          <p:txBody>
            <a:bodyPr rtlCol="0" anchor="ctr"/>
            <a:lstStyle/>
            <a:p>
              <a:endParaRPr lang="zh-CN" altLang="en-US"/>
            </a:p>
          </p:txBody>
        </p:sp>
        <p:sp>
          <p:nvSpPr>
            <p:cNvPr id="384" name="任意多边形: 形状 383">
              <a:extLst>
                <a:ext uri="{FF2B5EF4-FFF2-40B4-BE49-F238E27FC236}">
                  <a16:creationId xmlns:a16="http://schemas.microsoft.com/office/drawing/2014/main" id="{27114CBE-056F-09CC-D71C-707E115B91F3}"/>
                </a:ext>
              </a:extLst>
            </p:cNvPr>
            <p:cNvSpPr/>
            <p:nvPr/>
          </p:nvSpPr>
          <p:spPr>
            <a:xfrm>
              <a:off x="2107894" y="2429348"/>
              <a:ext cx="52928" cy="53189"/>
            </a:xfrm>
            <a:custGeom>
              <a:avLst/>
              <a:gdLst>
                <a:gd name="connsiteX0" fmla="*/ 174928 w 349675"/>
                <a:gd name="connsiteY0" fmla="*/ 351398 h 351398"/>
                <a:gd name="connsiteX1" fmla="*/ 0 w 349675"/>
                <a:gd name="connsiteY1" fmla="*/ 175790 h 351398"/>
                <a:gd name="connsiteX2" fmla="*/ 174748 w 349675"/>
                <a:gd name="connsiteY2" fmla="*/ 0 h 351398"/>
                <a:gd name="connsiteX3" fmla="*/ 349676 w 349675"/>
                <a:gd name="connsiteY3" fmla="*/ 175608 h 351398"/>
                <a:gd name="connsiteX4" fmla="*/ 349676 w 349675"/>
                <a:gd name="connsiteY4" fmla="*/ 175790 h 351398"/>
                <a:gd name="connsiteX5" fmla="*/ 174928 w 349675"/>
                <a:gd name="connsiteY5" fmla="*/ 351398 h 351398"/>
                <a:gd name="connsiteX6" fmla="*/ 174928 w 349675"/>
                <a:gd name="connsiteY6" fmla="*/ 9161 h 351398"/>
                <a:gd name="connsiteX7" fmla="*/ 9026 w 349675"/>
                <a:gd name="connsiteY7" fmla="*/ 175699 h 351398"/>
                <a:gd name="connsiteX8" fmla="*/ 174748 w 349675"/>
                <a:gd name="connsiteY8" fmla="*/ 342418 h 351398"/>
                <a:gd name="connsiteX9" fmla="*/ 340650 w 349675"/>
                <a:gd name="connsiteY9" fmla="*/ 175881 h 351398"/>
                <a:gd name="connsiteX10" fmla="*/ 340650 w 349675"/>
                <a:gd name="connsiteY10" fmla="*/ 175790 h 351398"/>
                <a:gd name="connsiteX11" fmla="*/ 174928 w 349675"/>
                <a:gd name="connsiteY11" fmla="*/ 9161 h 351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9675" h="351398">
                  <a:moveTo>
                    <a:pt x="174928" y="351398"/>
                  </a:moveTo>
                  <a:cubicBezTo>
                    <a:pt x="78366" y="351453"/>
                    <a:pt x="54" y="272828"/>
                    <a:pt x="0" y="175790"/>
                  </a:cubicBezTo>
                  <a:cubicBezTo>
                    <a:pt x="-54" y="78752"/>
                    <a:pt x="78185" y="54"/>
                    <a:pt x="174748" y="0"/>
                  </a:cubicBezTo>
                  <a:cubicBezTo>
                    <a:pt x="271310" y="-54"/>
                    <a:pt x="349622" y="78570"/>
                    <a:pt x="349676" y="175608"/>
                  </a:cubicBezTo>
                  <a:cubicBezTo>
                    <a:pt x="349676" y="175672"/>
                    <a:pt x="349676" y="175726"/>
                    <a:pt x="349676" y="175790"/>
                  </a:cubicBezTo>
                  <a:cubicBezTo>
                    <a:pt x="349523" y="272710"/>
                    <a:pt x="271373" y="351244"/>
                    <a:pt x="174928" y="351398"/>
                  </a:cubicBezTo>
                  <a:close/>
                  <a:moveTo>
                    <a:pt x="174928" y="9161"/>
                  </a:moveTo>
                  <a:cubicBezTo>
                    <a:pt x="83357" y="9107"/>
                    <a:pt x="9081" y="83677"/>
                    <a:pt x="9026" y="175699"/>
                  </a:cubicBezTo>
                  <a:cubicBezTo>
                    <a:pt x="8972" y="267721"/>
                    <a:pt x="83177" y="342364"/>
                    <a:pt x="174748" y="342418"/>
                  </a:cubicBezTo>
                  <a:cubicBezTo>
                    <a:pt x="266319" y="342473"/>
                    <a:pt x="340596" y="267903"/>
                    <a:pt x="340650" y="175881"/>
                  </a:cubicBezTo>
                  <a:cubicBezTo>
                    <a:pt x="340650" y="175853"/>
                    <a:pt x="340650" y="175817"/>
                    <a:pt x="340650" y="175790"/>
                  </a:cubicBezTo>
                  <a:cubicBezTo>
                    <a:pt x="340550" y="83840"/>
                    <a:pt x="266427" y="9316"/>
                    <a:pt x="174928" y="9161"/>
                  </a:cubicBezTo>
                  <a:close/>
                </a:path>
              </a:pathLst>
            </a:custGeom>
            <a:solidFill>
              <a:srgbClr val="231F20"/>
            </a:solidFill>
            <a:ln w="9025" cap="flat">
              <a:noFill/>
              <a:prstDash val="solid"/>
              <a:miter/>
            </a:ln>
          </p:spPr>
          <p:txBody>
            <a:bodyPr rtlCol="0" anchor="ctr"/>
            <a:lstStyle/>
            <a:p>
              <a:endParaRPr lang="zh-CN" altLang="en-US"/>
            </a:p>
          </p:txBody>
        </p:sp>
        <p:sp>
          <p:nvSpPr>
            <p:cNvPr id="385" name="任意多边形: 形状 384">
              <a:extLst>
                <a:ext uri="{FF2B5EF4-FFF2-40B4-BE49-F238E27FC236}">
                  <a16:creationId xmlns:a16="http://schemas.microsoft.com/office/drawing/2014/main" id="{569B426D-EE0D-ABBA-B78F-6D2CBEC0DFFA}"/>
                </a:ext>
              </a:extLst>
            </p:cNvPr>
            <p:cNvSpPr/>
            <p:nvPr/>
          </p:nvSpPr>
          <p:spPr>
            <a:xfrm>
              <a:off x="2117922" y="2439425"/>
              <a:ext cx="32899" cy="33061"/>
            </a:xfrm>
            <a:custGeom>
              <a:avLst/>
              <a:gdLst>
                <a:gd name="connsiteX0" fmla="*/ 217351 w 217351"/>
                <a:gd name="connsiteY0" fmla="*/ 109211 h 218422"/>
                <a:gd name="connsiteX1" fmla="*/ 108676 w 217351"/>
                <a:gd name="connsiteY1" fmla="*/ 218422 h 218422"/>
                <a:gd name="connsiteX2" fmla="*/ 0 w 217351"/>
                <a:gd name="connsiteY2" fmla="*/ 109211 h 218422"/>
                <a:gd name="connsiteX3" fmla="*/ 108676 w 217351"/>
                <a:gd name="connsiteY3" fmla="*/ 0 h 218422"/>
                <a:gd name="connsiteX4" fmla="*/ 217351 w 217351"/>
                <a:gd name="connsiteY4" fmla="*/ 109211 h 21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351" h="218422">
                  <a:moveTo>
                    <a:pt x="217351" y="109211"/>
                  </a:moveTo>
                  <a:cubicBezTo>
                    <a:pt x="217351" y="169527"/>
                    <a:pt x="168696" y="218422"/>
                    <a:pt x="108676" y="218422"/>
                  </a:cubicBezTo>
                  <a:cubicBezTo>
                    <a:pt x="48656" y="218422"/>
                    <a:pt x="0" y="169527"/>
                    <a:pt x="0" y="109211"/>
                  </a:cubicBezTo>
                  <a:cubicBezTo>
                    <a:pt x="0" y="48895"/>
                    <a:pt x="48656" y="0"/>
                    <a:pt x="108676" y="0"/>
                  </a:cubicBezTo>
                  <a:cubicBezTo>
                    <a:pt x="168696" y="0"/>
                    <a:pt x="217351" y="48895"/>
                    <a:pt x="217351" y="109211"/>
                  </a:cubicBezTo>
                  <a:close/>
                </a:path>
              </a:pathLst>
            </a:custGeom>
            <a:solidFill>
              <a:srgbClr val="FFFFFF"/>
            </a:solidFill>
            <a:ln w="9025" cap="flat">
              <a:noFill/>
              <a:prstDash val="solid"/>
              <a:miter/>
            </a:ln>
          </p:spPr>
          <p:txBody>
            <a:bodyPr rtlCol="0" anchor="ctr"/>
            <a:lstStyle/>
            <a:p>
              <a:endParaRPr lang="zh-CN" altLang="en-US"/>
            </a:p>
          </p:txBody>
        </p:sp>
        <p:sp>
          <p:nvSpPr>
            <p:cNvPr id="386" name="任意多边形: 形状 385">
              <a:extLst>
                <a:ext uri="{FF2B5EF4-FFF2-40B4-BE49-F238E27FC236}">
                  <a16:creationId xmlns:a16="http://schemas.microsoft.com/office/drawing/2014/main" id="{73FDD8FC-0FD7-96D3-EAF6-A4709232D3C3}"/>
                </a:ext>
              </a:extLst>
            </p:cNvPr>
            <p:cNvSpPr/>
            <p:nvPr/>
          </p:nvSpPr>
          <p:spPr>
            <a:xfrm>
              <a:off x="2117239" y="2438739"/>
              <a:ext cx="34265" cy="34434"/>
            </a:xfrm>
            <a:custGeom>
              <a:avLst/>
              <a:gdLst>
                <a:gd name="connsiteX0" fmla="*/ 113189 w 226377"/>
                <a:gd name="connsiteY0" fmla="*/ 227493 h 227492"/>
                <a:gd name="connsiteX1" fmla="*/ 0 w 226377"/>
                <a:gd name="connsiteY1" fmla="*/ 113746 h 227492"/>
                <a:gd name="connsiteX2" fmla="*/ 113189 w 226377"/>
                <a:gd name="connsiteY2" fmla="*/ 0 h 227492"/>
                <a:gd name="connsiteX3" fmla="*/ 226378 w 226377"/>
                <a:gd name="connsiteY3" fmla="*/ 113746 h 227492"/>
                <a:gd name="connsiteX4" fmla="*/ 113189 w 226377"/>
                <a:gd name="connsiteY4" fmla="*/ 227493 h 227492"/>
                <a:gd name="connsiteX5" fmla="*/ 113189 w 226377"/>
                <a:gd name="connsiteY5" fmla="*/ 9071 h 227492"/>
                <a:gd name="connsiteX6" fmla="*/ 9026 w 226377"/>
                <a:gd name="connsiteY6" fmla="*/ 113746 h 227492"/>
                <a:gd name="connsiteX7" fmla="*/ 113189 w 226377"/>
                <a:gd name="connsiteY7" fmla="*/ 218422 h 227492"/>
                <a:gd name="connsiteX8" fmla="*/ 217351 w 226377"/>
                <a:gd name="connsiteY8" fmla="*/ 113746 h 227492"/>
                <a:gd name="connsiteX9" fmla="*/ 113189 w 226377"/>
                <a:gd name="connsiteY9" fmla="*/ 9071 h 22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377" h="227492">
                  <a:moveTo>
                    <a:pt x="113189" y="227493"/>
                  </a:moveTo>
                  <a:cubicBezTo>
                    <a:pt x="50673" y="227493"/>
                    <a:pt x="0" y="176570"/>
                    <a:pt x="0" y="113746"/>
                  </a:cubicBezTo>
                  <a:cubicBezTo>
                    <a:pt x="0" y="50923"/>
                    <a:pt x="50673" y="0"/>
                    <a:pt x="113189" y="0"/>
                  </a:cubicBezTo>
                  <a:cubicBezTo>
                    <a:pt x="175704" y="0"/>
                    <a:pt x="226378" y="50923"/>
                    <a:pt x="226378" y="113746"/>
                  </a:cubicBezTo>
                  <a:cubicBezTo>
                    <a:pt x="226323" y="176543"/>
                    <a:pt x="175677" y="227438"/>
                    <a:pt x="113189" y="227493"/>
                  </a:cubicBezTo>
                  <a:close/>
                  <a:moveTo>
                    <a:pt x="113189" y="9071"/>
                  </a:moveTo>
                  <a:cubicBezTo>
                    <a:pt x="55665" y="9071"/>
                    <a:pt x="9026" y="55939"/>
                    <a:pt x="9026" y="113746"/>
                  </a:cubicBezTo>
                  <a:cubicBezTo>
                    <a:pt x="9026" y="171554"/>
                    <a:pt x="55665" y="218422"/>
                    <a:pt x="113189" y="218422"/>
                  </a:cubicBezTo>
                  <a:cubicBezTo>
                    <a:pt x="170713" y="218422"/>
                    <a:pt x="217351" y="171554"/>
                    <a:pt x="217351" y="113746"/>
                  </a:cubicBezTo>
                  <a:cubicBezTo>
                    <a:pt x="217351" y="55939"/>
                    <a:pt x="170713" y="9071"/>
                    <a:pt x="113189" y="9071"/>
                  </a:cubicBezTo>
                  <a:close/>
                </a:path>
              </a:pathLst>
            </a:custGeom>
            <a:solidFill>
              <a:srgbClr val="231F20"/>
            </a:solidFill>
            <a:ln w="9025" cap="flat">
              <a:noFill/>
              <a:prstDash val="solid"/>
              <a:miter/>
            </a:ln>
          </p:spPr>
          <p:txBody>
            <a:bodyPr rtlCol="0" anchor="ctr"/>
            <a:lstStyle/>
            <a:p>
              <a:endParaRPr lang="zh-CN" altLang="en-US"/>
            </a:p>
          </p:txBody>
        </p:sp>
        <p:sp>
          <p:nvSpPr>
            <p:cNvPr id="387" name="任意多边形: 形状 386">
              <a:extLst>
                <a:ext uri="{FF2B5EF4-FFF2-40B4-BE49-F238E27FC236}">
                  <a16:creationId xmlns:a16="http://schemas.microsoft.com/office/drawing/2014/main" id="{2861A397-9178-C069-7FCD-02B0B9627F21}"/>
                </a:ext>
              </a:extLst>
            </p:cNvPr>
            <p:cNvSpPr/>
            <p:nvPr/>
          </p:nvSpPr>
          <p:spPr>
            <a:xfrm>
              <a:off x="2117922" y="2455956"/>
              <a:ext cx="32899" cy="1373"/>
            </a:xfrm>
            <a:custGeom>
              <a:avLst/>
              <a:gdLst>
                <a:gd name="connsiteX0" fmla="*/ 217351 w 217351"/>
                <a:gd name="connsiteY0" fmla="*/ 0 h 9070"/>
                <a:gd name="connsiteX1" fmla="*/ 0 w 217351"/>
                <a:gd name="connsiteY1" fmla="*/ 0 h 9070"/>
              </a:gdLst>
              <a:ahLst/>
              <a:cxnLst>
                <a:cxn ang="0">
                  <a:pos x="connsiteX0" y="connsiteY0"/>
                </a:cxn>
                <a:cxn ang="0">
                  <a:pos x="connsiteX1" y="connsiteY1"/>
                </a:cxn>
              </a:cxnLst>
              <a:rect l="l" t="t" r="r" b="b"/>
              <a:pathLst>
                <a:path w="217351" h="9070">
                  <a:moveTo>
                    <a:pt x="217351" y="0"/>
                  </a:moveTo>
                  <a:lnTo>
                    <a:pt x="0" y="0"/>
                  </a:lnTo>
                </a:path>
              </a:pathLst>
            </a:custGeom>
            <a:ln w="9025" cap="flat">
              <a:noFill/>
              <a:prstDash val="solid"/>
              <a:miter/>
            </a:ln>
          </p:spPr>
          <p:txBody>
            <a:bodyPr rtlCol="0" anchor="ctr"/>
            <a:lstStyle/>
            <a:p>
              <a:endParaRPr lang="zh-CN" altLang="en-US"/>
            </a:p>
          </p:txBody>
        </p:sp>
        <p:sp>
          <p:nvSpPr>
            <p:cNvPr id="388" name="任意多边形: 形状 387">
              <a:extLst>
                <a:ext uri="{FF2B5EF4-FFF2-40B4-BE49-F238E27FC236}">
                  <a16:creationId xmlns:a16="http://schemas.microsoft.com/office/drawing/2014/main" id="{CA48A4C3-A092-8451-5B1D-3949DD1ECEEB}"/>
                </a:ext>
              </a:extLst>
            </p:cNvPr>
            <p:cNvSpPr/>
            <p:nvPr/>
          </p:nvSpPr>
          <p:spPr>
            <a:xfrm>
              <a:off x="2117239" y="2455269"/>
              <a:ext cx="34265" cy="1373"/>
            </a:xfrm>
            <a:custGeom>
              <a:avLst/>
              <a:gdLst>
                <a:gd name="connsiteX0" fmla="*/ 221864 w 226377"/>
                <a:gd name="connsiteY0" fmla="*/ 9071 h 9070"/>
                <a:gd name="connsiteX1" fmla="*/ 4513 w 226377"/>
                <a:gd name="connsiteY1" fmla="*/ 9071 h 9070"/>
                <a:gd name="connsiteX2" fmla="*/ 0 w 226377"/>
                <a:gd name="connsiteY2" fmla="*/ 4535 h 9070"/>
                <a:gd name="connsiteX3" fmla="*/ 4513 w 226377"/>
                <a:gd name="connsiteY3" fmla="*/ 0 h 9070"/>
                <a:gd name="connsiteX4" fmla="*/ 221864 w 226377"/>
                <a:gd name="connsiteY4" fmla="*/ 0 h 9070"/>
                <a:gd name="connsiteX5" fmla="*/ 226378 w 226377"/>
                <a:gd name="connsiteY5" fmla="*/ 4535 h 9070"/>
                <a:gd name="connsiteX6" fmla="*/ 221864 w 226377"/>
                <a:gd name="connsiteY6" fmla="*/ 9071 h 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377" h="9070">
                  <a:moveTo>
                    <a:pt x="221864" y="9071"/>
                  </a:moveTo>
                  <a:lnTo>
                    <a:pt x="4513" y="9071"/>
                  </a:lnTo>
                  <a:cubicBezTo>
                    <a:pt x="2022" y="9071"/>
                    <a:pt x="0" y="7039"/>
                    <a:pt x="0" y="4535"/>
                  </a:cubicBezTo>
                  <a:cubicBezTo>
                    <a:pt x="0" y="2032"/>
                    <a:pt x="2022" y="0"/>
                    <a:pt x="4513" y="0"/>
                  </a:cubicBezTo>
                  <a:lnTo>
                    <a:pt x="221864" y="0"/>
                  </a:lnTo>
                  <a:cubicBezTo>
                    <a:pt x="224356" y="0"/>
                    <a:pt x="226378" y="2032"/>
                    <a:pt x="226378" y="4535"/>
                  </a:cubicBezTo>
                  <a:cubicBezTo>
                    <a:pt x="226378" y="7039"/>
                    <a:pt x="224356" y="9071"/>
                    <a:pt x="221864" y="9071"/>
                  </a:cubicBezTo>
                  <a:close/>
                </a:path>
              </a:pathLst>
            </a:custGeom>
            <a:solidFill>
              <a:srgbClr val="231F20"/>
            </a:solidFill>
            <a:ln w="9025" cap="flat">
              <a:noFill/>
              <a:prstDash val="solid"/>
              <a:miter/>
            </a:ln>
          </p:spPr>
          <p:txBody>
            <a:bodyPr rtlCol="0" anchor="ctr"/>
            <a:lstStyle/>
            <a:p>
              <a:endParaRPr lang="zh-CN" altLang="en-US"/>
            </a:p>
          </p:txBody>
        </p:sp>
        <p:sp>
          <p:nvSpPr>
            <p:cNvPr id="389" name="任意多边形: 形状 388">
              <a:extLst>
                <a:ext uri="{FF2B5EF4-FFF2-40B4-BE49-F238E27FC236}">
                  <a16:creationId xmlns:a16="http://schemas.microsoft.com/office/drawing/2014/main" id="{1538CED4-73CA-ED5D-E4D6-B905FA0D6090}"/>
                </a:ext>
              </a:extLst>
            </p:cNvPr>
            <p:cNvSpPr/>
            <p:nvPr/>
          </p:nvSpPr>
          <p:spPr>
            <a:xfrm>
              <a:off x="2138779" y="2311506"/>
              <a:ext cx="95224" cy="183643"/>
            </a:xfrm>
            <a:custGeom>
              <a:avLst/>
              <a:gdLst>
                <a:gd name="connsiteX0" fmla="*/ 496481 w 629114"/>
                <a:gd name="connsiteY0" fmla="*/ 668056 h 1213265"/>
                <a:gd name="connsiteX1" fmla="*/ 500904 w 629114"/>
                <a:gd name="connsiteY1" fmla="*/ 270397 h 1213265"/>
                <a:gd name="connsiteX2" fmla="*/ 160796 w 629114"/>
                <a:gd name="connsiteY2" fmla="*/ 0 h 1213265"/>
                <a:gd name="connsiteX3" fmla="*/ 160796 w 629114"/>
                <a:gd name="connsiteY3" fmla="*/ 87169 h 1213265"/>
                <a:gd name="connsiteX4" fmla="*/ 79560 w 629114"/>
                <a:gd name="connsiteY4" fmla="*/ 93882 h 1213265"/>
                <a:gd name="connsiteX5" fmla="*/ 89670 w 629114"/>
                <a:gd name="connsiteY5" fmla="*/ 571998 h 1213265"/>
                <a:gd name="connsiteX6" fmla="*/ 671 w 629114"/>
                <a:gd name="connsiteY6" fmla="*/ 627782 h 1213265"/>
                <a:gd name="connsiteX7" fmla="*/ 24410 w 629114"/>
                <a:gd name="connsiteY7" fmla="*/ 1014284 h 1213265"/>
                <a:gd name="connsiteX8" fmla="*/ 445303 w 629114"/>
                <a:gd name="connsiteY8" fmla="*/ 1210846 h 1213265"/>
                <a:gd name="connsiteX9" fmla="*/ 449816 w 629114"/>
                <a:gd name="connsiteY9" fmla="*/ 1081317 h 1213265"/>
                <a:gd name="connsiteX10" fmla="*/ 497565 w 629114"/>
                <a:gd name="connsiteY10" fmla="*/ 1040226 h 1213265"/>
                <a:gd name="connsiteX11" fmla="*/ 497565 w 629114"/>
                <a:gd name="connsiteY11" fmla="*/ 1002039 h 1213265"/>
                <a:gd name="connsiteX12" fmla="*/ 539807 w 629114"/>
                <a:gd name="connsiteY12" fmla="*/ 972922 h 1213265"/>
                <a:gd name="connsiteX13" fmla="*/ 523109 w 629114"/>
                <a:gd name="connsiteY13" fmla="*/ 943896 h 1213265"/>
                <a:gd name="connsiteX14" fmla="*/ 628716 w 629114"/>
                <a:gd name="connsiteY14" fmla="*/ 907069 h 1213265"/>
                <a:gd name="connsiteX15" fmla="*/ 496481 w 629114"/>
                <a:gd name="connsiteY15" fmla="*/ 668056 h 1213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9114" h="1213265">
                  <a:moveTo>
                    <a:pt x="496481" y="668056"/>
                  </a:moveTo>
                  <a:cubicBezTo>
                    <a:pt x="496481" y="668056"/>
                    <a:pt x="557228" y="415256"/>
                    <a:pt x="500904" y="270397"/>
                  </a:cubicBezTo>
                  <a:cubicBezTo>
                    <a:pt x="409739" y="35829"/>
                    <a:pt x="160796" y="0"/>
                    <a:pt x="160796" y="0"/>
                  </a:cubicBezTo>
                  <a:lnTo>
                    <a:pt x="160796" y="87169"/>
                  </a:lnTo>
                  <a:lnTo>
                    <a:pt x="79560" y="93882"/>
                  </a:lnTo>
                  <a:lnTo>
                    <a:pt x="89670" y="571998"/>
                  </a:lnTo>
                  <a:cubicBezTo>
                    <a:pt x="67375" y="585331"/>
                    <a:pt x="5184" y="590139"/>
                    <a:pt x="671" y="627782"/>
                  </a:cubicBezTo>
                  <a:cubicBezTo>
                    <a:pt x="-3842" y="665426"/>
                    <a:pt x="15564" y="933827"/>
                    <a:pt x="24410" y="1014284"/>
                  </a:cubicBezTo>
                  <a:cubicBezTo>
                    <a:pt x="33256" y="1094741"/>
                    <a:pt x="195908" y="1233251"/>
                    <a:pt x="445303" y="1210846"/>
                  </a:cubicBezTo>
                  <a:cubicBezTo>
                    <a:pt x="445303" y="1210846"/>
                    <a:pt x="449816" y="1102542"/>
                    <a:pt x="449816" y="1081317"/>
                  </a:cubicBezTo>
                  <a:cubicBezTo>
                    <a:pt x="449816" y="1060091"/>
                    <a:pt x="494225" y="1052744"/>
                    <a:pt x="497565" y="1040226"/>
                  </a:cubicBezTo>
                  <a:cubicBezTo>
                    <a:pt x="499343" y="1027564"/>
                    <a:pt x="499343" y="1014702"/>
                    <a:pt x="497565" y="1002039"/>
                  </a:cubicBezTo>
                  <a:cubicBezTo>
                    <a:pt x="497565" y="1002039"/>
                    <a:pt x="542064" y="986346"/>
                    <a:pt x="539807" y="972922"/>
                  </a:cubicBezTo>
                  <a:cubicBezTo>
                    <a:pt x="536522" y="962092"/>
                    <a:pt x="530808" y="952168"/>
                    <a:pt x="523109" y="943896"/>
                  </a:cubicBezTo>
                  <a:cubicBezTo>
                    <a:pt x="523109" y="943896"/>
                    <a:pt x="619870" y="942807"/>
                    <a:pt x="628716" y="907069"/>
                  </a:cubicBezTo>
                  <a:cubicBezTo>
                    <a:pt x="637561" y="871330"/>
                    <a:pt x="496481" y="668056"/>
                    <a:pt x="496481" y="668056"/>
                  </a:cubicBezTo>
                  <a:close/>
                </a:path>
              </a:pathLst>
            </a:custGeom>
            <a:solidFill>
              <a:schemeClr val="bg1"/>
            </a:solidFill>
            <a:ln w="9025" cap="flat">
              <a:noFill/>
              <a:prstDash val="solid"/>
              <a:miter/>
            </a:ln>
          </p:spPr>
          <p:txBody>
            <a:bodyPr rtlCol="0" anchor="ctr"/>
            <a:lstStyle/>
            <a:p>
              <a:endParaRPr lang="zh-CN" altLang="en-US" dirty="0"/>
            </a:p>
          </p:txBody>
        </p:sp>
        <p:sp>
          <p:nvSpPr>
            <p:cNvPr id="390" name="任意多边形: 形状 389">
              <a:extLst>
                <a:ext uri="{FF2B5EF4-FFF2-40B4-BE49-F238E27FC236}">
                  <a16:creationId xmlns:a16="http://schemas.microsoft.com/office/drawing/2014/main" id="{C09A07C0-A716-EE12-3945-43DB3C536056}"/>
                </a:ext>
              </a:extLst>
            </p:cNvPr>
            <p:cNvSpPr/>
            <p:nvPr/>
          </p:nvSpPr>
          <p:spPr>
            <a:xfrm>
              <a:off x="2138068" y="2310826"/>
              <a:ext cx="96575" cy="185008"/>
            </a:xfrm>
            <a:custGeom>
              <a:avLst/>
              <a:gdLst>
                <a:gd name="connsiteX0" fmla="*/ 397559 w 638034"/>
                <a:gd name="connsiteY0" fmla="*/ 1222234 h 1222277"/>
                <a:gd name="connsiteX1" fmla="*/ 146991 w 638034"/>
                <a:gd name="connsiteY1" fmla="*/ 1159555 h 1222277"/>
                <a:gd name="connsiteX2" fmla="*/ 24324 w 638034"/>
                <a:gd name="connsiteY2" fmla="*/ 1019322 h 1222277"/>
                <a:gd name="connsiteX3" fmla="*/ 676 w 638034"/>
                <a:gd name="connsiteY3" fmla="*/ 631732 h 1222277"/>
                <a:gd name="connsiteX4" fmla="*/ 65213 w 638034"/>
                <a:gd name="connsiteY4" fmla="*/ 582750 h 1222277"/>
                <a:gd name="connsiteX5" fmla="*/ 89494 w 638034"/>
                <a:gd name="connsiteY5" fmla="*/ 573680 h 1222277"/>
                <a:gd name="connsiteX6" fmla="*/ 79475 w 638034"/>
                <a:gd name="connsiteY6" fmla="*/ 98376 h 1222277"/>
                <a:gd name="connsiteX7" fmla="*/ 83627 w 638034"/>
                <a:gd name="connsiteY7" fmla="*/ 93749 h 1222277"/>
                <a:gd name="connsiteX8" fmla="*/ 160711 w 638034"/>
                <a:gd name="connsiteY8" fmla="*/ 87400 h 1222277"/>
                <a:gd name="connsiteX9" fmla="*/ 160711 w 638034"/>
                <a:gd name="connsiteY9" fmla="*/ 4494 h 1222277"/>
                <a:gd name="connsiteX10" fmla="*/ 162245 w 638034"/>
                <a:gd name="connsiteY10" fmla="*/ 1138 h 1222277"/>
                <a:gd name="connsiteX11" fmla="*/ 165856 w 638034"/>
                <a:gd name="connsiteY11" fmla="*/ 49 h 1222277"/>
                <a:gd name="connsiteX12" fmla="*/ 509574 w 638034"/>
                <a:gd name="connsiteY12" fmla="*/ 273168 h 1222277"/>
                <a:gd name="connsiteX13" fmla="*/ 505693 w 638034"/>
                <a:gd name="connsiteY13" fmla="*/ 671552 h 1222277"/>
                <a:gd name="connsiteX14" fmla="*/ 637566 w 638034"/>
                <a:gd name="connsiteY14" fmla="*/ 912651 h 1222277"/>
                <a:gd name="connsiteX15" fmla="*/ 536833 w 638034"/>
                <a:gd name="connsiteY15" fmla="*/ 952653 h 1222277"/>
                <a:gd name="connsiteX16" fmla="*/ 548658 w 638034"/>
                <a:gd name="connsiteY16" fmla="*/ 976690 h 1222277"/>
                <a:gd name="connsiteX17" fmla="*/ 506866 w 638034"/>
                <a:gd name="connsiteY17" fmla="*/ 1009526 h 1222277"/>
                <a:gd name="connsiteX18" fmla="*/ 506325 w 638034"/>
                <a:gd name="connsiteY18" fmla="*/ 1045809 h 1222277"/>
                <a:gd name="connsiteX19" fmla="*/ 484662 w 638034"/>
                <a:gd name="connsiteY19" fmla="*/ 1063043 h 1222277"/>
                <a:gd name="connsiteX20" fmla="*/ 458757 w 638034"/>
                <a:gd name="connsiteY20" fmla="*/ 1085720 h 1222277"/>
                <a:gd name="connsiteX21" fmla="*/ 454243 w 638034"/>
                <a:gd name="connsiteY21" fmla="*/ 1215521 h 1222277"/>
                <a:gd name="connsiteX22" fmla="*/ 450182 w 638034"/>
                <a:gd name="connsiteY22" fmla="*/ 1219785 h 1222277"/>
                <a:gd name="connsiteX23" fmla="*/ 397559 w 638034"/>
                <a:gd name="connsiteY23" fmla="*/ 1222234 h 1222277"/>
                <a:gd name="connsiteX24" fmla="*/ 449730 w 638034"/>
                <a:gd name="connsiteY24" fmla="*/ 1215340 h 1222277"/>
                <a:gd name="connsiteX25" fmla="*/ 449730 w 638034"/>
                <a:gd name="connsiteY25" fmla="*/ 1215340 h 1222277"/>
                <a:gd name="connsiteX26" fmla="*/ 88681 w 638034"/>
                <a:gd name="connsiteY26" fmla="*/ 102548 h 1222277"/>
                <a:gd name="connsiteX27" fmla="*/ 98701 w 638034"/>
                <a:gd name="connsiteY27" fmla="*/ 576310 h 1222277"/>
                <a:gd name="connsiteX28" fmla="*/ 96444 w 638034"/>
                <a:gd name="connsiteY28" fmla="*/ 580301 h 1222277"/>
                <a:gd name="connsiteX29" fmla="*/ 68011 w 638034"/>
                <a:gd name="connsiteY29" fmla="*/ 591367 h 1222277"/>
                <a:gd name="connsiteX30" fmla="*/ 9702 w 638034"/>
                <a:gd name="connsiteY30" fmla="*/ 632820 h 1222277"/>
                <a:gd name="connsiteX31" fmla="*/ 33441 w 638034"/>
                <a:gd name="connsiteY31" fmla="*/ 1018325 h 1222277"/>
                <a:gd name="connsiteX32" fmla="*/ 445488 w 638034"/>
                <a:gd name="connsiteY32" fmla="*/ 1211167 h 1222277"/>
                <a:gd name="connsiteX33" fmla="*/ 449821 w 638034"/>
                <a:gd name="connsiteY33" fmla="*/ 1085810 h 1222277"/>
                <a:gd name="connsiteX34" fmla="*/ 480690 w 638034"/>
                <a:gd name="connsiteY34" fmla="*/ 1055061 h 1222277"/>
                <a:gd name="connsiteX35" fmla="*/ 497750 w 638034"/>
                <a:gd name="connsiteY35" fmla="*/ 1043541 h 1222277"/>
                <a:gd name="connsiteX36" fmla="*/ 497750 w 638034"/>
                <a:gd name="connsiteY36" fmla="*/ 1007258 h 1222277"/>
                <a:gd name="connsiteX37" fmla="*/ 500819 w 638034"/>
                <a:gd name="connsiteY37" fmla="*/ 1002360 h 1222277"/>
                <a:gd name="connsiteX38" fmla="*/ 540083 w 638034"/>
                <a:gd name="connsiteY38" fmla="*/ 978414 h 1222277"/>
                <a:gd name="connsiteX39" fmla="*/ 524558 w 638034"/>
                <a:gd name="connsiteY39" fmla="*/ 951655 h 1222277"/>
                <a:gd name="connsiteX40" fmla="*/ 523655 w 638034"/>
                <a:gd name="connsiteY40" fmla="*/ 946848 h 1222277"/>
                <a:gd name="connsiteX41" fmla="*/ 527807 w 638034"/>
                <a:gd name="connsiteY41" fmla="*/ 944036 h 1222277"/>
                <a:gd name="connsiteX42" fmla="*/ 629081 w 638034"/>
                <a:gd name="connsiteY42" fmla="*/ 910656 h 1222277"/>
                <a:gd name="connsiteX43" fmla="*/ 497479 w 638034"/>
                <a:gd name="connsiteY43" fmla="*/ 675271 h 1222277"/>
                <a:gd name="connsiteX44" fmla="*/ 496757 w 638034"/>
                <a:gd name="connsiteY44" fmla="*/ 671643 h 1222277"/>
                <a:gd name="connsiteX45" fmla="*/ 501360 w 638034"/>
                <a:gd name="connsiteY45" fmla="*/ 276705 h 1222277"/>
                <a:gd name="connsiteX46" fmla="*/ 170008 w 638034"/>
                <a:gd name="connsiteY46" fmla="*/ 10118 h 1222277"/>
                <a:gd name="connsiteX47" fmla="*/ 170008 w 638034"/>
                <a:gd name="connsiteY47" fmla="*/ 91754 h 1222277"/>
                <a:gd name="connsiteX48" fmla="*/ 165856 w 638034"/>
                <a:gd name="connsiteY48" fmla="*/ 96289 h 122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38034" h="1222277">
                  <a:moveTo>
                    <a:pt x="397559" y="1222234"/>
                  </a:moveTo>
                  <a:cubicBezTo>
                    <a:pt x="310059" y="1223386"/>
                    <a:pt x="223750" y="1201788"/>
                    <a:pt x="146991" y="1159555"/>
                  </a:cubicBezTo>
                  <a:cubicBezTo>
                    <a:pt x="77489" y="1119644"/>
                    <a:pt x="29650" y="1064585"/>
                    <a:pt x="24324" y="1019322"/>
                  </a:cubicBezTo>
                  <a:cubicBezTo>
                    <a:pt x="16201" y="945396"/>
                    <a:pt x="-3928" y="671099"/>
                    <a:pt x="676" y="631732"/>
                  </a:cubicBezTo>
                  <a:cubicBezTo>
                    <a:pt x="4106" y="602071"/>
                    <a:pt x="37954" y="591367"/>
                    <a:pt x="65213" y="582750"/>
                  </a:cubicBezTo>
                  <a:cubicBezTo>
                    <a:pt x="73517" y="580330"/>
                    <a:pt x="81632" y="577299"/>
                    <a:pt x="89494" y="573680"/>
                  </a:cubicBezTo>
                  <a:lnTo>
                    <a:pt x="79475" y="98376"/>
                  </a:lnTo>
                  <a:cubicBezTo>
                    <a:pt x="79421" y="95971"/>
                    <a:pt x="81244" y="93941"/>
                    <a:pt x="83627" y="93749"/>
                  </a:cubicBezTo>
                  <a:lnTo>
                    <a:pt x="160711" y="87400"/>
                  </a:lnTo>
                  <a:lnTo>
                    <a:pt x="160711" y="4494"/>
                  </a:lnTo>
                  <a:cubicBezTo>
                    <a:pt x="160702" y="3202"/>
                    <a:pt x="161261" y="1972"/>
                    <a:pt x="162245" y="1138"/>
                  </a:cubicBezTo>
                  <a:cubicBezTo>
                    <a:pt x="163229" y="252"/>
                    <a:pt x="164547" y="-148"/>
                    <a:pt x="165856" y="49"/>
                  </a:cubicBezTo>
                  <a:cubicBezTo>
                    <a:pt x="168383" y="49"/>
                    <a:pt x="418590" y="38872"/>
                    <a:pt x="509574" y="273168"/>
                  </a:cubicBezTo>
                  <a:cubicBezTo>
                    <a:pt x="563100" y="410951"/>
                    <a:pt x="511289" y="647334"/>
                    <a:pt x="505693" y="671552"/>
                  </a:cubicBezTo>
                  <a:cubicBezTo>
                    <a:pt x="524829" y="698764"/>
                    <a:pt x="646502" y="876822"/>
                    <a:pt x="637566" y="912651"/>
                  </a:cubicBezTo>
                  <a:cubicBezTo>
                    <a:pt x="629443" y="945124"/>
                    <a:pt x="562739" y="951383"/>
                    <a:pt x="536833" y="952653"/>
                  </a:cubicBezTo>
                  <a:cubicBezTo>
                    <a:pt x="542484" y="959701"/>
                    <a:pt x="546519" y="967901"/>
                    <a:pt x="548658" y="976690"/>
                  </a:cubicBezTo>
                  <a:cubicBezTo>
                    <a:pt x="551095" y="991294"/>
                    <a:pt x="520677" y="1004356"/>
                    <a:pt x="506866" y="1009526"/>
                  </a:cubicBezTo>
                  <a:cubicBezTo>
                    <a:pt x="508473" y="1021581"/>
                    <a:pt x="508283" y="1033808"/>
                    <a:pt x="506325" y="1045809"/>
                  </a:cubicBezTo>
                  <a:cubicBezTo>
                    <a:pt x="504429" y="1052975"/>
                    <a:pt x="495223" y="1057601"/>
                    <a:pt x="484662" y="1063043"/>
                  </a:cubicBezTo>
                  <a:cubicBezTo>
                    <a:pt x="472477" y="1069211"/>
                    <a:pt x="458757" y="1076105"/>
                    <a:pt x="458757" y="1085720"/>
                  </a:cubicBezTo>
                  <a:cubicBezTo>
                    <a:pt x="458757" y="1106764"/>
                    <a:pt x="454424" y="1211077"/>
                    <a:pt x="454243" y="1215521"/>
                  </a:cubicBezTo>
                  <a:cubicBezTo>
                    <a:pt x="454162" y="1217771"/>
                    <a:pt x="452411" y="1219603"/>
                    <a:pt x="450182" y="1219785"/>
                  </a:cubicBezTo>
                  <a:cubicBezTo>
                    <a:pt x="432851" y="1221327"/>
                    <a:pt x="415611" y="1222234"/>
                    <a:pt x="397559" y="1222234"/>
                  </a:cubicBezTo>
                  <a:close/>
                  <a:moveTo>
                    <a:pt x="449730" y="1215340"/>
                  </a:moveTo>
                  <a:lnTo>
                    <a:pt x="449730" y="1215340"/>
                  </a:lnTo>
                  <a:close/>
                  <a:moveTo>
                    <a:pt x="88681" y="102548"/>
                  </a:moveTo>
                  <a:lnTo>
                    <a:pt x="98701" y="576310"/>
                  </a:lnTo>
                  <a:cubicBezTo>
                    <a:pt x="98728" y="577953"/>
                    <a:pt x="97861" y="579479"/>
                    <a:pt x="96444" y="580301"/>
                  </a:cubicBezTo>
                  <a:cubicBezTo>
                    <a:pt x="87382" y="584988"/>
                    <a:pt x="77850" y="588697"/>
                    <a:pt x="68011" y="591367"/>
                  </a:cubicBezTo>
                  <a:cubicBezTo>
                    <a:pt x="42016" y="599622"/>
                    <a:pt x="12500" y="608964"/>
                    <a:pt x="9702" y="632820"/>
                  </a:cubicBezTo>
                  <a:cubicBezTo>
                    <a:pt x="5369" y="669647"/>
                    <a:pt x="24234" y="935146"/>
                    <a:pt x="33441" y="1018325"/>
                  </a:cubicBezTo>
                  <a:cubicBezTo>
                    <a:pt x="42467" y="1098147"/>
                    <a:pt x="204939" y="1231123"/>
                    <a:pt x="445488" y="1211167"/>
                  </a:cubicBezTo>
                  <a:cubicBezTo>
                    <a:pt x="446300" y="1191484"/>
                    <a:pt x="449821" y="1104405"/>
                    <a:pt x="449821" y="1085810"/>
                  </a:cubicBezTo>
                  <a:cubicBezTo>
                    <a:pt x="449821" y="1070662"/>
                    <a:pt x="466158" y="1062317"/>
                    <a:pt x="480690" y="1055061"/>
                  </a:cubicBezTo>
                  <a:cubicBezTo>
                    <a:pt x="487911" y="1051342"/>
                    <a:pt x="496847" y="1046806"/>
                    <a:pt x="497750" y="1043541"/>
                  </a:cubicBezTo>
                  <a:cubicBezTo>
                    <a:pt x="499456" y="1031504"/>
                    <a:pt x="499456" y="1019295"/>
                    <a:pt x="497750" y="1007258"/>
                  </a:cubicBezTo>
                  <a:cubicBezTo>
                    <a:pt x="497506" y="1005109"/>
                    <a:pt x="498779" y="1003068"/>
                    <a:pt x="500819" y="1002360"/>
                  </a:cubicBezTo>
                  <a:cubicBezTo>
                    <a:pt x="522211" y="994831"/>
                    <a:pt x="540895" y="983402"/>
                    <a:pt x="540083" y="978414"/>
                  </a:cubicBezTo>
                  <a:cubicBezTo>
                    <a:pt x="536942" y="968454"/>
                    <a:pt x="531634" y="959311"/>
                    <a:pt x="524558" y="951655"/>
                  </a:cubicBezTo>
                  <a:cubicBezTo>
                    <a:pt x="523330" y="950376"/>
                    <a:pt x="522969" y="948489"/>
                    <a:pt x="523655" y="946848"/>
                  </a:cubicBezTo>
                  <a:cubicBezTo>
                    <a:pt x="524368" y="945169"/>
                    <a:pt x="525993" y="944072"/>
                    <a:pt x="527807" y="944036"/>
                  </a:cubicBezTo>
                  <a:cubicBezTo>
                    <a:pt x="553712" y="944036"/>
                    <a:pt x="622492" y="937142"/>
                    <a:pt x="629081" y="910656"/>
                  </a:cubicBezTo>
                  <a:cubicBezTo>
                    <a:pt x="635219" y="885893"/>
                    <a:pt x="553712" y="756454"/>
                    <a:pt x="497479" y="675271"/>
                  </a:cubicBezTo>
                  <a:cubicBezTo>
                    <a:pt x="496748" y="674219"/>
                    <a:pt x="496486" y="672904"/>
                    <a:pt x="496757" y="671643"/>
                  </a:cubicBezTo>
                  <a:cubicBezTo>
                    <a:pt x="497389" y="669103"/>
                    <a:pt x="556510" y="418571"/>
                    <a:pt x="501360" y="276705"/>
                  </a:cubicBezTo>
                  <a:cubicBezTo>
                    <a:pt x="419492" y="65812"/>
                    <a:pt x="205932" y="16921"/>
                    <a:pt x="170008" y="10118"/>
                  </a:cubicBezTo>
                  <a:lnTo>
                    <a:pt x="170008" y="91754"/>
                  </a:lnTo>
                  <a:cubicBezTo>
                    <a:pt x="170017" y="94123"/>
                    <a:pt x="168202" y="96100"/>
                    <a:pt x="165856" y="96289"/>
                  </a:cubicBezTo>
                  <a:close/>
                </a:path>
              </a:pathLst>
            </a:custGeom>
            <a:solidFill>
              <a:srgbClr val="231F20"/>
            </a:solidFill>
            <a:ln w="9025" cap="flat">
              <a:noFill/>
              <a:prstDash val="solid"/>
              <a:miter/>
            </a:ln>
          </p:spPr>
          <p:txBody>
            <a:bodyPr rtlCol="0" anchor="ctr"/>
            <a:lstStyle/>
            <a:p>
              <a:endParaRPr lang="zh-CN" altLang="en-US"/>
            </a:p>
          </p:txBody>
        </p:sp>
        <p:sp>
          <p:nvSpPr>
            <p:cNvPr id="391" name="任意多边形: 形状 390">
              <a:extLst>
                <a:ext uri="{FF2B5EF4-FFF2-40B4-BE49-F238E27FC236}">
                  <a16:creationId xmlns:a16="http://schemas.microsoft.com/office/drawing/2014/main" id="{7F15D5FD-F6AC-F6B0-263D-B68ED7661062}"/>
                </a:ext>
              </a:extLst>
            </p:cNvPr>
            <p:cNvSpPr/>
            <p:nvPr/>
          </p:nvSpPr>
          <p:spPr>
            <a:xfrm>
              <a:off x="2182870" y="2459810"/>
              <a:ext cx="31906" cy="4301"/>
            </a:xfrm>
            <a:custGeom>
              <a:avLst/>
              <a:gdLst>
                <a:gd name="connsiteX0" fmla="*/ 144981 w 210791"/>
                <a:gd name="connsiteY0" fmla="*/ 28418 h 28417"/>
                <a:gd name="connsiteX1" fmla="*/ 85769 w 210791"/>
                <a:gd name="connsiteY1" fmla="*/ 26422 h 28417"/>
                <a:gd name="connsiteX2" fmla="*/ 2006 w 210791"/>
                <a:gd name="connsiteY2" fmla="*/ 8281 h 28417"/>
                <a:gd name="connsiteX3" fmla="*/ 742 w 210791"/>
                <a:gd name="connsiteY3" fmla="*/ 2022 h 28417"/>
                <a:gd name="connsiteX4" fmla="*/ 7060 w 210791"/>
                <a:gd name="connsiteY4" fmla="*/ 752 h 28417"/>
                <a:gd name="connsiteX5" fmla="*/ 86401 w 210791"/>
                <a:gd name="connsiteY5" fmla="*/ 17170 h 28417"/>
                <a:gd name="connsiteX6" fmla="*/ 205908 w 210791"/>
                <a:gd name="connsiteY6" fmla="*/ 17170 h 28417"/>
                <a:gd name="connsiteX7" fmla="*/ 210782 w 210791"/>
                <a:gd name="connsiteY7" fmla="*/ 21342 h 28417"/>
                <a:gd name="connsiteX8" fmla="*/ 206630 w 210791"/>
                <a:gd name="connsiteY8" fmla="*/ 26150 h 28417"/>
                <a:gd name="connsiteX9" fmla="*/ 144981 w 210791"/>
                <a:gd name="connsiteY9" fmla="*/ 28418 h 28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791" h="28417">
                  <a:moveTo>
                    <a:pt x="144981" y="28418"/>
                  </a:moveTo>
                  <a:cubicBezTo>
                    <a:pt x="126929" y="28418"/>
                    <a:pt x="106710" y="27964"/>
                    <a:pt x="85769" y="26422"/>
                  </a:cubicBezTo>
                  <a:cubicBezTo>
                    <a:pt x="22585" y="21977"/>
                    <a:pt x="2818" y="9097"/>
                    <a:pt x="2006" y="8281"/>
                  </a:cubicBezTo>
                  <a:cubicBezTo>
                    <a:pt x="-52" y="6893"/>
                    <a:pt x="-621" y="4099"/>
                    <a:pt x="742" y="2022"/>
                  </a:cubicBezTo>
                  <a:cubicBezTo>
                    <a:pt x="2150" y="-55"/>
                    <a:pt x="4957" y="-627"/>
                    <a:pt x="7060" y="752"/>
                  </a:cubicBezTo>
                  <a:cubicBezTo>
                    <a:pt x="7060" y="752"/>
                    <a:pt x="26196" y="12907"/>
                    <a:pt x="86401" y="17170"/>
                  </a:cubicBezTo>
                  <a:cubicBezTo>
                    <a:pt x="126197" y="19719"/>
                    <a:pt x="166111" y="19719"/>
                    <a:pt x="205908" y="17170"/>
                  </a:cubicBezTo>
                  <a:cubicBezTo>
                    <a:pt x="208390" y="17016"/>
                    <a:pt x="210548" y="18857"/>
                    <a:pt x="210782" y="21342"/>
                  </a:cubicBezTo>
                  <a:cubicBezTo>
                    <a:pt x="210936" y="23819"/>
                    <a:pt x="209085" y="25959"/>
                    <a:pt x="206630" y="26150"/>
                  </a:cubicBezTo>
                  <a:cubicBezTo>
                    <a:pt x="206630" y="26150"/>
                    <a:pt x="180544" y="28418"/>
                    <a:pt x="144981" y="28418"/>
                  </a:cubicBezTo>
                  <a:close/>
                </a:path>
              </a:pathLst>
            </a:custGeom>
            <a:solidFill>
              <a:srgbClr val="231F20"/>
            </a:solidFill>
            <a:ln w="9025" cap="flat">
              <a:noFill/>
              <a:prstDash val="solid"/>
              <a:miter/>
            </a:ln>
          </p:spPr>
          <p:txBody>
            <a:bodyPr rtlCol="0" anchor="ctr"/>
            <a:lstStyle/>
            <a:p>
              <a:endParaRPr lang="zh-CN" altLang="en-US"/>
            </a:p>
          </p:txBody>
        </p:sp>
        <p:sp>
          <p:nvSpPr>
            <p:cNvPr id="392" name="任意多边形: 形状 391">
              <a:extLst>
                <a:ext uri="{FF2B5EF4-FFF2-40B4-BE49-F238E27FC236}">
                  <a16:creationId xmlns:a16="http://schemas.microsoft.com/office/drawing/2014/main" id="{2996BC9F-6889-67C6-E5CA-89598A7275D2}"/>
                </a:ext>
              </a:extLst>
            </p:cNvPr>
            <p:cNvSpPr/>
            <p:nvPr/>
          </p:nvSpPr>
          <p:spPr>
            <a:xfrm rot="10800000">
              <a:off x="2110900" y="2488701"/>
              <a:ext cx="44812" cy="9020"/>
            </a:xfrm>
            <a:custGeom>
              <a:avLst/>
              <a:gdLst>
                <a:gd name="connsiteX0" fmla="*/ 266454 w 296060"/>
                <a:gd name="connsiteY0" fmla="*/ 0 h 59594"/>
                <a:gd name="connsiteX1" fmla="*/ 296060 w 296060"/>
                <a:gd name="connsiteY1" fmla="*/ 0 h 59594"/>
                <a:gd name="connsiteX2" fmla="*/ 296060 w 296060"/>
                <a:gd name="connsiteY2" fmla="*/ 59595 h 59594"/>
                <a:gd name="connsiteX3" fmla="*/ 266454 w 296060"/>
                <a:gd name="connsiteY3" fmla="*/ 59595 h 59594"/>
                <a:gd name="connsiteX4" fmla="*/ 29606 w 296060"/>
                <a:gd name="connsiteY4" fmla="*/ 59595 h 59594"/>
                <a:gd name="connsiteX5" fmla="*/ 0 w 296060"/>
                <a:gd name="connsiteY5" fmla="*/ 59595 h 59594"/>
                <a:gd name="connsiteX6" fmla="*/ 0 w 296060"/>
                <a:gd name="connsiteY6" fmla="*/ 0 h 59594"/>
                <a:gd name="connsiteX7" fmla="*/ 29606 w 296060"/>
                <a:gd name="connsiteY7" fmla="*/ 0 h 5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060" h="59594">
                  <a:moveTo>
                    <a:pt x="266454" y="0"/>
                  </a:moveTo>
                  <a:cubicBezTo>
                    <a:pt x="282805" y="0"/>
                    <a:pt x="296060" y="0"/>
                    <a:pt x="296060" y="0"/>
                  </a:cubicBezTo>
                  <a:lnTo>
                    <a:pt x="296060" y="59595"/>
                  </a:lnTo>
                  <a:cubicBezTo>
                    <a:pt x="296060" y="59595"/>
                    <a:pt x="282805" y="59595"/>
                    <a:pt x="266454" y="59595"/>
                  </a:cubicBezTo>
                  <a:lnTo>
                    <a:pt x="29606" y="59595"/>
                  </a:lnTo>
                  <a:cubicBezTo>
                    <a:pt x="13255" y="59595"/>
                    <a:pt x="0" y="59595"/>
                    <a:pt x="0" y="59595"/>
                  </a:cubicBezTo>
                  <a:lnTo>
                    <a:pt x="0" y="0"/>
                  </a:lnTo>
                  <a:cubicBezTo>
                    <a:pt x="0" y="0"/>
                    <a:pt x="13255" y="0"/>
                    <a:pt x="29606" y="0"/>
                  </a:cubicBezTo>
                  <a:close/>
                </a:path>
              </a:pathLst>
            </a:custGeom>
            <a:solidFill>
              <a:schemeClr val="bg1"/>
            </a:solidFill>
            <a:ln w="9025" cap="flat">
              <a:noFill/>
              <a:prstDash val="solid"/>
              <a:miter/>
            </a:ln>
          </p:spPr>
          <p:txBody>
            <a:bodyPr rtlCol="0" anchor="ctr"/>
            <a:lstStyle/>
            <a:p>
              <a:endParaRPr lang="zh-CN" altLang="en-US"/>
            </a:p>
          </p:txBody>
        </p:sp>
        <p:sp>
          <p:nvSpPr>
            <p:cNvPr id="393" name="任意多边形: 形状 392">
              <a:extLst>
                <a:ext uri="{FF2B5EF4-FFF2-40B4-BE49-F238E27FC236}">
                  <a16:creationId xmlns:a16="http://schemas.microsoft.com/office/drawing/2014/main" id="{127A21EA-A5DA-0C05-F1F6-0B70715D9A96}"/>
                </a:ext>
              </a:extLst>
            </p:cNvPr>
            <p:cNvSpPr/>
            <p:nvPr/>
          </p:nvSpPr>
          <p:spPr>
            <a:xfrm>
              <a:off x="2110469" y="2488042"/>
              <a:ext cx="45674" cy="10393"/>
            </a:xfrm>
            <a:custGeom>
              <a:avLst/>
              <a:gdLst>
                <a:gd name="connsiteX0" fmla="*/ 269299 w 301749"/>
                <a:gd name="connsiteY0" fmla="*/ 68665 h 68665"/>
                <a:gd name="connsiteX1" fmla="*/ 32451 w 301749"/>
                <a:gd name="connsiteY1" fmla="*/ 68665 h 68665"/>
                <a:gd name="connsiteX2" fmla="*/ 46 w 301749"/>
                <a:gd name="connsiteY2" fmla="*/ 32564 h 68665"/>
                <a:gd name="connsiteX3" fmla="*/ 32451 w 301749"/>
                <a:gd name="connsiteY3" fmla="*/ 0 h 68665"/>
                <a:gd name="connsiteX4" fmla="*/ 269299 w 301749"/>
                <a:gd name="connsiteY4" fmla="*/ 0 h 68665"/>
                <a:gd name="connsiteX5" fmla="*/ 301703 w 301749"/>
                <a:gd name="connsiteY5" fmla="*/ 36101 h 68665"/>
                <a:gd name="connsiteX6" fmla="*/ 269299 w 301749"/>
                <a:gd name="connsiteY6" fmla="*/ 68665 h 68665"/>
                <a:gd name="connsiteX7" fmla="*/ 32451 w 301749"/>
                <a:gd name="connsiteY7" fmla="*/ 9071 h 68665"/>
                <a:gd name="connsiteX8" fmla="*/ 8820 w 301749"/>
                <a:gd name="connsiteY8" fmla="*/ 35847 h 68665"/>
                <a:gd name="connsiteX9" fmla="*/ 32451 w 301749"/>
                <a:gd name="connsiteY9" fmla="*/ 59594 h 68665"/>
                <a:gd name="connsiteX10" fmla="*/ 269299 w 301749"/>
                <a:gd name="connsiteY10" fmla="*/ 59594 h 68665"/>
                <a:gd name="connsiteX11" fmla="*/ 292929 w 301749"/>
                <a:gd name="connsiteY11" fmla="*/ 32818 h 68665"/>
                <a:gd name="connsiteX12" fmla="*/ 269299 w 301749"/>
                <a:gd name="connsiteY12" fmla="*/ 9071 h 6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1749" h="68665">
                  <a:moveTo>
                    <a:pt x="269299" y="68665"/>
                  </a:moveTo>
                  <a:lnTo>
                    <a:pt x="32451" y="68665"/>
                  </a:lnTo>
                  <a:cubicBezTo>
                    <a:pt x="13586" y="67695"/>
                    <a:pt x="-928" y="51531"/>
                    <a:pt x="46" y="32564"/>
                  </a:cubicBezTo>
                  <a:cubicBezTo>
                    <a:pt x="940" y="14967"/>
                    <a:pt x="14940" y="907"/>
                    <a:pt x="32451" y="0"/>
                  </a:cubicBezTo>
                  <a:lnTo>
                    <a:pt x="269299" y="0"/>
                  </a:lnTo>
                  <a:cubicBezTo>
                    <a:pt x="288163" y="971"/>
                    <a:pt x="302678" y="17135"/>
                    <a:pt x="301703" y="36101"/>
                  </a:cubicBezTo>
                  <a:cubicBezTo>
                    <a:pt x="300809" y="53699"/>
                    <a:pt x="286810" y="67758"/>
                    <a:pt x="269299" y="68665"/>
                  </a:cubicBezTo>
                  <a:close/>
                  <a:moveTo>
                    <a:pt x="32451" y="9071"/>
                  </a:moveTo>
                  <a:cubicBezTo>
                    <a:pt x="18568" y="9905"/>
                    <a:pt x="7989" y="21897"/>
                    <a:pt x="8820" y="35847"/>
                  </a:cubicBezTo>
                  <a:cubicBezTo>
                    <a:pt x="9578" y="48628"/>
                    <a:pt x="19733" y="58833"/>
                    <a:pt x="32451" y="59594"/>
                  </a:cubicBezTo>
                  <a:lnTo>
                    <a:pt x="269299" y="59594"/>
                  </a:lnTo>
                  <a:cubicBezTo>
                    <a:pt x="283181" y="58760"/>
                    <a:pt x="293760" y="46769"/>
                    <a:pt x="292929" y="32818"/>
                  </a:cubicBezTo>
                  <a:cubicBezTo>
                    <a:pt x="292171" y="20037"/>
                    <a:pt x="282017" y="9833"/>
                    <a:pt x="269299" y="9071"/>
                  </a:cubicBezTo>
                  <a:close/>
                </a:path>
              </a:pathLst>
            </a:custGeom>
            <a:solidFill>
              <a:srgbClr val="231F20"/>
            </a:solidFill>
            <a:ln w="9025" cap="flat">
              <a:noFill/>
              <a:prstDash val="solid"/>
              <a:miter/>
            </a:ln>
          </p:spPr>
          <p:txBody>
            <a:bodyPr rtlCol="0" anchor="ctr"/>
            <a:lstStyle/>
            <a:p>
              <a:endParaRPr lang="zh-CN" altLang="en-US"/>
            </a:p>
          </p:txBody>
        </p:sp>
        <p:sp>
          <p:nvSpPr>
            <p:cNvPr id="394" name="任意多边形: 形状 393">
              <a:extLst>
                <a:ext uri="{FF2B5EF4-FFF2-40B4-BE49-F238E27FC236}">
                  <a16:creationId xmlns:a16="http://schemas.microsoft.com/office/drawing/2014/main" id="{7CDD4830-3C09-457F-6F41-F0A1078B32CA}"/>
                </a:ext>
              </a:extLst>
            </p:cNvPr>
            <p:cNvSpPr/>
            <p:nvPr/>
          </p:nvSpPr>
          <p:spPr>
            <a:xfrm rot="10800000">
              <a:off x="2110900" y="2502225"/>
              <a:ext cx="44812" cy="9020"/>
            </a:xfrm>
            <a:custGeom>
              <a:avLst/>
              <a:gdLst>
                <a:gd name="connsiteX0" fmla="*/ 266454 w 296060"/>
                <a:gd name="connsiteY0" fmla="*/ 0 h 59594"/>
                <a:gd name="connsiteX1" fmla="*/ 296060 w 296060"/>
                <a:gd name="connsiteY1" fmla="*/ 0 h 59594"/>
                <a:gd name="connsiteX2" fmla="*/ 296060 w 296060"/>
                <a:gd name="connsiteY2" fmla="*/ 59594 h 59594"/>
                <a:gd name="connsiteX3" fmla="*/ 266454 w 296060"/>
                <a:gd name="connsiteY3" fmla="*/ 59594 h 59594"/>
                <a:gd name="connsiteX4" fmla="*/ 29606 w 296060"/>
                <a:gd name="connsiteY4" fmla="*/ 59594 h 59594"/>
                <a:gd name="connsiteX5" fmla="*/ 0 w 296060"/>
                <a:gd name="connsiteY5" fmla="*/ 59594 h 59594"/>
                <a:gd name="connsiteX6" fmla="*/ 0 w 296060"/>
                <a:gd name="connsiteY6" fmla="*/ 0 h 59594"/>
                <a:gd name="connsiteX7" fmla="*/ 29606 w 296060"/>
                <a:gd name="connsiteY7" fmla="*/ 0 h 5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060" h="59594">
                  <a:moveTo>
                    <a:pt x="266454" y="0"/>
                  </a:moveTo>
                  <a:cubicBezTo>
                    <a:pt x="282805" y="0"/>
                    <a:pt x="296060" y="0"/>
                    <a:pt x="296060" y="0"/>
                  </a:cubicBezTo>
                  <a:lnTo>
                    <a:pt x="296060" y="59594"/>
                  </a:lnTo>
                  <a:cubicBezTo>
                    <a:pt x="296060" y="59594"/>
                    <a:pt x="282805" y="59594"/>
                    <a:pt x="266454" y="59594"/>
                  </a:cubicBezTo>
                  <a:lnTo>
                    <a:pt x="29606" y="59594"/>
                  </a:lnTo>
                  <a:cubicBezTo>
                    <a:pt x="13255" y="59594"/>
                    <a:pt x="0" y="59594"/>
                    <a:pt x="0" y="59594"/>
                  </a:cubicBezTo>
                  <a:lnTo>
                    <a:pt x="0" y="0"/>
                  </a:lnTo>
                  <a:cubicBezTo>
                    <a:pt x="0" y="0"/>
                    <a:pt x="13255" y="0"/>
                    <a:pt x="29606" y="0"/>
                  </a:cubicBezTo>
                  <a:close/>
                </a:path>
              </a:pathLst>
            </a:custGeom>
            <a:solidFill>
              <a:schemeClr val="bg1"/>
            </a:solidFill>
            <a:ln w="9025" cap="flat">
              <a:noFill/>
              <a:prstDash val="solid"/>
              <a:miter/>
            </a:ln>
          </p:spPr>
          <p:txBody>
            <a:bodyPr rtlCol="0" anchor="ctr"/>
            <a:lstStyle/>
            <a:p>
              <a:endParaRPr lang="zh-CN" altLang="en-US"/>
            </a:p>
          </p:txBody>
        </p:sp>
        <p:sp>
          <p:nvSpPr>
            <p:cNvPr id="395" name="任意多边形: 形状 394">
              <a:extLst>
                <a:ext uri="{FF2B5EF4-FFF2-40B4-BE49-F238E27FC236}">
                  <a16:creationId xmlns:a16="http://schemas.microsoft.com/office/drawing/2014/main" id="{A61998AE-A8A4-03D1-7EA9-2D8F8D3B2FF5}"/>
                </a:ext>
              </a:extLst>
            </p:cNvPr>
            <p:cNvSpPr/>
            <p:nvPr/>
          </p:nvSpPr>
          <p:spPr>
            <a:xfrm>
              <a:off x="2110469" y="2501538"/>
              <a:ext cx="45674" cy="10393"/>
            </a:xfrm>
            <a:custGeom>
              <a:avLst/>
              <a:gdLst>
                <a:gd name="connsiteX0" fmla="*/ 269299 w 301749"/>
                <a:gd name="connsiteY0" fmla="*/ 68665 h 68665"/>
                <a:gd name="connsiteX1" fmla="*/ 32451 w 301749"/>
                <a:gd name="connsiteY1" fmla="*/ 68665 h 68665"/>
                <a:gd name="connsiteX2" fmla="*/ 46 w 301749"/>
                <a:gd name="connsiteY2" fmla="*/ 32564 h 68665"/>
                <a:gd name="connsiteX3" fmla="*/ 32451 w 301749"/>
                <a:gd name="connsiteY3" fmla="*/ 0 h 68665"/>
                <a:gd name="connsiteX4" fmla="*/ 269299 w 301749"/>
                <a:gd name="connsiteY4" fmla="*/ 0 h 68665"/>
                <a:gd name="connsiteX5" fmla="*/ 301703 w 301749"/>
                <a:gd name="connsiteY5" fmla="*/ 36101 h 68665"/>
                <a:gd name="connsiteX6" fmla="*/ 269299 w 301749"/>
                <a:gd name="connsiteY6" fmla="*/ 68665 h 68665"/>
                <a:gd name="connsiteX7" fmla="*/ 32451 w 301749"/>
                <a:gd name="connsiteY7" fmla="*/ 9071 h 68665"/>
                <a:gd name="connsiteX8" fmla="*/ 8820 w 301749"/>
                <a:gd name="connsiteY8" fmla="*/ 35847 h 68665"/>
                <a:gd name="connsiteX9" fmla="*/ 32451 w 301749"/>
                <a:gd name="connsiteY9" fmla="*/ 59594 h 68665"/>
                <a:gd name="connsiteX10" fmla="*/ 269299 w 301749"/>
                <a:gd name="connsiteY10" fmla="*/ 59594 h 68665"/>
                <a:gd name="connsiteX11" fmla="*/ 292929 w 301749"/>
                <a:gd name="connsiteY11" fmla="*/ 32818 h 68665"/>
                <a:gd name="connsiteX12" fmla="*/ 269299 w 301749"/>
                <a:gd name="connsiteY12" fmla="*/ 9071 h 6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1749" h="68665">
                  <a:moveTo>
                    <a:pt x="269299" y="68665"/>
                  </a:moveTo>
                  <a:lnTo>
                    <a:pt x="32451" y="68665"/>
                  </a:lnTo>
                  <a:cubicBezTo>
                    <a:pt x="13586" y="67695"/>
                    <a:pt x="-928" y="51531"/>
                    <a:pt x="46" y="32564"/>
                  </a:cubicBezTo>
                  <a:cubicBezTo>
                    <a:pt x="940" y="14967"/>
                    <a:pt x="14940" y="907"/>
                    <a:pt x="32451" y="0"/>
                  </a:cubicBezTo>
                  <a:lnTo>
                    <a:pt x="269299" y="0"/>
                  </a:lnTo>
                  <a:cubicBezTo>
                    <a:pt x="288163" y="971"/>
                    <a:pt x="302678" y="17135"/>
                    <a:pt x="301703" y="36101"/>
                  </a:cubicBezTo>
                  <a:cubicBezTo>
                    <a:pt x="300809" y="53698"/>
                    <a:pt x="286810" y="67758"/>
                    <a:pt x="269299" y="68665"/>
                  </a:cubicBezTo>
                  <a:close/>
                  <a:moveTo>
                    <a:pt x="32451" y="9071"/>
                  </a:moveTo>
                  <a:cubicBezTo>
                    <a:pt x="18568" y="9905"/>
                    <a:pt x="7989" y="21897"/>
                    <a:pt x="8820" y="35847"/>
                  </a:cubicBezTo>
                  <a:cubicBezTo>
                    <a:pt x="9578" y="48628"/>
                    <a:pt x="19733" y="58833"/>
                    <a:pt x="32451" y="59594"/>
                  </a:cubicBezTo>
                  <a:lnTo>
                    <a:pt x="269299" y="59594"/>
                  </a:lnTo>
                  <a:cubicBezTo>
                    <a:pt x="283181" y="58760"/>
                    <a:pt x="293760" y="46769"/>
                    <a:pt x="292929" y="32818"/>
                  </a:cubicBezTo>
                  <a:cubicBezTo>
                    <a:pt x="292171" y="20037"/>
                    <a:pt x="282017" y="9833"/>
                    <a:pt x="269299" y="9071"/>
                  </a:cubicBezTo>
                  <a:close/>
                </a:path>
              </a:pathLst>
            </a:custGeom>
            <a:solidFill>
              <a:srgbClr val="231F20"/>
            </a:solidFill>
            <a:ln w="9025" cap="flat">
              <a:noFill/>
              <a:prstDash val="solid"/>
              <a:miter/>
            </a:ln>
          </p:spPr>
          <p:txBody>
            <a:bodyPr rtlCol="0" anchor="ctr"/>
            <a:lstStyle/>
            <a:p>
              <a:endParaRPr lang="zh-CN" altLang="en-US"/>
            </a:p>
          </p:txBody>
        </p:sp>
        <p:sp>
          <p:nvSpPr>
            <p:cNvPr id="396" name="任意多边形: 形状 395">
              <a:extLst>
                <a:ext uri="{FF2B5EF4-FFF2-40B4-BE49-F238E27FC236}">
                  <a16:creationId xmlns:a16="http://schemas.microsoft.com/office/drawing/2014/main" id="{25068BB3-FAC1-B32A-1C60-8D3944D9455E}"/>
                </a:ext>
              </a:extLst>
            </p:cNvPr>
            <p:cNvSpPr/>
            <p:nvPr/>
          </p:nvSpPr>
          <p:spPr>
            <a:xfrm rot="10800000">
              <a:off x="2110900" y="2515762"/>
              <a:ext cx="44812" cy="9020"/>
            </a:xfrm>
            <a:custGeom>
              <a:avLst/>
              <a:gdLst>
                <a:gd name="connsiteX0" fmla="*/ 266454 w 296060"/>
                <a:gd name="connsiteY0" fmla="*/ 0 h 59594"/>
                <a:gd name="connsiteX1" fmla="*/ 296060 w 296060"/>
                <a:gd name="connsiteY1" fmla="*/ 0 h 59594"/>
                <a:gd name="connsiteX2" fmla="*/ 296060 w 296060"/>
                <a:gd name="connsiteY2" fmla="*/ 59594 h 59594"/>
                <a:gd name="connsiteX3" fmla="*/ 266454 w 296060"/>
                <a:gd name="connsiteY3" fmla="*/ 59594 h 59594"/>
                <a:gd name="connsiteX4" fmla="*/ 29606 w 296060"/>
                <a:gd name="connsiteY4" fmla="*/ 59594 h 59594"/>
                <a:gd name="connsiteX5" fmla="*/ 0 w 296060"/>
                <a:gd name="connsiteY5" fmla="*/ 59594 h 59594"/>
                <a:gd name="connsiteX6" fmla="*/ 0 w 296060"/>
                <a:gd name="connsiteY6" fmla="*/ 0 h 59594"/>
                <a:gd name="connsiteX7" fmla="*/ 29606 w 296060"/>
                <a:gd name="connsiteY7" fmla="*/ 0 h 5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060" h="59594">
                  <a:moveTo>
                    <a:pt x="266454" y="0"/>
                  </a:moveTo>
                  <a:cubicBezTo>
                    <a:pt x="282805" y="0"/>
                    <a:pt x="296060" y="0"/>
                    <a:pt x="296060" y="0"/>
                  </a:cubicBezTo>
                  <a:lnTo>
                    <a:pt x="296060" y="59594"/>
                  </a:lnTo>
                  <a:cubicBezTo>
                    <a:pt x="296060" y="59594"/>
                    <a:pt x="282805" y="59594"/>
                    <a:pt x="266454" y="59594"/>
                  </a:cubicBezTo>
                  <a:lnTo>
                    <a:pt x="29606" y="59594"/>
                  </a:lnTo>
                  <a:cubicBezTo>
                    <a:pt x="13255" y="59594"/>
                    <a:pt x="0" y="59594"/>
                    <a:pt x="0" y="59594"/>
                  </a:cubicBezTo>
                  <a:lnTo>
                    <a:pt x="0" y="0"/>
                  </a:lnTo>
                  <a:cubicBezTo>
                    <a:pt x="0" y="0"/>
                    <a:pt x="13255" y="0"/>
                    <a:pt x="29606" y="0"/>
                  </a:cubicBezTo>
                  <a:close/>
                </a:path>
              </a:pathLst>
            </a:custGeom>
            <a:solidFill>
              <a:schemeClr val="bg1"/>
            </a:solidFill>
            <a:ln w="9025" cap="flat">
              <a:noFill/>
              <a:prstDash val="solid"/>
              <a:miter/>
            </a:ln>
          </p:spPr>
          <p:txBody>
            <a:bodyPr rtlCol="0" anchor="ctr"/>
            <a:lstStyle/>
            <a:p>
              <a:endParaRPr lang="zh-CN" altLang="en-US"/>
            </a:p>
          </p:txBody>
        </p:sp>
        <p:sp>
          <p:nvSpPr>
            <p:cNvPr id="397" name="任意多边形: 形状 396">
              <a:extLst>
                <a:ext uri="{FF2B5EF4-FFF2-40B4-BE49-F238E27FC236}">
                  <a16:creationId xmlns:a16="http://schemas.microsoft.com/office/drawing/2014/main" id="{7B3F6043-2350-D78D-019F-971877748010}"/>
                </a:ext>
              </a:extLst>
            </p:cNvPr>
            <p:cNvSpPr/>
            <p:nvPr/>
          </p:nvSpPr>
          <p:spPr>
            <a:xfrm>
              <a:off x="2110469" y="2515062"/>
              <a:ext cx="45674" cy="10393"/>
            </a:xfrm>
            <a:custGeom>
              <a:avLst/>
              <a:gdLst>
                <a:gd name="connsiteX0" fmla="*/ 269299 w 301749"/>
                <a:gd name="connsiteY0" fmla="*/ 68665 h 68665"/>
                <a:gd name="connsiteX1" fmla="*/ 32451 w 301749"/>
                <a:gd name="connsiteY1" fmla="*/ 68665 h 68665"/>
                <a:gd name="connsiteX2" fmla="*/ 46 w 301749"/>
                <a:gd name="connsiteY2" fmla="*/ 32564 h 68665"/>
                <a:gd name="connsiteX3" fmla="*/ 32451 w 301749"/>
                <a:gd name="connsiteY3" fmla="*/ 0 h 68665"/>
                <a:gd name="connsiteX4" fmla="*/ 269299 w 301749"/>
                <a:gd name="connsiteY4" fmla="*/ 0 h 68665"/>
                <a:gd name="connsiteX5" fmla="*/ 301703 w 301749"/>
                <a:gd name="connsiteY5" fmla="*/ 36101 h 68665"/>
                <a:gd name="connsiteX6" fmla="*/ 269299 w 301749"/>
                <a:gd name="connsiteY6" fmla="*/ 68665 h 68665"/>
                <a:gd name="connsiteX7" fmla="*/ 32451 w 301749"/>
                <a:gd name="connsiteY7" fmla="*/ 9071 h 68665"/>
                <a:gd name="connsiteX8" fmla="*/ 8820 w 301749"/>
                <a:gd name="connsiteY8" fmla="*/ 35847 h 68665"/>
                <a:gd name="connsiteX9" fmla="*/ 32451 w 301749"/>
                <a:gd name="connsiteY9" fmla="*/ 59594 h 68665"/>
                <a:gd name="connsiteX10" fmla="*/ 269299 w 301749"/>
                <a:gd name="connsiteY10" fmla="*/ 59594 h 68665"/>
                <a:gd name="connsiteX11" fmla="*/ 292929 w 301749"/>
                <a:gd name="connsiteY11" fmla="*/ 32818 h 68665"/>
                <a:gd name="connsiteX12" fmla="*/ 269299 w 301749"/>
                <a:gd name="connsiteY12" fmla="*/ 9071 h 6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1749" h="68665">
                  <a:moveTo>
                    <a:pt x="269299" y="68665"/>
                  </a:moveTo>
                  <a:lnTo>
                    <a:pt x="32451" y="68665"/>
                  </a:lnTo>
                  <a:cubicBezTo>
                    <a:pt x="13586" y="67695"/>
                    <a:pt x="-928" y="51531"/>
                    <a:pt x="46" y="32564"/>
                  </a:cubicBezTo>
                  <a:cubicBezTo>
                    <a:pt x="940" y="14967"/>
                    <a:pt x="14940" y="907"/>
                    <a:pt x="32451" y="0"/>
                  </a:cubicBezTo>
                  <a:lnTo>
                    <a:pt x="269299" y="0"/>
                  </a:lnTo>
                  <a:cubicBezTo>
                    <a:pt x="288163" y="971"/>
                    <a:pt x="302678" y="17134"/>
                    <a:pt x="301703" y="36101"/>
                  </a:cubicBezTo>
                  <a:cubicBezTo>
                    <a:pt x="300809" y="53698"/>
                    <a:pt x="286810" y="67758"/>
                    <a:pt x="269299" y="68665"/>
                  </a:cubicBezTo>
                  <a:close/>
                  <a:moveTo>
                    <a:pt x="32451" y="9071"/>
                  </a:moveTo>
                  <a:cubicBezTo>
                    <a:pt x="18568" y="9905"/>
                    <a:pt x="7989" y="21897"/>
                    <a:pt x="8820" y="35847"/>
                  </a:cubicBezTo>
                  <a:cubicBezTo>
                    <a:pt x="9578" y="48628"/>
                    <a:pt x="19733" y="58832"/>
                    <a:pt x="32451" y="59594"/>
                  </a:cubicBezTo>
                  <a:lnTo>
                    <a:pt x="269299" y="59594"/>
                  </a:lnTo>
                  <a:cubicBezTo>
                    <a:pt x="283181" y="58760"/>
                    <a:pt x="293760" y="46769"/>
                    <a:pt x="292929" y="32818"/>
                  </a:cubicBezTo>
                  <a:cubicBezTo>
                    <a:pt x="292171" y="20037"/>
                    <a:pt x="282017" y="9833"/>
                    <a:pt x="269299" y="9071"/>
                  </a:cubicBezTo>
                  <a:close/>
                </a:path>
              </a:pathLst>
            </a:custGeom>
            <a:solidFill>
              <a:srgbClr val="231F20"/>
            </a:solidFill>
            <a:ln w="9025" cap="flat">
              <a:noFill/>
              <a:prstDash val="solid"/>
              <a:miter/>
            </a:ln>
          </p:spPr>
          <p:txBody>
            <a:bodyPr rtlCol="0" anchor="ctr"/>
            <a:lstStyle/>
            <a:p>
              <a:endParaRPr lang="zh-CN" altLang="en-US"/>
            </a:p>
          </p:txBody>
        </p:sp>
        <p:sp>
          <p:nvSpPr>
            <p:cNvPr id="398" name="任意多边形: 形状 397">
              <a:extLst>
                <a:ext uri="{FF2B5EF4-FFF2-40B4-BE49-F238E27FC236}">
                  <a16:creationId xmlns:a16="http://schemas.microsoft.com/office/drawing/2014/main" id="{0F0FF478-9713-ABAF-818A-D8694125C10F}"/>
                </a:ext>
              </a:extLst>
            </p:cNvPr>
            <p:cNvSpPr/>
            <p:nvPr/>
          </p:nvSpPr>
          <p:spPr>
            <a:xfrm rot="10800000">
              <a:off x="2116775" y="2345405"/>
              <a:ext cx="20821" cy="20924"/>
            </a:xfrm>
            <a:custGeom>
              <a:avLst/>
              <a:gdLst>
                <a:gd name="connsiteX0" fmla="*/ 0 w 137559"/>
                <a:gd name="connsiteY0" fmla="*/ 0 h 138237"/>
                <a:gd name="connsiteX1" fmla="*/ 137560 w 137559"/>
                <a:gd name="connsiteY1" fmla="*/ 0 h 138237"/>
                <a:gd name="connsiteX2" fmla="*/ 137560 w 137559"/>
                <a:gd name="connsiteY2" fmla="*/ 138237 h 138237"/>
                <a:gd name="connsiteX3" fmla="*/ 0 w 137559"/>
                <a:gd name="connsiteY3" fmla="*/ 138237 h 138237"/>
              </a:gdLst>
              <a:ahLst/>
              <a:cxnLst>
                <a:cxn ang="0">
                  <a:pos x="connsiteX0" y="connsiteY0"/>
                </a:cxn>
                <a:cxn ang="0">
                  <a:pos x="connsiteX1" y="connsiteY1"/>
                </a:cxn>
                <a:cxn ang="0">
                  <a:pos x="connsiteX2" y="connsiteY2"/>
                </a:cxn>
                <a:cxn ang="0">
                  <a:pos x="connsiteX3" y="connsiteY3"/>
                </a:cxn>
              </a:cxnLst>
              <a:rect l="l" t="t" r="r" b="b"/>
              <a:pathLst>
                <a:path w="137559" h="138237">
                  <a:moveTo>
                    <a:pt x="0" y="0"/>
                  </a:moveTo>
                  <a:lnTo>
                    <a:pt x="137560" y="0"/>
                  </a:lnTo>
                  <a:lnTo>
                    <a:pt x="137560" y="138237"/>
                  </a:lnTo>
                  <a:lnTo>
                    <a:pt x="0" y="138237"/>
                  </a:lnTo>
                  <a:close/>
                </a:path>
              </a:pathLst>
            </a:custGeom>
            <a:solidFill>
              <a:srgbClr val="231F20"/>
            </a:solidFill>
            <a:ln w="9025" cap="flat">
              <a:noFill/>
              <a:prstDash val="solid"/>
              <a:miter/>
            </a:ln>
          </p:spPr>
          <p:txBody>
            <a:bodyPr rtlCol="0" anchor="ctr"/>
            <a:lstStyle/>
            <a:p>
              <a:endParaRPr lang="zh-CN" altLang="en-US"/>
            </a:p>
          </p:txBody>
        </p:sp>
        <p:sp>
          <p:nvSpPr>
            <p:cNvPr id="399" name="任意多边形: 形状 398">
              <a:extLst>
                <a:ext uri="{FF2B5EF4-FFF2-40B4-BE49-F238E27FC236}">
                  <a16:creationId xmlns:a16="http://schemas.microsoft.com/office/drawing/2014/main" id="{670FEEBB-68F0-5F5C-64F6-751D5AF730C9}"/>
                </a:ext>
              </a:extLst>
            </p:cNvPr>
            <p:cNvSpPr/>
            <p:nvPr/>
          </p:nvSpPr>
          <p:spPr>
            <a:xfrm>
              <a:off x="2110859" y="2339460"/>
              <a:ext cx="32639" cy="32814"/>
            </a:xfrm>
            <a:custGeom>
              <a:avLst/>
              <a:gdLst>
                <a:gd name="connsiteX0" fmla="*/ 193974 w 215636"/>
                <a:gd name="connsiteY0" fmla="*/ 216789 h 216789"/>
                <a:gd name="connsiteX1" fmla="*/ 21663 w 215636"/>
                <a:gd name="connsiteY1" fmla="*/ 216789 h 216789"/>
                <a:gd name="connsiteX2" fmla="*/ 0 w 215636"/>
                <a:gd name="connsiteY2" fmla="*/ 195020 h 216789"/>
                <a:gd name="connsiteX3" fmla="*/ 0 w 215636"/>
                <a:gd name="connsiteY3" fmla="*/ 21770 h 216789"/>
                <a:gd name="connsiteX4" fmla="*/ 21663 w 215636"/>
                <a:gd name="connsiteY4" fmla="*/ 0 h 216789"/>
                <a:gd name="connsiteX5" fmla="*/ 193974 w 215636"/>
                <a:gd name="connsiteY5" fmla="*/ 0 h 216789"/>
                <a:gd name="connsiteX6" fmla="*/ 215636 w 215636"/>
                <a:gd name="connsiteY6" fmla="*/ 21770 h 216789"/>
                <a:gd name="connsiteX7" fmla="*/ 215636 w 215636"/>
                <a:gd name="connsiteY7" fmla="*/ 195020 h 216789"/>
                <a:gd name="connsiteX8" fmla="*/ 193974 w 215636"/>
                <a:gd name="connsiteY8" fmla="*/ 216789 h 216789"/>
                <a:gd name="connsiteX9" fmla="*/ 21663 w 215636"/>
                <a:gd name="connsiteY9" fmla="*/ 9071 h 216789"/>
                <a:gd name="connsiteX10" fmla="*/ 9026 w 215636"/>
                <a:gd name="connsiteY10" fmla="*/ 21770 h 216789"/>
                <a:gd name="connsiteX11" fmla="*/ 9026 w 215636"/>
                <a:gd name="connsiteY11" fmla="*/ 195020 h 216789"/>
                <a:gd name="connsiteX12" fmla="*/ 21663 w 215636"/>
                <a:gd name="connsiteY12" fmla="*/ 207719 h 216789"/>
                <a:gd name="connsiteX13" fmla="*/ 193974 w 215636"/>
                <a:gd name="connsiteY13" fmla="*/ 207719 h 216789"/>
                <a:gd name="connsiteX14" fmla="*/ 206610 w 215636"/>
                <a:gd name="connsiteY14" fmla="*/ 195020 h 216789"/>
                <a:gd name="connsiteX15" fmla="*/ 206610 w 215636"/>
                <a:gd name="connsiteY15" fmla="*/ 21770 h 216789"/>
                <a:gd name="connsiteX16" fmla="*/ 193974 w 215636"/>
                <a:gd name="connsiteY16" fmla="*/ 9071 h 21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636" h="216789">
                  <a:moveTo>
                    <a:pt x="193974" y="216789"/>
                  </a:moveTo>
                  <a:lnTo>
                    <a:pt x="21663" y="216789"/>
                  </a:lnTo>
                  <a:cubicBezTo>
                    <a:pt x="9703" y="216789"/>
                    <a:pt x="0" y="207043"/>
                    <a:pt x="0" y="195020"/>
                  </a:cubicBezTo>
                  <a:lnTo>
                    <a:pt x="0" y="21770"/>
                  </a:lnTo>
                  <a:cubicBezTo>
                    <a:pt x="0" y="9746"/>
                    <a:pt x="9703" y="0"/>
                    <a:pt x="21663" y="0"/>
                  </a:cubicBezTo>
                  <a:lnTo>
                    <a:pt x="193974" y="0"/>
                  </a:lnTo>
                  <a:cubicBezTo>
                    <a:pt x="205933" y="0"/>
                    <a:pt x="215636" y="9746"/>
                    <a:pt x="215636" y="21770"/>
                  </a:cubicBezTo>
                  <a:lnTo>
                    <a:pt x="215636" y="195020"/>
                  </a:lnTo>
                  <a:cubicBezTo>
                    <a:pt x="215636" y="207043"/>
                    <a:pt x="205933" y="216789"/>
                    <a:pt x="193974" y="216789"/>
                  </a:cubicBezTo>
                  <a:close/>
                  <a:moveTo>
                    <a:pt x="21663" y="9071"/>
                  </a:moveTo>
                  <a:cubicBezTo>
                    <a:pt x="14686" y="9071"/>
                    <a:pt x="9026" y="14756"/>
                    <a:pt x="9026" y="21770"/>
                  </a:cubicBezTo>
                  <a:lnTo>
                    <a:pt x="9026" y="195020"/>
                  </a:lnTo>
                  <a:cubicBezTo>
                    <a:pt x="9026" y="202033"/>
                    <a:pt x="14686" y="207719"/>
                    <a:pt x="21663" y="207719"/>
                  </a:cubicBezTo>
                  <a:lnTo>
                    <a:pt x="193974" y="207719"/>
                  </a:lnTo>
                  <a:cubicBezTo>
                    <a:pt x="200951" y="207719"/>
                    <a:pt x="206610" y="202033"/>
                    <a:pt x="206610" y="195020"/>
                  </a:cubicBezTo>
                  <a:lnTo>
                    <a:pt x="206610" y="21770"/>
                  </a:lnTo>
                  <a:cubicBezTo>
                    <a:pt x="206610" y="14756"/>
                    <a:pt x="200951" y="9071"/>
                    <a:pt x="193974" y="9071"/>
                  </a:cubicBezTo>
                  <a:close/>
                </a:path>
              </a:pathLst>
            </a:custGeom>
            <a:solidFill>
              <a:srgbClr val="D1D3D4"/>
            </a:solidFill>
            <a:ln w="9025" cap="flat">
              <a:noFill/>
              <a:prstDash val="solid"/>
              <a:miter/>
            </a:ln>
          </p:spPr>
          <p:txBody>
            <a:bodyPr rtlCol="0" anchor="ctr"/>
            <a:lstStyle/>
            <a:p>
              <a:endParaRPr lang="zh-CN" altLang="en-US"/>
            </a:p>
          </p:txBody>
        </p:sp>
        <p:sp>
          <p:nvSpPr>
            <p:cNvPr id="400" name="任意多边形: 形状 399">
              <a:extLst>
                <a:ext uri="{FF2B5EF4-FFF2-40B4-BE49-F238E27FC236}">
                  <a16:creationId xmlns:a16="http://schemas.microsoft.com/office/drawing/2014/main" id="{31B7EA83-8C2B-2003-182F-166F122EE79B}"/>
                </a:ext>
              </a:extLst>
            </p:cNvPr>
            <p:cNvSpPr/>
            <p:nvPr/>
          </p:nvSpPr>
          <p:spPr>
            <a:xfrm>
              <a:off x="2128114" y="2348137"/>
              <a:ext cx="6667" cy="1373"/>
            </a:xfrm>
            <a:custGeom>
              <a:avLst/>
              <a:gdLst>
                <a:gd name="connsiteX0" fmla="*/ 39535 w 44048"/>
                <a:gd name="connsiteY0" fmla="*/ 9071 h 9070"/>
                <a:gd name="connsiteX1" fmla="*/ 4513 w 44048"/>
                <a:gd name="connsiteY1" fmla="*/ 9071 h 9070"/>
                <a:gd name="connsiteX2" fmla="*/ 0 w 44048"/>
                <a:gd name="connsiteY2" fmla="*/ 4535 h 9070"/>
                <a:gd name="connsiteX3" fmla="*/ 4513 w 44048"/>
                <a:gd name="connsiteY3" fmla="*/ 0 h 9070"/>
                <a:gd name="connsiteX4" fmla="*/ 39535 w 44048"/>
                <a:gd name="connsiteY4" fmla="*/ 0 h 9070"/>
                <a:gd name="connsiteX5" fmla="*/ 44048 w 44048"/>
                <a:gd name="connsiteY5" fmla="*/ 4535 h 9070"/>
                <a:gd name="connsiteX6" fmla="*/ 39535 w 44048"/>
                <a:gd name="connsiteY6" fmla="*/ 9071 h 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48" h="9070">
                  <a:moveTo>
                    <a:pt x="39535" y="9071"/>
                  </a:moveTo>
                  <a:lnTo>
                    <a:pt x="4513" y="9071"/>
                  </a:lnTo>
                  <a:cubicBezTo>
                    <a:pt x="2022" y="9071"/>
                    <a:pt x="0" y="7040"/>
                    <a:pt x="0" y="4535"/>
                  </a:cubicBezTo>
                  <a:cubicBezTo>
                    <a:pt x="0" y="2031"/>
                    <a:pt x="2022" y="0"/>
                    <a:pt x="4513" y="0"/>
                  </a:cubicBezTo>
                  <a:lnTo>
                    <a:pt x="39535" y="0"/>
                  </a:lnTo>
                  <a:cubicBezTo>
                    <a:pt x="42026" y="0"/>
                    <a:pt x="44048" y="2031"/>
                    <a:pt x="44048" y="4535"/>
                  </a:cubicBezTo>
                  <a:cubicBezTo>
                    <a:pt x="44048" y="7040"/>
                    <a:pt x="42026" y="9071"/>
                    <a:pt x="39535" y="9071"/>
                  </a:cubicBezTo>
                  <a:close/>
                </a:path>
              </a:pathLst>
            </a:custGeom>
            <a:solidFill>
              <a:srgbClr val="231F20"/>
            </a:solidFill>
            <a:ln w="9025" cap="flat">
              <a:noFill/>
              <a:prstDash val="solid"/>
              <a:miter/>
            </a:ln>
          </p:spPr>
          <p:txBody>
            <a:bodyPr rtlCol="0" anchor="ctr"/>
            <a:lstStyle/>
            <a:p>
              <a:endParaRPr lang="zh-CN" altLang="en-US"/>
            </a:p>
          </p:txBody>
        </p:sp>
        <p:sp>
          <p:nvSpPr>
            <p:cNvPr id="401" name="任意多边形: 形状 400">
              <a:extLst>
                <a:ext uri="{FF2B5EF4-FFF2-40B4-BE49-F238E27FC236}">
                  <a16:creationId xmlns:a16="http://schemas.microsoft.com/office/drawing/2014/main" id="{1647513C-5EC5-1086-48F7-8D3586C442DE}"/>
                </a:ext>
              </a:extLst>
            </p:cNvPr>
            <p:cNvSpPr/>
            <p:nvPr/>
          </p:nvSpPr>
          <p:spPr>
            <a:xfrm>
              <a:off x="2133689" y="2370901"/>
              <a:ext cx="16313" cy="7743"/>
            </a:xfrm>
            <a:custGeom>
              <a:avLst/>
              <a:gdLst>
                <a:gd name="connsiteX0" fmla="*/ 103260 w 107773"/>
                <a:gd name="connsiteY0" fmla="*/ 51159 h 51158"/>
                <a:gd name="connsiteX1" fmla="*/ 4513 w 107773"/>
                <a:gd name="connsiteY1" fmla="*/ 51159 h 51158"/>
                <a:gd name="connsiteX2" fmla="*/ 0 w 107773"/>
                <a:gd name="connsiteY2" fmla="*/ 46623 h 51158"/>
                <a:gd name="connsiteX3" fmla="*/ 0 w 107773"/>
                <a:gd name="connsiteY3" fmla="*/ 4535 h 51158"/>
                <a:gd name="connsiteX4" fmla="*/ 4513 w 107773"/>
                <a:gd name="connsiteY4" fmla="*/ 0 h 51158"/>
                <a:gd name="connsiteX5" fmla="*/ 9026 w 107773"/>
                <a:gd name="connsiteY5" fmla="*/ 4535 h 51158"/>
                <a:gd name="connsiteX6" fmla="*/ 9026 w 107773"/>
                <a:gd name="connsiteY6" fmla="*/ 42088 h 51158"/>
                <a:gd name="connsiteX7" fmla="*/ 103260 w 107773"/>
                <a:gd name="connsiteY7" fmla="*/ 42088 h 51158"/>
                <a:gd name="connsiteX8" fmla="*/ 107773 w 107773"/>
                <a:gd name="connsiteY8" fmla="*/ 46623 h 51158"/>
                <a:gd name="connsiteX9" fmla="*/ 103260 w 107773"/>
                <a:gd name="connsiteY9" fmla="*/ 51159 h 51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773" h="51158">
                  <a:moveTo>
                    <a:pt x="103260" y="51159"/>
                  </a:moveTo>
                  <a:lnTo>
                    <a:pt x="4513" y="51159"/>
                  </a:lnTo>
                  <a:cubicBezTo>
                    <a:pt x="2022" y="51159"/>
                    <a:pt x="0" y="49128"/>
                    <a:pt x="0" y="46623"/>
                  </a:cubicBezTo>
                  <a:lnTo>
                    <a:pt x="0" y="4535"/>
                  </a:lnTo>
                  <a:cubicBezTo>
                    <a:pt x="0" y="2031"/>
                    <a:pt x="2022" y="0"/>
                    <a:pt x="4513" y="0"/>
                  </a:cubicBezTo>
                  <a:cubicBezTo>
                    <a:pt x="7004" y="0"/>
                    <a:pt x="9026" y="2031"/>
                    <a:pt x="9026" y="4535"/>
                  </a:cubicBezTo>
                  <a:lnTo>
                    <a:pt x="9026" y="42088"/>
                  </a:lnTo>
                  <a:lnTo>
                    <a:pt x="103260" y="42088"/>
                  </a:lnTo>
                  <a:cubicBezTo>
                    <a:pt x="105751" y="42088"/>
                    <a:pt x="107773" y="44119"/>
                    <a:pt x="107773" y="46623"/>
                  </a:cubicBezTo>
                  <a:cubicBezTo>
                    <a:pt x="107773" y="49128"/>
                    <a:pt x="105751" y="51159"/>
                    <a:pt x="103260" y="51159"/>
                  </a:cubicBezTo>
                  <a:close/>
                </a:path>
              </a:pathLst>
            </a:custGeom>
            <a:solidFill>
              <a:srgbClr val="D1D3D4"/>
            </a:solidFill>
            <a:ln w="9025" cap="flat">
              <a:noFill/>
              <a:prstDash val="solid"/>
              <a:miter/>
            </a:ln>
          </p:spPr>
          <p:txBody>
            <a:bodyPr rtlCol="0" anchor="ctr"/>
            <a:lstStyle/>
            <a:p>
              <a:endParaRPr lang="zh-CN" altLang="en-US"/>
            </a:p>
          </p:txBody>
        </p:sp>
        <p:sp>
          <p:nvSpPr>
            <p:cNvPr id="402" name="任意多边形: 形状 401">
              <a:extLst>
                <a:ext uri="{FF2B5EF4-FFF2-40B4-BE49-F238E27FC236}">
                  <a16:creationId xmlns:a16="http://schemas.microsoft.com/office/drawing/2014/main" id="{E8D51079-B515-88ED-5013-CA708D1A36F7}"/>
                </a:ext>
              </a:extLst>
            </p:cNvPr>
            <p:cNvSpPr/>
            <p:nvPr/>
          </p:nvSpPr>
          <p:spPr>
            <a:xfrm>
              <a:off x="2102375" y="2364050"/>
              <a:ext cx="9850" cy="10036"/>
            </a:xfrm>
            <a:custGeom>
              <a:avLst/>
              <a:gdLst>
                <a:gd name="connsiteX0" fmla="*/ 4513 w 65078"/>
                <a:gd name="connsiteY0" fmla="*/ 66307 h 66306"/>
                <a:gd name="connsiteX1" fmla="*/ 0 w 65078"/>
                <a:gd name="connsiteY1" fmla="*/ 61771 h 66306"/>
                <a:gd name="connsiteX2" fmla="*/ 0 w 65078"/>
                <a:gd name="connsiteY2" fmla="*/ 4535 h 66306"/>
                <a:gd name="connsiteX3" fmla="*/ 4513 w 65078"/>
                <a:gd name="connsiteY3" fmla="*/ 0 h 66306"/>
                <a:gd name="connsiteX4" fmla="*/ 60566 w 65078"/>
                <a:gd name="connsiteY4" fmla="*/ 0 h 66306"/>
                <a:gd name="connsiteX5" fmla="*/ 65079 w 65078"/>
                <a:gd name="connsiteY5" fmla="*/ 4535 h 66306"/>
                <a:gd name="connsiteX6" fmla="*/ 60566 w 65078"/>
                <a:gd name="connsiteY6" fmla="*/ 9071 h 66306"/>
                <a:gd name="connsiteX7" fmla="*/ 9026 w 65078"/>
                <a:gd name="connsiteY7" fmla="*/ 9071 h 66306"/>
                <a:gd name="connsiteX8" fmla="*/ 9026 w 65078"/>
                <a:gd name="connsiteY8" fmla="*/ 61771 h 66306"/>
                <a:gd name="connsiteX9" fmla="*/ 4513 w 65078"/>
                <a:gd name="connsiteY9" fmla="*/ 66307 h 6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078" h="66306">
                  <a:moveTo>
                    <a:pt x="4513" y="66307"/>
                  </a:moveTo>
                  <a:cubicBezTo>
                    <a:pt x="2022" y="66307"/>
                    <a:pt x="0" y="64276"/>
                    <a:pt x="0" y="61771"/>
                  </a:cubicBezTo>
                  <a:lnTo>
                    <a:pt x="0" y="4535"/>
                  </a:lnTo>
                  <a:cubicBezTo>
                    <a:pt x="0" y="2031"/>
                    <a:pt x="2022" y="0"/>
                    <a:pt x="4513" y="0"/>
                  </a:cubicBezTo>
                  <a:lnTo>
                    <a:pt x="60566" y="0"/>
                  </a:lnTo>
                  <a:cubicBezTo>
                    <a:pt x="63057" y="0"/>
                    <a:pt x="65079" y="2031"/>
                    <a:pt x="65079" y="4535"/>
                  </a:cubicBezTo>
                  <a:cubicBezTo>
                    <a:pt x="65079" y="7040"/>
                    <a:pt x="63057" y="9071"/>
                    <a:pt x="60566" y="9071"/>
                  </a:cubicBezTo>
                  <a:lnTo>
                    <a:pt x="9026" y="9071"/>
                  </a:lnTo>
                  <a:lnTo>
                    <a:pt x="9026" y="61771"/>
                  </a:lnTo>
                  <a:cubicBezTo>
                    <a:pt x="8981" y="64256"/>
                    <a:pt x="6986" y="66259"/>
                    <a:pt x="4513" y="66307"/>
                  </a:cubicBezTo>
                  <a:close/>
                </a:path>
              </a:pathLst>
            </a:custGeom>
            <a:solidFill>
              <a:srgbClr val="D1D3D4"/>
            </a:solidFill>
            <a:ln w="9025" cap="flat">
              <a:noFill/>
              <a:prstDash val="solid"/>
              <a:miter/>
            </a:ln>
          </p:spPr>
          <p:txBody>
            <a:bodyPr rtlCol="0" anchor="ctr"/>
            <a:lstStyle/>
            <a:p>
              <a:endParaRPr lang="zh-CN" altLang="en-US"/>
            </a:p>
          </p:txBody>
        </p:sp>
        <p:sp>
          <p:nvSpPr>
            <p:cNvPr id="403" name="任意多边形: 形状 402">
              <a:extLst>
                <a:ext uri="{FF2B5EF4-FFF2-40B4-BE49-F238E27FC236}">
                  <a16:creationId xmlns:a16="http://schemas.microsoft.com/office/drawing/2014/main" id="{9A02A9AA-BCF7-CA77-08ED-7EA5AB866AE8}"/>
                </a:ext>
              </a:extLst>
            </p:cNvPr>
            <p:cNvSpPr/>
            <p:nvPr/>
          </p:nvSpPr>
          <p:spPr>
            <a:xfrm>
              <a:off x="2093334" y="2344715"/>
              <a:ext cx="18891" cy="8515"/>
            </a:xfrm>
            <a:custGeom>
              <a:avLst/>
              <a:gdLst>
                <a:gd name="connsiteX0" fmla="*/ 120292 w 124805"/>
                <a:gd name="connsiteY0" fmla="*/ 56258 h 56257"/>
                <a:gd name="connsiteX1" fmla="*/ 41584 w 124805"/>
                <a:gd name="connsiteY1" fmla="*/ 56258 h 56257"/>
                <a:gd name="connsiteX2" fmla="*/ 38064 w 124805"/>
                <a:gd name="connsiteY2" fmla="*/ 54534 h 56257"/>
                <a:gd name="connsiteX3" fmla="*/ 966 w 124805"/>
                <a:gd name="connsiteY3" fmla="*/ 7367 h 56257"/>
                <a:gd name="connsiteX4" fmla="*/ 1733 w 124805"/>
                <a:gd name="connsiteY4" fmla="*/ 972 h 56257"/>
                <a:gd name="connsiteX5" fmla="*/ 8097 w 124805"/>
                <a:gd name="connsiteY5" fmla="*/ 1743 h 56257"/>
                <a:gd name="connsiteX6" fmla="*/ 43750 w 124805"/>
                <a:gd name="connsiteY6" fmla="*/ 47096 h 56257"/>
                <a:gd name="connsiteX7" fmla="*/ 120292 w 124805"/>
                <a:gd name="connsiteY7" fmla="*/ 47096 h 56257"/>
                <a:gd name="connsiteX8" fmla="*/ 124806 w 124805"/>
                <a:gd name="connsiteY8" fmla="*/ 51632 h 56257"/>
                <a:gd name="connsiteX9" fmla="*/ 120292 w 124805"/>
                <a:gd name="connsiteY9" fmla="*/ 56258 h 5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05" h="56257">
                  <a:moveTo>
                    <a:pt x="120292" y="56258"/>
                  </a:moveTo>
                  <a:lnTo>
                    <a:pt x="41584" y="56258"/>
                  </a:lnTo>
                  <a:cubicBezTo>
                    <a:pt x="40212" y="56265"/>
                    <a:pt x="38903" y="55628"/>
                    <a:pt x="38064" y="54534"/>
                  </a:cubicBezTo>
                  <a:lnTo>
                    <a:pt x="966" y="7367"/>
                  </a:lnTo>
                  <a:cubicBezTo>
                    <a:pt x="-578" y="5388"/>
                    <a:pt x="-235" y="2525"/>
                    <a:pt x="1733" y="972"/>
                  </a:cubicBezTo>
                  <a:cubicBezTo>
                    <a:pt x="3701" y="-581"/>
                    <a:pt x="6553" y="-236"/>
                    <a:pt x="8097" y="1743"/>
                  </a:cubicBezTo>
                  <a:lnTo>
                    <a:pt x="43750" y="47096"/>
                  </a:lnTo>
                  <a:lnTo>
                    <a:pt x="120292" y="47096"/>
                  </a:lnTo>
                  <a:cubicBezTo>
                    <a:pt x="122784" y="47096"/>
                    <a:pt x="124806" y="49127"/>
                    <a:pt x="124806" y="51632"/>
                  </a:cubicBezTo>
                  <a:cubicBezTo>
                    <a:pt x="124806" y="54152"/>
                    <a:pt x="122802" y="56209"/>
                    <a:pt x="120292" y="56258"/>
                  </a:cubicBezTo>
                  <a:close/>
                </a:path>
              </a:pathLst>
            </a:custGeom>
            <a:solidFill>
              <a:srgbClr val="D1D3D4"/>
            </a:solidFill>
            <a:ln w="9025" cap="flat">
              <a:noFill/>
              <a:prstDash val="solid"/>
              <a:miter/>
            </a:ln>
          </p:spPr>
          <p:txBody>
            <a:bodyPr rtlCol="0" anchor="ctr"/>
            <a:lstStyle/>
            <a:p>
              <a:endParaRPr lang="zh-CN" altLang="en-US"/>
            </a:p>
          </p:txBody>
        </p:sp>
        <p:sp>
          <p:nvSpPr>
            <p:cNvPr id="404" name="任意多边形: 形状 403">
              <a:extLst>
                <a:ext uri="{FF2B5EF4-FFF2-40B4-BE49-F238E27FC236}">
                  <a16:creationId xmlns:a16="http://schemas.microsoft.com/office/drawing/2014/main" id="{C4D18B9C-C566-CDC5-D807-95D541985442}"/>
                </a:ext>
              </a:extLst>
            </p:cNvPr>
            <p:cNvSpPr/>
            <p:nvPr/>
          </p:nvSpPr>
          <p:spPr>
            <a:xfrm>
              <a:off x="2121597" y="2333144"/>
              <a:ext cx="1366" cy="7688"/>
            </a:xfrm>
            <a:custGeom>
              <a:avLst/>
              <a:gdLst>
                <a:gd name="connsiteX0" fmla="*/ 4513 w 9026"/>
                <a:gd name="connsiteY0" fmla="*/ 50796 h 50795"/>
                <a:gd name="connsiteX1" fmla="*/ 0 w 9026"/>
                <a:gd name="connsiteY1" fmla="*/ 46260 h 50795"/>
                <a:gd name="connsiteX2" fmla="*/ 0 w 9026"/>
                <a:gd name="connsiteY2" fmla="*/ 4535 h 50795"/>
                <a:gd name="connsiteX3" fmla="*/ 4513 w 9026"/>
                <a:gd name="connsiteY3" fmla="*/ 0 h 50795"/>
                <a:gd name="connsiteX4" fmla="*/ 9026 w 9026"/>
                <a:gd name="connsiteY4" fmla="*/ 4535 h 50795"/>
                <a:gd name="connsiteX5" fmla="*/ 9026 w 9026"/>
                <a:gd name="connsiteY5" fmla="*/ 46260 h 50795"/>
                <a:gd name="connsiteX6" fmla="*/ 4513 w 9026"/>
                <a:gd name="connsiteY6" fmla="*/ 50796 h 5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6" h="50795">
                  <a:moveTo>
                    <a:pt x="4513" y="50796"/>
                  </a:moveTo>
                  <a:cubicBezTo>
                    <a:pt x="2022" y="50796"/>
                    <a:pt x="0" y="48765"/>
                    <a:pt x="0" y="46260"/>
                  </a:cubicBezTo>
                  <a:lnTo>
                    <a:pt x="0" y="4535"/>
                  </a:lnTo>
                  <a:cubicBezTo>
                    <a:pt x="0" y="2031"/>
                    <a:pt x="2022" y="0"/>
                    <a:pt x="4513" y="0"/>
                  </a:cubicBezTo>
                  <a:cubicBezTo>
                    <a:pt x="7004" y="0"/>
                    <a:pt x="9026" y="2031"/>
                    <a:pt x="9026" y="4535"/>
                  </a:cubicBezTo>
                  <a:lnTo>
                    <a:pt x="9026" y="46260"/>
                  </a:lnTo>
                  <a:cubicBezTo>
                    <a:pt x="9026" y="48765"/>
                    <a:pt x="7004" y="50796"/>
                    <a:pt x="4513" y="50796"/>
                  </a:cubicBezTo>
                  <a:close/>
                </a:path>
              </a:pathLst>
            </a:custGeom>
            <a:solidFill>
              <a:srgbClr val="D1D3D4"/>
            </a:solidFill>
            <a:ln w="9025" cap="flat">
              <a:noFill/>
              <a:prstDash val="solid"/>
              <a:miter/>
            </a:ln>
          </p:spPr>
          <p:txBody>
            <a:bodyPr rtlCol="0" anchor="ctr"/>
            <a:lstStyle/>
            <a:p>
              <a:endParaRPr lang="zh-CN" altLang="en-US"/>
            </a:p>
          </p:txBody>
        </p:sp>
        <p:sp>
          <p:nvSpPr>
            <p:cNvPr id="405" name="任意多边形: 形状 404">
              <a:extLst>
                <a:ext uri="{FF2B5EF4-FFF2-40B4-BE49-F238E27FC236}">
                  <a16:creationId xmlns:a16="http://schemas.microsoft.com/office/drawing/2014/main" id="{B4010C47-4B69-D835-5E53-8C81EDEBA479}"/>
                </a:ext>
              </a:extLst>
            </p:cNvPr>
            <p:cNvSpPr/>
            <p:nvPr/>
          </p:nvSpPr>
          <p:spPr>
            <a:xfrm>
              <a:off x="2130765" y="2329988"/>
              <a:ext cx="8706" cy="9938"/>
            </a:xfrm>
            <a:custGeom>
              <a:avLst/>
              <a:gdLst>
                <a:gd name="connsiteX0" fmla="*/ 4513 w 57517"/>
                <a:gd name="connsiteY0" fmla="*/ 65659 h 65659"/>
                <a:gd name="connsiteX1" fmla="*/ 0 w 57517"/>
                <a:gd name="connsiteY1" fmla="*/ 61124 h 65659"/>
                <a:gd name="connsiteX2" fmla="*/ 0 w 57517"/>
                <a:gd name="connsiteY2" fmla="*/ 25386 h 65659"/>
                <a:gd name="connsiteX3" fmla="*/ 2708 w 57517"/>
                <a:gd name="connsiteY3" fmla="*/ 21213 h 65659"/>
                <a:gd name="connsiteX4" fmla="*/ 51269 w 57517"/>
                <a:gd name="connsiteY4" fmla="*/ 350 h 65659"/>
                <a:gd name="connsiteX5" fmla="*/ 57136 w 57517"/>
                <a:gd name="connsiteY5" fmla="*/ 2709 h 65659"/>
                <a:gd name="connsiteX6" fmla="*/ 54816 w 57517"/>
                <a:gd name="connsiteY6" fmla="*/ 8684 h 65659"/>
                <a:gd name="connsiteX7" fmla="*/ 54789 w 57517"/>
                <a:gd name="connsiteY7" fmla="*/ 8695 h 65659"/>
                <a:gd name="connsiteX8" fmla="*/ 9026 w 57517"/>
                <a:gd name="connsiteY8" fmla="*/ 28379 h 65659"/>
                <a:gd name="connsiteX9" fmla="*/ 9026 w 57517"/>
                <a:gd name="connsiteY9" fmla="*/ 61124 h 65659"/>
                <a:gd name="connsiteX10" fmla="*/ 4513 w 57517"/>
                <a:gd name="connsiteY10" fmla="*/ 65659 h 6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17" h="65659">
                  <a:moveTo>
                    <a:pt x="4513" y="65659"/>
                  </a:moveTo>
                  <a:cubicBezTo>
                    <a:pt x="2022" y="65659"/>
                    <a:pt x="0" y="63628"/>
                    <a:pt x="0" y="61124"/>
                  </a:cubicBezTo>
                  <a:lnTo>
                    <a:pt x="0" y="25386"/>
                  </a:lnTo>
                  <a:cubicBezTo>
                    <a:pt x="18" y="23583"/>
                    <a:pt x="1074" y="21955"/>
                    <a:pt x="2708" y="21213"/>
                  </a:cubicBezTo>
                  <a:lnTo>
                    <a:pt x="51269" y="350"/>
                  </a:lnTo>
                  <a:cubicBezTo>
                    <a:pt x="53535" y="-600"/>
                    <a:pt x="56143" y="448"/>
                    <a:pt x="57136" y="2709"/>
                  </a:cubicBezTo>
                  <a:cubicBezTo>
                    <a:pt x="58138" y="5003"/>
                    <a:pt x="57100" y="7678"/>
                    <a:pt x="54816" y="8684"/>
                  </a:cubicBezTo>
                  <a:cubicBezTo>
                    <a:pt x="54807" y="8687"/>
                    <a:pt x="54798" y="8692"/>
                    <a:pt x="54789" y="8695"/>
                  </a:cubicBezTo>
                  <a:lnTo>
                    <a:pt x="9026" y="28379"/>
                  </a:lnTo>
                  <a:lnTo>
                    <a:pt x="9026" y="61124"/>
                  </a:lnTo>
                  <a:cubicBezTo>
                    <a:pt x="9026" y="63628"/>
                    <a:pt x="7004" y="65659"/>
                    <a:pt x="4513" y="65659"/>
                  </a:cubicBezTo>
                  <a:close/>
                </a:path>
              </a:pathLst>
            </a:custGeom>
            <a:solidFill>
              <a:srgbClr val="D1D3D4"/>
            </a:solidFill>
            <a:ln w="9025" cap="flat">
              <a:noFill/>
              <a:prstDash val="solid"/>
              <a:miter/>
            </a:ln>
          </p:spPr>
          <p:txBody>
            <a:bodyPr rtlCol="0" anchor="ctr"/>
            <a:lstStyle/>
            <a:p>
              <a:endParaRPr lang="zh-CN" altLang="en-US"/>
            </a:p>
          </p:txBody>
        </p:sp>
        <p:sp>
          <p:nvSpPr>
            <p:cNvPr id="406" name="任意多边形: 形状 405">
              <a:extLst>
                <a:ext uri="{FF2B5EF4-FFF2-40B4-BE49-F238E27FC236}">
                  <a16:creationId xmlns:a16="http://schemas.microsoft.com/office/drawing/2014/main" id="{3CB46D50-52F2-6270-143B-117E75D8118B}"/>
                </a:ext>
              </a:extLst>
            </p:cNvPr>
            <p:cNvSpPr/>
            <p:nvPr/>
          </p:nvSpPr>
          <p:spPr>
            <a:xfrm>
              <a:off x="2142132" y="2354274"/>
              <a:ext cx="7869" cy="1373"/>
            </a:xfrm>
            <a:custGeom>
              <a:avLst/>
              <a:gdLst>
                <a:gd name="connsiteX0" fmla="*/ 47478 w 51991"/>
                <a:gd name="connsiteY0" fmla="*/ 9071 h 9070"/>
                <a:gd name="connsiteX1" fmla="*/ 4513 w 51991"/>
                <a:gd name="connsiteY1" fmla="*/ 9071 h 9070"/>
                <a:gd name="connsiteX2" fmla="*/ 0 w 51991"/>
                <a:gd name="connsiteY2" fmla="*/ 4535 h 9070"/>
                <a:gd name="connsiteX3" fmla="*/ 4513 w 51991"/>
                <a:gd name="connsiteY3" fmla="*/ 0 h 9070"/>
                <a:gd name="connsiteX4" fmla="*/ 47478 w 51991"/>
                <a:gd name="connsiteY4" fmla="*/ 0 h 9070"/>
                <a:gd name="connsiteX5" fmla="*/ 51991 w 51991"/>
                <a:gd name="connsiteY5" fmla="*/ 4535 h 9070"/>
                <a:gd name="connsiteX6" fmla="*/ 47478 w 51991"/>
                <a:gd name="connsiteY6" fmla="*/ 9071 h 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91" h="9070">
                  <a:moveTo>
                    <a:pt x="47478" y="9071"/>
                  </a:moveTo>
                  <a:lnTo>
                    <a:pt x="4513" y="9071"/>
                  </a:lnTo>
                  <a:cubicBezTo>
                    <a:pt x="2022" y="9071"/>
                    <a:pt x="0" y="7040"/>
                    <a:pt x="0" y="4535"/>
                  </a:cubicBezTo>
                  <a:cubicBezTo>
                    <a:pt x="45" y="2051"/>
                    <a:pt x="2040" y="48"/>
                    <a:pt x="4513" y="0"/>
                  </a:cubicBezTo>
                  <a:lnTo>
                    <a:pt x="47478" y="0"/>
                  </a:lnTo>
                  <a:cubicBezTo>
                    <a:pt x="49969" y="0"/>
                    <a:pt x="51991" y="2031"/>
                    <a:pt x="51991" y="4535"/>
                  </a:cubicBezTo>
                  <a:cubicBezTo>
                    <a:pt x="51991" y="7040"/>
                    <a:pt x="49969" y="9071"/>
                    <a:pt x="47478" y="9071"/>
                  </a:cubicBezTo>
                  <a:close/>
                </a:path>
              </a:pathLst>
            </a:custGeom>
            <a:solidFill>
              <a:srgbClr val="D1D3D4"/>
            </a:solidFill>
            <a:ln w="9025" cap="flat">
              <a:noFill/>
              <a:prstDash val="solid"/>
              <a:miter/>
            </a:ln>
          </p:spPr>
          <p:txBody>
            <a:bodyPr rtlCol="0" anchor="ctr"/>
            <a:lstStyle/>
            <a:p>
              <a:endParaRPr lang="zh-CN" altLang="en-US"/>
            </a:p>
          </p:txBody>
        </p:sp>
        <p:sp>
          <p:nvSpPr>
            <p:cNvPr id="407" name="任意多边形: 形状 406">
              <a:extLst>
                <a:ext uri="{FF2B5EF4-FFF2-40B4-BE49-F238E27FC236}">
                  <a16:creationId xmlns:a16="http://schemas.microsoft.com/office/drawing/2014/main" id="{C6B93BA1-830C-8AED-BB06-D81C11274943}"/>
                </a:ext>
              </a:extLst>
            </p:cNvPr>
            <p:cNvSpPr/>
            <p:nvPr/>
          </p:nvSpPr>
          <p:spPr>
            <a:xfrm>
              <a:off x="2064489" y="2387376"/>
              <a:ext cx="59076" cy="59367"/>
            </a:xfrm>
            <a:custGeom>
              <a:avLst/>
              <a:gdLst>
                <a:gd name="connsiteX0" fmla="*/ 390294 w 390293"/>
                <a:gd name="connsiteY0" fmla="*/ 196108 h 392216"/>
                <a:gd name="connsiteX1" fmla="*/ 195147 w 390293"/>
                <a:gd name="connsiteY1" fmla="*/ 392217 h 392216"/>
                <a:gd name="connsiteX2" fmla="*/ 0 w 390293"/>
                <a:gd name="connsiteY2" fmla="*/ 196108 h 392216"/>
                <a:gd name="connsiteX3" fmla="*/ 195147 w 390293"/>
                <a:gd name="connsiteY3" fmla="*/ 0 h 392216"/>
                <a:gd name="connsiteX4" fmla="*/ 390294 w 390293"/>
                <a:gd name="connsiteY4" fmla="*/ 196108 h 392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93" h="392216">
                  <a:moveTo>
                    <a:pt x="390294" y="196108"/>
                  </a:moveTo>
                  <a:cubicBezTo>
                    <a:pt x="390294" y="304416"/>
                    <a:pt x="302924" y="392217"/>
                    <a:pt x="195147" y="392217"/>
                  </a:cubicBezTo>
                  <a:cubicBezTo>
                    <a:pt x="87370" y="392217"/>
                    <a:pt x="0" y="304416"/>
                    <a:pt x="0" y="196108"/>
                  </a:cubicBezTo>
                  <a:cubicBezTo>
                    <a:pt x="0" y="87801"/>
                    <a:pt x="87370" y="0"/>
                    <a:pt x="195147" y="0"/>
                  </a:cubicBezTo>
                  <a:cubicBezTo>
                    <a:pt x="302924" y="0"/>
                    <a:pt x="390294" y="87801"/>
                    <a:pt x="390294" y="196108"/>
                  </a:cubicBezTo>
                  <a:close/>
                </a:path>
              </a:pathLst>
            </a:custGeom>
            <a:solidFill>
              <a:schemeClr val="bg1"/>
            </a:solidFill>
            <a:ln w="9025" cap="flat">
              <a:noFill/>
              <a:prstDash val="solid"/>
              <a:miter/>
            </a:ln>
          </p:spPr>
          <p:txBody>
            <a:bodyPr rtlCol="0" anchor="ctr"/>
            <a:lstStyle/>
            <a:p>
              <a:endParaRPr lang="zh-CN" altLang="en-US"/>
            </a:p>
          </p:txBody>
        </p:sp>
        <p:sp>
          <p:nvSpPr>
            <p:cNvPr id="408" name="任意多边形: 形状 407">
              <a:extLst>
                <a:ext uri="{FF2B5EF4-FFF2-40B4-BE49-F238E27FC236}">
                  <a16:creationId xmlns:a16="http://schemas.microsoft.com/office/drawing/2014/main" id="{ED9DD350-7543-BF0C-6133-3B46766FDEA4}"/>
                </a:ext>
              </a:extLst>
            </p:cNvPr>
            <p:cNvSpPr/>
            <p:nvPr/>
          </p:nvSpPr>
          <p:spPr>
            <a:xfrm>
              <a:off x="2063806" y="2386690"/>
              <a:ext cx="60442" cy="60740"/>
            </a:xfrm>
            <a:custGeom>
              <a:avLst/>
              <a:gdLst>
                <a:gd name="connsiteX0" fmla="*/ 199660 w 399319"/>
                <a:gd name="connsiteY0" fmla="*/ 401287 h 401287"/>
                <a:gd name="connsiteX1" fmla="*/ 0 w 399319"/>
                <a:gd name="connsiteY1" fmla="*/ 200644 h 401287"/>
                <a:gd name="connsiteX2" fmla="*/ 199660 w 399319"/>
                <a:gd name="connsiteY2" fmla="*/ 0 h 401287"/>
                <a:gd name="connsiteX3" fmla="*/ 399320 w 399319"/>
                <a:gd name="connsiteY3" fmla="*/ 200644 h 401287"/>
                <a:gd name="connsiteX4" fmla="*/ 199660 w 399319"/>
                <a:gd name="connsiteY4" fmla="*/ 401287 h 401287"/>
                <a:gd name="connsiteX5" fmla="*/ 199660 w 399319"/>
                <a:gd name="connsiteY5" fmla="*/ 9071 h 401287"/>
                <a:gd name="connsiteX6" fmla="*/ 9026 w 399319"/>
                <a:gd name="connsiteY6" fmla="*/ 200644 h 401287"/>
                <a:gd name="connsiteX7" fmla="*/ 199660 w 399319"/>
                <a:gd name="connsiteY7" fmla="*/ 392217 h 401287"/>
                <a:gd name="connsiteX8" fmla="*/ 390294 w 399319"/>
                <a:gd name="connsiteY8" fmla="*/ 200644 h 401287"/>
                <a:gd name="connsiteX9" fmla="*/ 199660 w 399319"/>
                <a:gd name="connsiteY9" fmla="*/ 9071 h 40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319" h="401287">
                  <a:moveTo>
                    <a:pt x="199660" y="401287"/>
                  </a:moveTo>
                  <a:cubicBezTo>
                    <a:pt x="89387" y="401287"/>
                    <a:pt x="0" y="311460"/>
                    <a:pt x="0" y="200644"/>
                  </a:cubicBezTo>
                  <a:cubicBezTo>
                    <a:pt x="0" y="89832"/>
                    <a:pt x="89387" y="0"/>
                    <a:pt x="199660" y="0"/>
                  </a:cubicBezTo>
                  <a:cubicBezTo>
                    <a:pt x="309933" y="0"/>
                    <a:pt x="399320" y="89832"/>
                    <a:pt x="399320" y="200644"/>
                  </a:cubicBezTo>
                  <a:cubicBezTo>
                    <a:pt x="399167" y="311397"/>
                    <a:pt x="309870" y="401133"/>
                    <a:pt x="199660" y="401287"/>
                  </a:cubicBezTo>
                  <a:close/>
                  <a:moveTo>
                    <a:pt x="199660" y="9071"/>
                  </a:moveTo>
                  <a:cubicBezTo>
                    <a:pt x="94378" y="9071"/>
                    <a:pt x="9026" y="94841"/>
                    <a:pt x="9026" y="200644"/>
                  </a:cubicBezTo>
                  <a:cubicBezTo>
                    <a:pt x="9026" y="306444"/>
                    <a:pt x="94378" y="392217"/>
                    <a:pt x="199660" y="392217"/>
                  </a:cubicBezTo>
                  <a:cubicBezTo>
                    <a:pt x="304942" y="392217"/>
                    <a:pt x="390294" y="306444"/>
                    <a:pt x="390294" y="200644"/>
                  </a:cubicBezTo>
                  <a:cubicBezTo>
                    <a:pt x="390140" y="94903"/>
                    <a:pt x="304879" y="9220"/>
                    <a:pt x="199660" y="9071"/>
                  </a:cubicBezTo>
                  <a:close/>
                </a:path>
              </a:pathLst>
            </a:custGeom>
            <a:solidFill>
              <a:srgbClr val="231F20"/>
            </a:solidFill>
            <a:ln w="9025" cap="flat">
              <a:noFill/>
              <a:prstDash val="solid"/>
              <a:miter/>
            </a:ln>
          </p:spPr>
          <p:txBody>
            <a:bodyPr rtlCol="0" anchor="ctr"/>
            <a:lstStyle/>
            <a:p>
              <a:endParaRPr lang="zh-CN" altLang="en-US"/>
            </a:p>
          </p:txBody>
        </p:sp>
        <p:sp>
          <p:nvSpPr>
            <p:cNvPr id="409" name="任意多边形: 形状 408">
              <a:extLst>
                <a:ext uri="{FF2B5EF4-FFF2-40B4-BE49-F238E27FC236}">
                  <a16:creationId xmlns:a16="http://schemas.microsoft.com/office/drawing/2014/main" id="{5FF8D0A1-B7C8-3202-56A3-163457E8B28C}"/>
                </a:ext>
              </a:extLst>
            </p:cNvPr>
            <p:cNvSpPr/>
            <p:nvPr/>
          </p:nvSpPr>
          <p:spPr>
            <a:xfrm>
              <a:off x="2074353" y="2397289"/>
              <a:ext cx="39347" cy="39541"/>
            </a:xfrm>
            <a:custGeom>
              <a:avLst/>
              <a:gdLst>
                <a:gd name="connsiteX0" fmla="*/ 259955 w 259955"/>
                <a:gd name="connsiteY0" fmla="*/ 130618 h 261235"/>
                <a:gd name="connsiteX1" fmla="*/ 129978 w 259955"/>
                <a:gd name="connsiteY1" fmla="*/ 261236 h 261235"/>
                <a:gd name="connsiteX2" fmla="*/ 0 w 259955"/>
                <a:gd name="connsiteY2" fmla="*/ 130618 h 261235"/>
                <a:gd name="connsiteX3" fmla="*/ 129978 w 259955"/>
                <a:gd name="connsiteY3" fmla="*/ 0 h 261235"/>
                <a:gd name="connsiteX4" fmla="*/ 259955 w 259955"/>
                <a:gd name="connsiteY4" fmla="*/ 130618 h 261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955" h="261235">
                  <a:moveTo>
                    <a:pt x="259955" y="130618"/>
                  </a:moveTo>
                  <a:cubicBezTo>
                    <a:pt x="259955" y="202756"/>
                    <a:pt x="201762" y="261236"/>
                    <a:pt x="129978" y="261236"/>
                  </a:cubicBezTo>
                  <a:cubicBezTo>
                    <a:pt x="58193" y="261236"/>
                    <a:pt x="0" y="202756"/>
                    <a:pt x="0" y="130618"/>
                  </a:cubicBezTo>
                  <a:cubicBezTo>
                    <a:pt x="0" y="58480"/>
                    <a:pt x="58193" y="0"/>
                    <a:pt x="129978" y="0"/>
                  </a:cubicBezTo>
                  <a:cubicBezTo>
                    <a:pt x="201762" y="0"/>
                    <a:pt x="259955" y="58480"/>
                    <a:pt x="259955" y="130618"/>
                  </a:cubicBezTo>
                  <a:close/>
                </a:path>
              </a:pathLst>
            </a:custGeom>
            <a:solidFill>
              <a:schemeClr val="bg1"/>
            </a:solidFill>
            <a:ln w="9025" cap="flat">
              <a:noFill/>
              <a:prstDash val="solid"/>
              <a:miter/>
            </a:ln>
          </p:spPr>
          <p:txBody>
            <a:bodyPr rtlCol="0" anchor="ctr"/>
            <a:lstStyle/>
            <a:p>
              <a:endParaRPr lang="zh-CN" altLang="en-US"/>
            </a:p>
          </p:txBody>
        </p:sp>
        <p:sp>
          <p:nvSpPr>
            <p:cNvPr id="410" name="任意多边形: 形状 409">
              <a:extLst>
                <a:ext uri="{FF2B5EF4-FFF2-40B4-BE49-F238E27FC236}">
                  <a16:creationId xmlns:a16="http://schemas.microsoft.com/office/drawing/2014/main" id="{E533348B-F086-9218-4E1E-1DD1368E158E}"/>
                </a:ext>
              </a:extLst>
            </p:cNvPr>
            <p:cNvSpPr/>
            <p:nvPr/>
          </p:nvSpPr>
          <p:spPr>
            <a:xfrm>
              <a:off x="2073656" y="2396603"/>
              <a:ext cx="40714" cy="40914"/>
            </a:xfrm>
            <a:custGeom>
              <a:avLst/>
              <a:gdLst>
                <a:gd name="connsiteX0" fmla="*/ 134581 w 268981"/>
                <a:gd name="connsiteY0" fmla="*/ 270306 h 270306"/>
                <a:gd name="connsiteX1" fmla="*/ 0 w 268981"/>
                <a:gd name="connsiteY1" fmla="*/ 135244 h 270306"/>
                <a:gd name="connsiteX2" fmla="*/ 134400 w 268981"/>
                <a:gd name="connsiteY2" fmla="*/ 0 h 270306"/>
                <a:gd name="connsiteX3" fmla="*/ 268982 w 268981"/>
                <a:gd name="connsiteY3" fmla="*/ 135063 h 270306"/>
                <a:gd name="connsiteX4" fmla="*/ 268982 w 268981"/>
                <a:gd name="connsiteY4" fmla="*/ 135153 h 270306"/>
                <a:gd name="connsiteX5" fmla="*/ 134581 w 268981"/>
                <a:gd name="connsiteY5" fmla="*/ 270306 h 270306"/>
                <a:gd name="connsiteX6" fmla="*/ 134581 w 268981"/>
                <a:gd name="connsiteY6" fmla="*/ 9071 h 270306"/>
                <a:gd name="connsiteX7" fmla="*/ 9026 w 268981"/>
                <a:gd name="connsiteY7" fmla="*/ 135063 h 270306"/>
                <a:gd name="connsiteX8" fmla="*/ 134400 w 268981"/>
                <a:gd name="connsiteY8" fmla="*/ 261236 h 270306"/>
                <a:gd name="connsiteX9" fmla="*/ 259955 w 268981"/>
                <a:gd name="connsiteY9" fmla="*/ 135244 h 270306"/>
                <a:gd name="connsiteX10" fmla="*/ 259955 w 268981"/>
                <a:gd name="connsiteY10" fmla="*/ 135153 h 270306"/>
                <a:gd name="connsiteX11" fmla="*/ 134581 w 268981"/>
                <a:gd name="connsiteY11" fmla="*/ 9071 h 27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981" h="270306">
                  <a:moveTo>
                    <a:pt x="134581" y="270306"/>
                  </a:moveTo>
                  <a:cubicBezTo>
                    <a:pt x="60304" y="270361"/>
                    <a:pt x="54" y="209887"/>
                    <a:pt x="0" y="135244"/>
                  </a:cubicBezTo>
                  <a:cubicBezTo>
                    <a:pt x="-54" y="60601"/>
                    <a:pt x="60124" y="50"/>
                    <a:pt x="134400" y="0"/>
                  </a:cubicBezTo>
                  <a:cubicBezTo>
                    <a:pt x="208677" y="-50"/>
                    <a:pt x="268927" y="60420"/>
                    <a:pt x="268982" y="135063"/>
                  </a:cubicBezTo>
                  <a:cubicBezTo>
                    <a:pt x="268982" y="135090"/>
                    <a:pt x="268982" y="135126"/>
                    <a:pt x="268982" y="135153"/>
                  </a:cubicBezTo>
                  <a:cubicBezTo>
                    <a:pt x="268882" y="209723"/>
                    <a:pt x="208786" y="270152"/>
                    <a:pt x="134581" y="270306"/>
                  </a:cubicBezTo>
                  <a:close/>
                  <a:moveTo>
                    <a:pt x="134581" y="9071"/>
                  </a:moveTo>
                  <a:cubicBezTo>
                    <a:pt x="65287" y="9021"/>
                    <a:pt x="9080" y="65427"/>
                    <a:pt x="9026" y="135063"/>
                  </a:cubicBezTo>
                  <a:cubicBezTo>
                    <a:pt x="8972" y="204698"/>
                    <a:pt x="65106" y="261181"/>
                    <a:pt x="134400" y="261236"/>
                  </a:cubicBezTo>
                  <a:cubicBezTo>
                    <a:pt x="203695" y="261290"/>
                    <a:pt x="259901" y="204880"/>
                    <a:pt x="259955" y="135244"/>
                  </a:cubicBezTo>
                  <a:cubicBezTo>
                    <a:pt x="259955" y="135217"/>
                    <a:pt x="259955" y="135180"/>
                    <a:pt x="259955" y="135153"/>
                  </a:cubicBezTo>
                  <a:cubicBezTo>
                    <a:pt x="259856" y="65599"/>
                    <a:pt x="203794" y="9220"/>
                    <a:pt x="134581" y="9071"/>
                  </a:cubicBezTo>
                  <a:close/>
                </a:path>
              </a:pathLst>
            </a:custGeom>
            <a:solidFill>
              <a:srgbClr val="231F20"/>
            </a:solidFill>
            <a:ln w="9025" cap="flat">
              <a:noFill/>
              <a:prstDash val="solid"/>
              <a:miter/>
            </a:ln>
          </p:spPr>
          <p:txBody>
            <a:bodyPr rtlCol="0" anchor="ctr"/>
            <a:lstStyle/>
            <a:p>
              <a:endParaRPr lang="zh-CN" altLang="en-US"/>
            </a:p>
          </p:txBody>
        </p:sp>
        <p:sp>
          <p:nvSpPr>
            <p:cNvPr id="411" name="任意多边形: 形状 410">
              <a:extLst>
                <a:ext uri="{FF2B5EF4-FFF2-40B4-BE49-F238E27FC236}">
                  <a16:creationId xmlns:a16="http://schemas.microsoft.com/office/drawing/2014/main" id="{4D6CD904-A216-26B6-F2D0-6DC38B7D50C1}"/>
                </a:ext>
              </a:extLst>
            </p:cNvPr>
            <p:cNvSpPr/>
            <p:nvPr/>
          </p:nvSpPr>
          <p:spPr>
            <a:xfrm>
              <a:off x="2083930" y="2406914"/>
              <a:ext cx="20193" cy="20292"/>
            </a:xfrm>
            <a:custGeom>
              <a:avLst/>
              <a:gdLst>
                <a:gd name="connsiteX0" fmla="*/ 133408 w 133407"/>
                <a:gd name="connsiteY0" fmla="*/ 67032 h 134064"/>
                <a:gd name="connsiteX1" fmla="*/ 66704 w 133407"/>
                <a:gd name="connsiteY1" fmla="*/ 134065 h 134064"/>
                <a:gd name="connsiteX2" fmla="*/ 0 w 133407"/>
                <a:gd name="connsiteY2" fmla="*/ 67032 h 134064"/>
                <a:gd name="connsiteX3" fmla="*/ 66704 w 133407"/>
                <a:gd name="connsiteY3" fmla="*/ 0 h 134064"/>
                <a:gd name="connsiteX4" fmla="*/ 133408 w 133407"/>
                <a:gd name="connsiteY4" fmla="*/ 67032 h 134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407" h="134064">
                  <a:moveTo>
                    <a:pt x="133408" y="67032"/>
                  </a:moveTo>
                  <a:cubicBezTo>
                    <a:pt x="133408" y="104053"/>
                    <a:pt x="103543" y="134065"/>
                    <a:pt x="66704" y="134065"/>
                  </a:cubicBezTo>
                  <a:cubicBezTo>
                    <a:pt x="29864" y="134065"/>
                    <a:pt x="0" y="104053"/>
                    <a:pt x="0" y="67032"/>
                  </a:cubicBezTo>
                  <a:cubicBezTo>
                    <a:pt x="0" y="30011"/>
                    <a:pt x="29864" y="0"/>
                    <a:pt x="66704" y="0"/>
                  </a:cubicBezTo>
                  <a:cubicBezTo>
                    <a:pt x="103543" y="0"/>
                    <a:pt x="133408" y="30011"/>
                    <a:pt x="133408" y="67032"/>
                  </a:cubicBezTo>
                  <a:close/>
                </a:path>
              </a:pathLst>
            </a:custGeom>
            <a:solidFill>
              <a:srgbClr val="FFFFFF"/>
            </a:solidFill>
            <a:ln w="9025" cap="flat">
              <a:noFill/>
              <a:prstDash val="solid"/>
              <a:miter/>
            </a:ln>
          </p:spPr>
          <p:txBody>
            <a:bodyPr rtlCol="0" anchor="ctr"/>
            <a:lstStyle/>
            <a:p>
              <a:endParaRPr lang="zh-CN" altLang="en-US"/>
            </a:p>
          </p:txBody>
        </p:sp>
        <p:sp>
          <p:nvSpPr>
            <p:cNvPr id="412" name="任意多边形: 形状 411">
              <a:extLst>
                <a:ext uri="{FF2B5EF4-FFF2-40B4-BE49-F238E27FC236}">
                  <a16:creationId xmlns:a16="http://schemas.microsoft.com/office/drawing/2014/main" id="{C4104465-C3EE-FD05-A020-A3272AAC2FBF}"/>
                </a:ext>
              </a:extLst>
            </p:cNvPr>
            <p:cNvSpPr/>
            <p:nvPr/>
          </p:nvSpPr>
          <p:spPr>
            <a:xfrm>
              <a:off x="2083247" y="2406227"/>
              <a:ext cx="21559" cy="21665"/>
            </a:xfrm>
            <a:custGeom>
              <a:avLst/>
              <a:gdLst>
                <a:gd name="connsiteX0" fmla="*/ 71217 w 142433"/>
                <a:gd name="connsiteY0" fmla="*/ 143136 h 143135"/>
                <a:gd name="connsiteX1" fmla="*/ 0 w 142433"/>
                <a:gd name="connsiteY1" fmla="*/ 71568 h 143135"/>
                <a:gd name="connsiteX2" fmla="*/ 71217 w 142433"/>
                <a:gd name="connsiteY2" fmla="*/ 0 h 143135"/>
                <a:gd name="connsiteX3" fmla="*/ 142434 w 142433"/>
                <a:gd name="connsiteY3" fmla="*/ 71568 h 143135"/>
                <a:gd name="connsiteX4" fmla="*/ 71217 w 142433"/>
                <a:gd name="connsiteY4" fmla="*/ 143136 h 143135"/>
                <a:gd name="connsiteX5" fmla="*/ 71217 w 142433"/>
                <a:gd name="connsiteY5" fmla="*/ 9071 h 143135"/>
                <a:gd name="connsiteX6" fmla="*/ 9026 w 142433"/>
                <a:gd name="connsiteY6" fmla="*/ 71568 h 143135"/>
                <a:gd name="connsiteX7" fmla="*/ 71217 w 142433"/>
                <a:gd name="connsiteY7" fmla="*/ 134065 h 143135"/>
                <a:gd name="connsiteX8" fmla="*/ 133408 w 142433"/>
                <a:gd name="connsiteY8" fmla="*/ 71568 h 143135"/>
                <a:gd name="connsiteX9" fmla="*/ 71217 w 142433"/>
                <a:gd name="connsiteY9" fmla="*/ 9071 h 14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433" h="143135">
                  <a:moveTo>
                    <a:pt x="71217" y="143136"/>
                  </a:moveTo>
                  <a:cubicBezTo>
                    <a:pt x="31881" y="143136"/>
                    <a:pt x="0" y="111098"/>
                    <a:pt x="0" y="71568"/>
                  </a:cubicBezTo>
                  <a:cubicBezTo>
                    <a:pt x="0" y="32038"/>
                    <a:pt x="31881" y="0"/>
                    <a:pt x="71217" y="0"/>
                  </a:cubicBezTo>
                  <a:cubicBezTo>
                    <a:pt x="110553" y="0"/>
                    <a:pt x="142434" y="32038"/>
                    <a:pt x="142434" y="71568"/>
                  </a:cubicBezTo>
                  <a:cubicBezTo>
                    <a:pt x="142380" y="111071"/>
                    <a:pt x="110526" y="143081"/>
                    <a:pt x="71217" y="143136"/>
                  </a:cubicBezTo>
                  <a:close/>
                  <a:moveTo>
                    <a:pt x="71217" y="9071"/>
                  </a:moveTo>
                  <a:cubicBezTo>
                    <a:pt x="36872" y="9071"/>
                    <a:pt x="9026" y="37054"/>
                    <a:pt x="9026" y="71568"/>
                  </a:cubicBezTo>
                  <a:cubicBezTo>
                    <a:pt x="9026" y="106082"/>
                    <a:pt x="36872" y="134065"/>
                    <a:pt x="71217" y="134065"/>
                  </a:cubicBezTo>
                  <a:cubicBezTo>
                    <a:pt x="105562" y="134065"/>
                    <a:pt x="133408" y="106082"/>
                    <a:pt x="133408" y="71568"/>
                  </a:cubicBezTo>
                  <a:cubicBezTo>
                    <a:pt x="133353" y="37072"/>
                    <a:pt x="105544" y="9125"/>
                    <a:pt x="71217" y="9071"/>
                  </a:cubicBezTo>
                  <a:close/>
                </a:path>
              </a:pathLst>
            </a:custGeom>
            <a:solidFill>
              <a:srgbClr val="231F20"/>
            </a:solidFill>
            <a:ln w="9025" cap="flat">
              <a:noFill/>
              <a:prstDash val="solid"/>
              <a:miter/>
            </a:ln>
          </p:spPr>
          <p:txBody>
            <a:bodyPr rtlCol="0" anchor="ctr"/>
            <a:lstStyle/>
            <a:p>
              <a:endParaRPr lang="zh-CN" altLang="en-US"/>
            </a:p>
          </p:txBody>
        </p:sp>
        <p:sp>
          <p:nvSpPr>
            <p:cNvPr id="413" name="任意多边形: 形状 412">
              <a:extLst>
                <a:ext uri="{FF2B5EF4-FFF2-40B4-BE49-F238E27FC236}">
                  <a16:creationId xmlns:a16="http://schemas.microsoft.com/office/drawing/2014/main" id="{08015BED-5701-707B-417E-8AEF1AA63FB3}"/>
                </a:ext>
              </a:extLst>
            </p:cNvPr>
            <p:cNvSpPr/>
            <p:nvPr/>
          </p:nvSpPr>
          <p:spPr>
            <a:xfrm>
              <a:off x="2085452" y="2410046"/>
              <a:ext cx="18010" cy="12740"/>
            </a:xfrm>
            <a:custGeom>
              <a:avLst/>
              <a:gdLst>
                <a:gd name="connsiteX0" fmla="*/ 114508 w 118986"/>
                <a:gd name="connsiteY0" fmla="*/ 84166 h 84166"/>
                <a:gd name="connsiteX1" fmla="*/ 111890 w 118986"/>
                <a:gd name="connsiteY1" fmla="*/ 83350 h 84166"/>
                <a:gd name="connsiteX2" fmla="*/ 1951 w 118986"/>
                <a:gd name="connsiteY2" fmla="*/ 8335 h 84166"/>
                <a:gd name="connsiteX3" fmla="*/ 777 w 118986"/>
                <a:gd name="connsiteY3" fmla="*/ 1986 h 84166"/>
                <a:gd name="connsiteX4" fmla="*/ 6906 w 118986"/>
                <a:gd name="connsiteY4" fmla="*/ 743 h 84166"/>
                <a:gd name="connsiteX5" fmla="*/ 7006 w 118986"/>
                <a:gd name="connsiteY5" fmla="*/ 806 h 84166"/>
                <a:gd name="connsiteX6" fmla="*/ 117035 w 118986"/>
                <a:gd name="connsiteY6" fmla="*/ 76002 h 84166"/>
                <a:gd name="connsiteX7" fmla="*/ 118209 w 118986"/>
                <a:gd name="connsiteY7" fmla="*/ 82352 h 84166"/>
                <a:gd name="connsiteX8" fmla="*/ 114508 w 118986"/>
                <a:gd name="connsiteY8" fmla="*/ 84166 h 84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986" h="84166">
                  <a:moveTo>
                    <a:pt x="114508" y="84166"/>
                  </a:moveTo>
                  <a:cubicBezTo>
                    <a:pt x="113578" y="84166"/>
                    <a:pt x="112666" y="83876"/>
                    <a:pt x="111890" y="83350"/>
                  </a:cubicBezTo>
                  <a:lnTo>
                    <a:pt x="1951" y="8335"/>
                  </a:lnTo>
                  <a:cubicBezTo>
                    <a:pt x="-89" y="6893"/>
                    <a:pt x="-613" y="4072"/>
                    <a:pt x="777" y="1986"/>
                  </a:cubicBezTo>
                  <a:cubicBezTo>
                    <a:pt x="2131" y="-55"/>
                    <a:pt x="4875" y="-618"/>
                    <a:pt x="6906" y="743"/>
                  </a:cubicBezTo>
                  <a:cubicBezTo>
                    <a:pt x="6942" y="761"/>
                    <a:pt x="6969" y="779"/>
                    <a:pt x="7006" y="806"/>
                  </a:cubicBezTo>
                  <a:lnTo>
                    <a:pt x="117035" y="76002"/>
                  </a:lnTo>
                  <a:cubicBezTo>
                    <a:pt x="119075" y="77445"/>
                    <a:pt x="119599" y="80266"/>
                    <a:pt x="118209" y="82352"/>
                  </a:cubicBezTo>
                  <a:cubicBezTo>
                    <a:pt x="117333" y="83522"/>
                    <a:pt x="115961" y="84193"/>
                    <a:pt x="114508" y="84166"/>
                  </a:cubicBezTo>
                  <a:close/>
                </a:path>
              </a:pathLst>
            </a:custGeom>
            <a:solidFill>
              <a:srgbClr val="231F20"/>
            </a:solidFill>
            <a:ln w="9025" cap="flat">
              <a:noFill/>
              <a:prstDash val="solid"/>
              <a:miter/>
            </a:ln>
          </p:spPr>
          <p:txBody>
            <a:bodyPr rtlCol="0" anchor="ctr"/>
            <a:lstStyle/>
            <a:p>
              <a:endParaRPr lang="zh-CN" altLang="en-US"/>
            </a:p>
          </p:txBody>
        </p:sp>
        <p:sp>
          <p:nvSpPr>
            <p:cNvPr id="414" name="任意多边形: 形状 413">
              <a:extLst>
                <a:ext uri="{FF2B5EF4-FFF2-40B4-BE49-F238E27FC236}">
                  <a16:creationId xmlns:a16="http://schemas.microsoft.com/office/drawing/2014/main" id="{ED43C69E-F04E-ADD5-83EF-6F345B8C859F}"/>
                </a:ext>
              </a:extLst>
            </p:cNvPr>
            <p:cNvSpPr/>
            <p:nvPr/>
          </p:nvSpPr>
          <p:spPr>
            <a:xfrm>
              <a:off x="2083652" y="2413297"/>
              <a:ext cx="17556" cy="12208"/>
            </a:xfrm>
            <a:custGeom>
              <a:avLst/>
              <a:gdLst>
                <a:gd name="connsiteX0" fmla="*/ 111507 w 115986"/>
                <a:gd name="connsiteY0" fmla="*/ 80645 h 80651"/>
                <a:gd name="connsiteX1" fmla="*/ 108980 w 115986"/>
                <a:gd name="connsiteY1" fmla="*/ 79828 h 80651"/>
                <a:gd name="connsiteX2" fmla="*/ 2380 w 115986"/>
                <a:gd name="connsiteY2" fmla="*/ 8533 h 80651"/>
                <a:gd name="connsiteX3" fmla="*/ 539 w 115986"/>
                <a:gd name="connsiteY3" fmla="*/ 2392 h 80651"/>
                <a:gd name="connsiteX4" fmla="*/ 6650 w 115986"/>
                <a:gd name="connsiteY4" fmla="*/ 541 h 80651"/>
                <a:gd name="connsiteX5" fmla="*/ 7345 w 115986"/>
                <a:gd name="connsiteY5" fmla="*/ 1004 h 80651"/>
                <a:gd name="connsiteX6" fmla="*/ 113944 w 115986"/>
                <a:gd name="connsiteY6" fmla="*/ 72662 h 80651"/>
                <a:gd name="connsiteX7" fmla="*/ 115289 w 115986"/>
                <a:gd name="connsiteY7" fmla="*/ 78803 h 80651"/>
                <a:gd name="connsiteX8" fmla="*/ 115208 w 115986"/>
                <a:gd name="connsiteY8" fmla="*/ 78921 h 80651"/>
                <a:gd name="connsiteX9" fmla="*/ 111507 w 115986"/>
                <a:gd name="connsiteY9" fmla="*/ 80645 h 80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5986" h="80651">
                  <a:moveTo>
                    <a:pt x="111507" y="80645"/>
                  </a:moveTo>
                  <a:cubicBezTo>
                    <a:pt x="110605" y="80636"/>
                    <a:pt x="109720" y="80354"/>
                    <a:pt x="108980" y="79828"/>
                  </a:cubicBezTo>
                  <a:lnTo>
                    <a:pt x="2380" y="8533"/>
                  </a:lnTo>
                  <a:cubicBezTo>
                    <a:pt x="187" y="7344"/>
                    <a:pt x="-644" y="4596"/>
                    <a:pt x="539" y="2392"/>
                  </a:cubicBezTo>
                  <a:cubicBezTo>
                    <a:pt x="1712" y="188"/>
                    <a:pt x="4447" y="-647"/>
                    <a:pt x="6650" y="541"/>
                  </a:cubicBezTo>
                  <a:cubicBezTo>
                    <a:pt x="6893" y="668"/>
                    <a:pt x="7128" y="832"/>
                    <a:pt x="7345" y="1004"/>
                  </a:cubicBezTo>
                  <a:lnTo>
                    <a:pt x="113944" y="72662"/>
                  </a:lnTo>
                  <a:cubicBezTo>
                    <a:pt x="116002" y="73987"/>
                    <a:pt x="116607" y="76735"/>
                    <a:pt x="115289" y="78803"/>
                  </a:cubicBezTo>
                  <a:cubicBezTo>
                    <a:pt x="115262" y="78840"/>
                    <a:pt x="115235" y="78885"/>
                    <a:pt x="115208" y="78921"/>
                  </a:cubicBezTo>
                  <a:cubicBezTo>
                    <a:pt x="114341" y="80082"/>
                    <a:pt x="112951" y="80726"/>
                    <a:pt x="111507" y="80645"/>
                  </a:cubicBezTo>
                  <a:close/>
                </a:path>
              </a:pathLst>
            </a:custGeom>
            <a:solidFill>
              <a:srgbClr val="231F20"/>
            </a:solidFill>
            <a:ln w="9025" cap="flat">
              <a:noFill/>
              <a:prstDash val="solid"/>
              <a:miter/>
            </a:ln>
          </p:spPr>
          <p:txBody>
            <a:bodyPr rtlCol="0" anchor="ctr"/>
            <a:lstStyle/>
            <a:p>
              <a:endParaRPr lang="zh-CN" altLang="en-US"/>
            </a:p>
          </p:txBody>
        </p:sp>
        <p:sp>
          <p:nvSpPr>
            <p:cNvPr id="415" name="任意多边形: 形状 414">
              <a:extLst>
                <a:ext uri="{FF2B5EF4-FFF2-40B4-BE49-F238E27FC236}">
                  <a16:creationId xmlns:a16="http://schemas.microsoft.com/office/drawing/2014/main" id="{781C560C-C136-69D8-AF7E-D4D8EB864E6B}"/>
                </a:ext>
              </a:extLst>
            </p:cNvPr>
            <p:cNvSpPr/>
            <p:nvPr/>
          </p:nvSpPr>
          <p:spPr>
            <a:xfrm rot="10800000">
              <a:off x="2094013" y="2531304"/>
              <a:ext cx="82411" cy="9473"/>
            </a:xfrm>
            <a:custGeom>
              <a:avLst/>
              <a:gdLst>
                <a:gd name="connsiteX0" fmla="*/ 513321 w 544461"/>
                <a:gd name="connsiteY0" fmla="*/ 0 h 62587"/>
                <a:gd name="connsiteX1" fmla="*/ 544462 w 544461"/>
                <a:gd name="connsiteY1" fmla="*/ 0 h 62587"/>
                <a:gd name="connsiteX2" fmla="*/ 544462 w 544461"/>
                <a:gd name="connsiteY2" fmla="*/ 62588 h 62587"/>
                <a:gd name="connsiteX3" fmla="*/ 513321 w 544461"/>
                <a:gd name="connsiteY3" fmla="*/ 62588 h 62587"/>
                <a:gd name="connsiteX4" fmla="*/ 31140 w 544461"/>
                <a:gd name="connsiteY4" fmla="*/ 62588 h 62587"/>
                <a:gd name="connsiteX5" fmla="*/ 0 w 544461"/>
                <a:gd name="connsiteY5" fmla="*/ 62588 h 62587"/>
                <a:gd name="connsiteX6" fmla="*/ 0 w 544461"/>
                <a:gd name="connsiteY6" fmla="*/ 0 h 62587"/>
                <a:gd name="connsiteX7" fmla="*/ 31140 w 544461"/>
                <a:gd name="connsiteY7" fmla="*/ 0 h 6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4461" h="62587">
                  <a:moveTo>
                    <a:pt x="513321" y="0"/>
                  </a:moveTo>
                  <a:cubicBezTo>
                    <a:pt x="530520" y="0"/>
                    <a:pt x="544462" y="0"/>
                    <a:pt x="544462" y="0"/>
                  </a:cubicBezTo>
                  <a:lnTo>
                    <a:pt x="544462" y="62588"/>
                  </a:lnTo>
                  <a:cubicBezTo>
                    <a:pt x="544462" y="62588"/>
                    <a:pt x="530520" y="62588"/>
                    <a:pt x="513321" y="62588"/>
                  </a:cubicBezTo>
                  <a:lnTo>
                    <a:pt x="31140" y="62588"/>
                  </a:lnTo>
                  <a:cubicBezTo>
                    <a:pt x="13942" y="62588"/>
                    <a:pt x="0" y="62588"/>
                    <a:pt x="0" y="62588"/>
                  </a:cubicBezTo>
                  <a:lnTo>
                    <a:pt x="0" y="0"/>
                  </a:lnTo>
                  <a:cubicBezTo>
                    <a:pt x="0" y="0"/>
                    <a:pt x="13942" y="0"/>
                    <a:pt x="31140" y="0"/>
                  </a:cubicBezTo>
                  <a:close/>
                </a:path>
              </a:pathLst>
            </a:custGeom>
            <a:solidFill>
              <a:schemeClr val="bg1"/>
            </a:solidFill>
            <a:ln w="9025" cap="flat">
              <a:noFill/>
              <a:prstDash val="solid"/>
              <a:miter/>
            </a:ln>
          </p:spPr>
          <p:txBody>
            <a:bodyPr rtlCol="0" anchor="ctr"/>
            <a:lstStyle/>
            <a:p>
              <a:endParaRPr lang="zh-CN" altLang="en-US"/>
            </a:p>
          </p:txBody>
        </p:sp>
        <p:sp>
          <p:nvSpPr>
            <p:cNvPr id="416" name="任意多边形: 形状 415">
              <a:extLst>
                <a:ext uri="{FF2B5EF4-FFF2-40B4-BE49-F238E27FC236}">
                  <a16:creationId xmlns:a16="http://schemas.microsoft.com/office/drawing/2014/main" id="{B4311481-9F30-35FF-974B-B245AC67C383}"/>
                </a:ext>
              </a:extLst>
            </p:cNvPr>
            <p:cNvSpPr/>
            <p:nvPr/>
          </p:nvSpPr>
          <p:spPr>
            <a:xfrm>
              <a:off x="2094122" y="2530618"/>
              <a:ext cx="82433" cy="10846"/>
            </a:xfrm>
            <a:custGeom>
              <a:avLst/>
              <a:gdLst>
                <a:gd name="connsiteX0" fmla="*/ 512604 w 544608"/>
                <a:gd name="connsiteY0" fmla="*/ 71658 h 71658"/>
                <a:gd name="connsiteX1" fmla="*/ 30423 w 544608"/>
                <a:gd name="connsiteY1" fmla="*/ 71658 h 71658"/>
                <a:gd name="connsiteX2" fmla="*/ 456 w 544608"/>
                <a:gd name="connsiteY2" fmla="*/ 30115 h 71658"/>
                <a:gd name="connsiteX3" fmla="*/ 30423 w 544608"/>
                <a:gd name="connsiteY3" fmla="*/ 0 h 71658"/>
                <a:gd name="connsiteX4" fmla="*/ 512604 w 544608"/>
                <a:gd name="connsiteY4" fmla="*/ 0 h 71658"/>
                <a:gd name="connsiteX5" fmla="*/ 542571 w 544608"/>
                <a:gd name="connsiteY5" fmla="*/ 41544 h 71658"/>
                <a:gd name="connsiteX6" fmla="*/ 512604 w 544608"/>
                <a:gd name="connsiteY6" fmla="*/ 71658 h 71658"/>
                <a:gd name="connsiteX7" fmla="*/ 30423 w 544608"/>
                <a:gd name="connsiteY7" fmla="*/ 9071 h 71658"/>
                <a:gd name="connsiteX8" fmla="*/ 8715 w 544608"/>
                <a:gd name="connsiteY8" fmla="*/ 40773 h 71658"/>
                <a:gd name="connsiteX9" fmla="*/ 30423 w 544608"/>
                <a:gd name="connsiteY9" fmla="*/ 62588 h 71658"/>
                <a:gd name="connsiteX10" fmla="*/ 512604 w 544608"/>
                <a:gd name="connsiteY10" fmla="*/ 62588 h 71658"/>
                <a:gd name="connsiteX11" fmla="*/ 544151 w 544608"/>
                <a:gd name="connsiteY11" fmla="*/ 40773 h 71658"/>
                <a:gd name="connsiteX12" fmla="*/ 522452 w 544608"/>
                <a:gd name="connsiteY12" fmla="*/ 9071 h 71658"/>
                <a:gd name="connsiteX13" fmla="*/ 512604 w 544608"/>
                <a:gd name="connsiteY13" fmla="*/ 9071 h 71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4608" h="71658">
                  <a:moveTo>
                    <a:pt x="512604" y="71658"/>
                  </a:moveTo>
                  <a:lnTo>
                    <a:pt x="30423" y="71658"/>
                  </a:lnTo>
                  <a:cubicBezTo>
                    <a:pt x="10728" y="68502"/>
                    <a:pt x="-2685" y="49898"/>
                    <a:pt x="456" y="30115"/>
                  </a:cubicBezTo>
                  <a:cubicBezTo>
                    <a:pt x="2920" y="14622"/>
                    <a:pt x="15006" y="2476"/>
                    <a:pt x="30423" y="0"/>
                  </a:cubicBezTo>
                  <a:lnTo>
                    <a:pt x="512604" y="0"/>
                  </a:lnTo>
                  <a:cubicBezTo>
                    <a:pt x="532299" y="3157"/>
                    <a:pt x="545712" y="21761"/>
                    <a:pt x="542571" y="41544"/>
                  </a:cubicBezTo>
                  <a:cubicBezTo>
                    <a:pt x="540107" y="57036"/>
                    <a:pt x="528021" y="69182"/>
                    <a:pt x="512604" y="71658"/>
                  </a:cubicBezTo>
                  <a:close/>
                  <a:moveTo>
                    <a:pt x="30423" y="9071"/>
                  </a:moveTo>
                  <a:cubicBezTo>
                    <a:pt x="15720" y="11801"/>
                    <a:pt x="5998" y="25997"/>
                    <a:pt x="8715" y="40773"/>
                  </a:cubicBezTo>
                  <a:cubicBezTo>
                    <a:pt x="10755" y="51866"/>
                    <a:pt x="19393" y="60538"/>
                    <a:pt x="30423" y="62588"/>
                  </a:cubicBezTo>
                  <a:lnTo>
                    <a:pt x="512604" y="62588"/>
                  </a:lnTo>
                  <a:cubicBezTo>
                    <a:pt x="527308" y="65318"/>
                    <a:pt x="541434" y="55558"/>
                    <a:pt x="544151" y="40773"/>
                  </a:cubicBezTo>
                  <a:cubicBezTo>
                    <a:pt x="546877" y="25997"/>
                    <a:pt x="537155" y="11801"/>
                    <a:pt x="522452" y="9071"/>
                  </a:cubicBezTo>
                  <a:cubicBezTo>
                    <a:pt x="519193" y="8463"/>
                    <a:pt x="515863" y="8463"/>
                    <a:pt x="512604" y="9071"/>
                  </a:cubicBezTo>
                  <a:close/>
                </a:path>
              </a:pathLst>
            </a:custGeom>
            <a:solidFill>
              <a:srgbClr val="231F20"/>
            </a:solidFill>
            <a:ln w="9025" cap="flat">
              <a:noFill/>
              <a:prstDash val="solid"/>
              <a:miter/>
            </a:ln>
          </p:spPr>
          <p:txBody>
            <a:bodyPr rtlCol="0" anchor="ctr"/>
            <a:lstStyle/>
            <a:p>
              <a:endParaRPr lang="zh-CN" altLang="en-US"/>
            </a:p>
          </p:txBody>
        </p:sp>
        <p:sp>
          <p:nvSpPr>
            <p:cNvPr id="417" name="任意多边形: 形状 416">
              <a:extLst>
                <a:ext uri="{FF2B5EF4-FFF2-40B4-BE49-F238E27FC236}">
                  <a16:creationId xmlns:a16="http://schemas.microsoft.com/office/drawing/2014/main" id="{5BAC701B-CD1D-355E-8AAE-3908301A9971}"/>
                </a:ext>
              </a:extLst>
            </p:cNvPr>
            <p:cNvSpPr/>
            <p:nvPr/>
          </p:nvSpPr>
          <p:spPr>
            <a:xfrm>
              <a:off x="2066115" y="2555633"/>
              <a:ext cx="68831" cy="69170"/>
            </a:xfrm>
            <a:custGeom>
              <a:avLst/>
              <a:gdLst>
                <a:gd name="connsiteX0" fmla="*/ 454741 w 454741"/>
                <a:gd name="connsiteY0" fmla="*/ 228491 h 456981"/>
                <a:gd name="connsiteX1" fmla="*/ 227371 w 454741"/>
                <a:gd name="connsiteY1" fmla="*/ 456981 h 456981"/>
                <a:gd name="connsiteX2" fmla="*/ 0 w 454741"/>
                <a:gd name="connsiteY2" fmla="*/ 228491 h 456981"/>
                <a:gd name="connsiteX3" fmla="*/ 227371 w 454741"/>
                <a:gd name="connsiteY3" fmla="*/ 0 h 456981"/>
                <a:gd name="connsiteX4" fmla="*/ 454741 w 454741"/>
                <a:gd name="connsiteY4" fmla="*/ 228491 h 456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741" h="456981">
                  <a:moveTo>
                    <a:pt x="454741" y="228491"/>
                  </a:moveTo>
                  <a:cubicBezTo>
                    <a:pt x="454741" y="354682"/>
                    <a:pt x="352944" y="456981"/>
                    <a:pt x="227371" y="456981"/>
                  </a:cubicBezTo>
                  <a:cubicBezTo>
                    <a:pt x="101797" y="456981"/>
                    <a:pt x="0" y="354682"/>
                    <a:pt x="0" y="228491"/>
                  </a:cubicBezTo>
                  <a:cubicBezTo>
                    <a:pt x="0" y="102299"/>
                    <a:pt x="101797" y="0"/>
                    <a:pt x="227371" y="0"/>
                  </a:cubicBezTo>
                  <a:cubicBezTo>
                    <a:pt x="352944" y="0"/>
                    <a:pt x="454741" y="102299"/>
                    <a:pt x="454741" y="228491"/>
                  </a:cubicBezTo>
                  <a:close/>
                </a:path>
              </a:pathLst>
            </a:custGeom>
            <a:solidFill>
              <a:srgbClr val="FFFFFF"/>
            </a:solidFill>
            <a:ln w="9025" cap="flat">
              <a:noFill/>
              <a:prstDash val="solid"/>
              <a:miter/>
            </a:ln>
          </p:spPr>
          <p:txBody>
            <a:bodyPr rtlCol="0" anchor="ctr"/>
            <a:lstStyle/>
            <a:p>
              <a:endParaRPr lang="zh-CN" altLang="en-US"/>
            </a:p>
          </p:txBody>
        </p:sp>
        <p:sp>
          <p:nvSpPr>
            <p:cNvPr id="418" name="任意多边形: 形状 417">
              <a:extLst>
                <a:ext uri="{FF2B5EF4-FFF2-40B4-BE49-F238E27FC236}">
                  <a16:creationId xmlns:a16="http://schemas.microsoft.com/office/drawing/2014/main" id="{1F10540E-4AE5-7D81-02C3-B531802E1CD7}"/>
                </a:ext>
              </a:extLst>
            </p:cNvPr>
            <p:cNvSpPr/>
            <p:nvPr/>
          </p:nvSpPr>
          <p:spPr>
            <a:xfrm>
              <a:off x="2065431" y="2554947"/>
              <a:ext cx="70197" cy="70543"/>
            </a:xfrm>
            <a:custGeom>
              <a:avLst/>
              <a:gdLst>
                <a:gd name="connsiteX0" fmla="*/ 231884 w 463767"/>
                <a:gd name="connsiteY0" fmla="*/ 466052 h 466051"/>
                <a:gd name="connsiteX1" fmla="*/ 0 w 463767"/>
                <a:gd name="connsiteY1" fmla="*/ 233026 h 466051"/>
                <a:gd name="connsiteX2" fmla="*/ 231884 w 463767"/>
                <a:gd name="connsiteY2" fmla="*/ 0 h 466051"/>
                <a:gd name="connsiteX3" fmla="*/ 463767 w 463767"/>
                <a:gd name="connsiteY3" fmla="*/ 233026 h 466051"/>
                <a:gd name="connsiteX4" fmla="*/ 231884 w 463767"/>
                <a:gd name="connsiteY4" fmla="*/ 466052 h 466051"/>
                <a:gd name="connsiteX5" fmla="*/ 231884 w 463767"/>
                <a:gd name="connsiteY5" fmla="*/ 9071 h 466051"/>
                <a:gd name="connsiteX6" fmla="*/ 9026 w 463767"/>
                <a:gd name="connsiteY6" fmla="*/ 233026 h 466051"/>
                <a:gd name="connsiteX7" fmla="*/ 231884 w 463767"/>
                <a:gd name="connsiteY7" fmla="*/ 456981 h 466051"/>
                <a:gd name="connsiteX8" fmla="*/ 454741 w 463767"/>
                <a:gd name="connsiteY8" fmla="*/ 233026 h 466051"/>
                <a:gd name="connsiteX9" fmla="*/ 231884 w 463767"/>
                <a:gd name="connsiteY9" fmla="*/ 9071 h 466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3767" h="466051">
                  <a:moveTo>
                    <a:pt x="231884" y="466052"/>
                  </a:moveTo>
                  <a:cubicBezTo>
                    <a:pt x="103820" y="466052"/>
                    <a:pt x="0" y="361721"/>
                    <a:pt x="0" y="233026"/>
                  </a:cubicBezTo>
                  <a:cubicBezTo>
                    <a:pt x="0" y="104331"/>
                    <a:pt x="103820" y="0"/>
                    <a:pt x="231884" y="0"/>
                  </a:cubicBezTo>
                  <a:cubicBezTo>
                    <a:pt x="359948" y="0"/>
                    <a:pt x="463767" y="104331"/>
                    <a:pt x="463767" y="233026"/>
                  </a:cubicBezTo>
                  <a:cubicBezTo>
                    <a:pt x="463614" y="361657"/>
                    <a:pt x="359885" y="465898"/>
                    <a:pt x="231884" y="466052"/>
                  </a:cubicBezTo>
                  <a:close/>
                  <a:moveTo>
                    <a:pt x="231884" y="9071"/>
                  </a:moveTo>
                  <a:cubicBezTo>
                    <a:pt x="108802" y="9071"/>
                    <a:pt x="9026" y="109338"/>
                    <a:pt x="9026" y="233026"/>
                  </a:cubicBezTo>
                  <a:cubicBezTo>
                    <a:pt x="9026" y="356714"/>
                    <a:pt x="108802" y="456981"/>
                    <a:pt x="231884" y="456981"/>
                  </a:cubicBezTo>
                  <a:cubicBezTo>
                    <a:pt x="354965" y="456981"/>
                    <a:pt x="454741" y="356714"/>
                    <a:pt x="454741" y="233026"/>
                  </a:cubicBezTo>
                  <a:cubicBezTo>
                    <a:pt x="454588" y="109401"/>
                    <a:pt x="354902" y="9225"/>
                    <a:pt x="231884" y="9071"/>
                  </a:cubicBezTo>
                  <a:close/>
                </a:path>
              </a:pathLst>
            </a:custGeom>
            <a:solidFill>
              <a:srgbClr val="231F20"/>
            </a:solidFill>
            <a:ln w="9025" cap="flat">
              <a:noFill/>
              <a:prstDash val="solid"/>
              <a:miter/>
            </a:ln>
          </p:spPr>
          <p:txBody>
            <a:bodyPr rtlCol="0" anchor="ctr"/>
            <a:lstStyle/>
            <a:p>
              <a:endParaRPr lang="zh-CN" altLang="en-US"/>
            </a:p>
          </p:txBody>
        </p:sp>
        <p:sp>
          <p:nvSpPr>
            <p:cNvPr id="419" name="任意多边形: 形状 418">
              <a:extLst>
                <a:ext uri="{FF2B5EF4-FFF2-40B4-BE49-F238E27FC236}">
                  <a16:creationId xmlns:a16="http://schemas.microsoft.com/office/drawing/2014/main" id="{EFA44855-7641-534C-6F8C-45CD31CA056B}"/>
                </a:ext>
              </a:extLst>
            </p:cNvPr>
            <p:cNvSpPr/>
            <p:nvPr/>
          </p:nvSpPr>
          <p:spPr>
            <a:xfrm>
              <a:off x="2075514" y="2565079"/>
              <a:ext cx="50031" cy="50278"/>
            </a:xfrm>
            <a:custGeom>
              <a:avLst/>
              <a:gdLst>
                <a:gd name="connsiteX0" fmla="*/ 165270 w 330540"/>
                <a:gd name="connsiteY0" fmla="*/ 332169 h 332168"/>
                <a:gd name="connsiteX1" fmla="*/ 0 w 330540"/>
                <a:gd name="connsiteY1" fmla="*/ 166084 h 332168"/>
                <a:gd name="connsiteX2" fmla="*/ 165270 w 330540"/>
                <a:gd name="connsiteY2" fmla="*/ 0 h 332168"/>
                <a:gd name="connsiteX3" fmla="*/ 330540 w 330540"/>
                <a:gd name="connsiteY3" fmla="*/ 166084 h 332168"/>
                <a:gd name="connsiteX4" fmla="*/ 165270 w 330540"/>
                <a:gd name="connsiteY4" fmla="*/ 332169 h 332168"/>
                <a:gd name="connsiteX5" fmla="*/ 165270 w 330540"/>
                <a:gd name="connsiteY5" fmla="*/ 9071 h 332168"/>
                <a:gd name="connsiteX6" fmla="*/ 9026 w 330540"/>
                <a:gd name="connsiteY6" fmla="*/ 166084 h 332168"/>
                <a:gd name="connsiteX7" fmla="*/ 165270 w 330540"/>
                <a:gd name="connsiteY7" fmla="*/ 323098 h 332168"/>
                <a:gd name="connsiteX8" fmla="*/ 321514 w 330540"/>
                <a:gd name="connsiteY8" fmla="*/ 166084 h 332168"/>
                <a:gd name="connsiteX9" fmla="*/ 165270 w 330540"/>
                <a:gd name="connsiteY9" fmla="*/ 9071 h 332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0540" h="332168">
                  <a:moveTo>
                    <a:pt x="165270" y="332169"/>
                  </a:moveTo>
                  <a:cubicBezTo>
                    <a:pt x="73997" y="332169"/>
                    <a:pt x="0" y="257807"/>
                    <a:pt x="0" y="166084"/>
                  </a:cubicBezTo>
                  <a:cubicBezTo>
                    <a:pt x="0" y="74362"/>
                    <a:pt x="73997" y="0"/>
                    <a:pt x="165270" y="0"/>
                  </a:cubicBezTo>
                  <a:cubicBezTo>
                    <a:pt x="256543" y="0"/>
                    <a:pt x="330540" y="74362"/>
                    <a:pt x="330540" y="166084"/>
                  </a:cubicBezTo>
                  <a:cubicBezTo>
                    <a:pt x="330441" y="257771"/>
                    <a:pt x="256507" y="332069"/>
                    <a:pt x="165270" y="332169"/>
                  </a:cubicBezTo>
                  <a:close/>
                  <a:moveTo>
                    <a:pt x="165270" y="9071"/>
                  </a:moveTo>
                  <a:cubicBezTo>
                    <a:pt x="78979" y="9071"/>
                    <a:pt x="9026" y="79369"/>
                    <a:pt x="9026" y="166084"/>
                  </a:cubicBezTo>
                  <a:cubicBezTo>
                    <a:pt x="9026" y="252800"/>
                    <a:pt x="78979" y="323098"/>
                    <a:pt x="165270" y="323098"/>
                  </a:cubicBezTo>
                  <a:cubicBezTo>
                    <a:pt x="251561" y="323098"/>
                    <a:pt x="321514" y="252800"/>
                    <a:pt x="321514" y="166084"/>
                  </a:cubicBezTo>
                  <a:cubicBezTo>
                    <a:pt x="321460" y="79387"/>
                    <a:pt x="251543" y="9125"/>
                    <a:pt x="165270" y="9071"/>
                  </a:cubicBezTo>
                  <a:close/>
                </a:path>
              </a:pathLst>
            </a:custGeom>
            <a:solidFill>
              <a:srgbClr val="D1D3D4"/>
            </a:solidFill>
            <a:ln w="9025" cap="flat">
              <a:noFill/>
              <a:prstDash val="solid"/>
              <a:miter/>
            </a:ln>
          </p:spPr>
          <p:txBody>
            <a:bodyPr rtlCol="0" anchor="ctr"/>
            <a:lstStyle/>
            <a:p>
              <a:endParaRPr lang="zh-CN" altLang="en-US"/>
            </a:p>
          </p:txBody>
        </p:sp>
        <p:sp>
          <p:nvSpPr>
            <p:cNvPr id="420" name="任意多边形: 形状 419">
              <a:extLst>
                <a:ext uri="{FF2B5EF4-FFF2-40B4-BE49-F238E27FC236}">
                  <a16:creationId xmlns:a16="http://schemas.microsoft.com/office/drawing/2014/main" id="{936340B1-568D-117E-514F-51DD0C9CFBD4}"/>
                </a:ext>
              </a:extLst>
            </p:cNvPr>
            <p:cNvSpPr/>
            <p:nvPr/>
          </p:nvSpPr>
          <p:spPr>
            <a:xfrm>
              <a:off x="2080148" y="2575172"/>
              <a:ext cx="43830" cy="24369"/>
            </a:xfrm>
            <a:custGeom>
              <a:avLst/>
              <a:gdLst>
                <a:gd name="connsiteX0" fmla="*/ 285037 w 289566"/>
                <a:gd name="connsiteY0" fmla="*/ 160998 h 160998"/>
                <a:gd name="connsiteX1" fmla="*/ 282870 w 289566"/>
                <a:gd name="connsiteY1" fmla="*/ 160454 h 160998"/>
                <a:gd name="connsiteX2" fmla="*/ 2426 w 289566"/>
                <a:gd name="connsiteY2" fmla="*/ 8520 h 160998"/>
                <a:gd name="connsiteX3" fmla="*/ 476 w 289566"/>
                <a:gd name="connsiteY3" fmla="*/ 2552 h 160998"/>
                <a:gd name="connsiteX4" fmla="*/ 530 w 289566"/>
                <a:gd name="connsiteY4" fmla="*/ 2443 h 160998"/>
                <a:gd name="connsiteX5" fmla="*/ 6614 w 289566"/>
                <a:gd name="connsiteY5" fmla="*/ 511 h 160998"/>
                <a:gd name="connsiteX6" fmla="*/ 6668 w 289566"/>
                <a:gd name="connsiteY6" fmla="*/ 538 h 160998"/>
                <a:gd name="connsiteX7" fmla="*/ 287203 w 289566"/>
                <a:gd name="connsiteY7" fmla="*/ 152472 h 160998"/>
                <a:gd name="connsiteX8" fmla="*/ 289017 w 289566"/>
                <a:gd name="connsiteY8" fmla="*/ 158622 h 160998"/>
                <a:gd name="connsiteX9" fmla="*/ 289008 w 289566"/>
                <a:gd name="connsiteY9" fmla="*/ 158640 h 160998"/>
                <a:gd name="connsiteX10" fmla="*/ 285037 w 289566"/>
                <a:gd name="connsiteY10" fmla="*/ 160998 h 16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9566" h="160998">
                  <a:moveTo>
                    <a:pt x="285037" y="160998"/>
                  </a:moveTo>
                  <a:cubicBezTo>
                    <a:pt x="284278" y="160989"/>
                    <a:pt x="283538" y="160808"/>
                    <a:pt x="282870" y="160454"/>
                  </a:cubicBezTo>
                  <a:lnTo>
                    <a:pt x="2426" y="8520"/>
                  </a:lnTo>
                  <a:cubicBezTo>
                    <a:pt x="250" y="7413"/>
                    <a:pt x="-625" y="4738"/>
                    <a:pt x="476" y="2552"/>
                  </a:cubicBezTo>
                  <a:cubicBezTo>
                    <a:pt x="494" y="2515"/>
                    <a:pt x="512" y="2479"/>
                    <a:pt x="530" y="2443"/>
                  </a:cubicBezTo>
                  <a:cubicBezTo>
                    <a:pt x="1676" y="220"/>
                    <a:pt x="4402" y="-641"/>
                    <a:pt x="6614" y="511"/>
                  </a:cubicBezTo>
                  <a:cubicBezTo>
                    <a:pt x="6632" y="520"/>
                    <a:pt x="6650" y="529"/>
                    <a:pt x="6668" y="538"/>
                  </a:cubicBezTo>
                  <a:lnTo>
                    <a:pt x="287203" y="152472"/>
                  </a:lnTo>
                  <a:cubicBezTo>
                    <a:pt x="289396" y="153669"/>
                    <a:pt x="290209" y="156418"/>
                    <a:pt x="289017" y="158622"/>
                  </a:cubicBezTo>
                  <a:cubicBezTo>
                    <a:pt x="289017" y="158631"/>
                    <a:pt x="289008" y="158631"/>
                    <a:pt x="289008" y="158640"/>
                  </a:cubicBezTo>
                  <a:cubicBezTo>
                    <a:pt x="288232" y="160109"/>
                    <a:pt x="286697" y="161026"/>
                    <a:pt x="285037" y="160998"/>
                  </a:cubicBezTo>
                  <a:close/>
                </a:path>
              </a:pathLst>
            </a:custGeom>
            <a:solidFill>
              <a:srgbClr val="D1D3D4"/>
            </a:solidFill>
            <a:ln w="9025" cap="flat">
              <a:noFill/>
              <a:prstDash val="solid"/>
              <a:miter/>
            </a:ln>
          </p:spPr>
          <p:txBody>
            <a:bodyPr rtlCol="0" anchor="ctr"/>
            <a:lstStyle/>
            <a:p>
              <a:endParaRPr lang="zh-CN" altLang="en-US"/>
            </a:p>
          </p:txBody>
        </p:sp>
        <p:sp>
          <p:nvSpPr>
            <p:cNvPr id="421" name="任意多边形: 形状 420">
              <a:extLst>
                <a:ext uri="{FF2B5EF4-FFF2-40B4-BE49-F238E27FC236}">
                  <a16:creationId xmlns:a16="http://schemas.microsoft.com/office/drawing/2014/main" id="{D2135F1B-C560-039B-84C9-B1950D68CA8D}"/>
                </a:ext>
              </a:extLst>
            </p:cNvPr>
            <p:cNvSpPr/>
            <p:nvPr/>
          </p:nvSpPr>
          <p:spPr>
            <a:xfrm>
              <a:off x="2076896" y="2581365"/>
              <a:ext cx="43839" cy="24165"/>
            </a:xfrm>
            <a:custGeom>
              <a:avLst/>
              <a:gdLst>
                <a:gd name="connsiteX0" fmla="*/ 284854 w 289631"/>
                <a:gd name="connsiteY0" fmla="*/ 159630 h 159650"/>
                <a:gd name="connsiteX1" fmla="*/ 282688 w 289631"/>
                <a:gd name="connsiteY1" fmla="*/ 159086 h 159650"/>
                <a:gd name="connsiteX2" fmla="*/ 2423 w 289631"/>
                <a:gd name="connsiteY2" fmla="*/ 8603 h 159650"/>
                <a:gd name="connsiteX3" fmla="*/ 528 w 289631"/>
                <a:gd name="connsiteY3" fmla="*/ 2435 h 159650"/>
                <a:gd name="connsiteX4" fmla="*/ 6666 w 289631"/>
                <a:gd name="connsiteY4" fmla="*/ 530 h 159650"/>
                <a:gd name="connsiteX5" fmla="*/ 287201 w 289631"/>
                <a:gd name="connsiteY5" fmla="*/ 151285 h 159650"/>
                <a:gd name="connsiteX6" fmla="*/ 289123 w 289631"/>
                <a:gd name="connsiteY6" fmla="*/ 157399 h 159650"/>
                <a:gd name="connsiteX7" fmla="*/ 289096 w 289631"/>
                <a:gd name="connsiteY7" fmla="*/ 157453 h 159650"/>
                <a:gd name="connsiteX8" fmla="*/ 284854 w 289631"/>
                <a:gd name="connsiteY8" fmla="*/ 159630 h 15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631" h="159650">
                  <a:moveTo>
                    <a:pt x="284854" y="159630"/>
                  </a:moveTo>
                  <a:cubicBezTo>
                    <a:pt x="284096" y="159621"/>
                    <a:pt x="283356" y="159440"/>
                    <a:pt x="282688" y="159086"/>
                  </a:cubicBezTo>
                  <a:lnTo>
                    <a:pt x="2423" y="8603"/>
                  </a:lnTo>
                  <a:cubicBezTo>
                    <a:pt x="203" y="7424"/>
                    <a:pt x="-646" y="4667"/>
                    <a:pt x="528" y="2435"/>
                  </a:cubicBezTo>
                  <a:cubicBezTo>
                    <a:pt x="1701" y="204"/>
                    <a:pt x="4445" y="-649"/>
                    <a:pt x="6666" y="530"/>
                  </a:cubicBezTo>
                  <a:lnTo>
                    <a:pt x="287201" y="151285"/>
                  </a:lnTo>
                  <a:cubicBezTo>
                    <a:pt x="289412" y="152437"/>
                    <a:pt x="290270" y="155177"/>
                    <a:pt x="289123" y="157399"/>
                  </a:cubicBezTo>
                  <a:cubicBezTo>
                    <a:pt x="289114" y="157417"/>
                    <a:pt x="289105" y="157435"/>
                    <a:pt x="289096" y="157453"/>
                  </a:cubicBezTo>
                  <a:cubicBezTo>
                    <a:pt x="288221" y="158950"/>
                    <a:pt x="286569" y="159794"/>
                    <a:pt x="284854" y="159630"/>
                  </a:cubicBezTo>
                  <a:close/>
                </a:path>
              </a:pathLst>
            </a:custGeom>
            <a:solidFill>
              <a:srgbClr val="D1D3D4"/>
            </a:solidFill>
            <a:ln w="9025" cap="flat">
              <a:noFill/>
              <a:prstDash val="solid"/>
              <a:miter/>
            </a:ln>
          </p:spPr>
          <p:txBody>
            <a:bodyPr rtlCol="0" anchor="ctr"/>
            <a:lstStyle/>
            <a:p>
              <a:endParaRPr lang="zh-CN" altLang="en-US"/>
            </a:p>
          </p:txBody>
        </p:sp>
        <p:sp>
          <p:nvSpPr>
            <p:cNvPr id="422" name="任意多边形: 形状 421">
              <a:extLst>
                <a:ext uri="{FF2B5EF4-FFF2-40B4-BE49-F238E27FC236}">
                  <a16:creationId xmlns:a16="http://schemas.microsoft.com/office/drawing/2014/main" id="{6BC8DE61-4F3B-C3E5-B32C-0F033DAA9691}"/>
                </a:ext>
              </a:extLst>
            </p:cNvPr>
            <p:cNvSpPr/>
            <p:nvPr/>
          </p:nvSpPr>
          <p:spPr>
            <a:xfrm>
              <a:off x="2175700" y="2578617"/>
              <a:ext cx="38364" cy="1373"/>
            </a:xfrm>
            <a:custGeom>
              <a:avLst/>
              <a:gdLst>
                <a:gd name="connsiteX0" fmla="*/ 249214 w 253456"/>
                <a:gd name="connsiteY0" fmla="*/ 9071 h 9070"/>
                <a:gd name="connsiteX1" fmla="*/ 4513 w 253456"/>
                <a:gd name="connsiteY1" fmla="*/ 9071 h 9070"/>
                <a:gd name="connsiteX2" fmla="*/ 0 w 253456"/>
                <a:gd name="connsiteY2" fmla="*/ 4535 h 9070"/>
                <a:gd name="connsiteX3" fmla="*/ 4513 w 253456"/>
                <a:gd name="connsiteY3" fmla="*/ 0 h 9070"/>
                <a:gd name="connsiteX4" fmla="*/ 248943 w 253456"/>
                <a:gd name="connsiteY4" fmla="*/ 0 h 9070"/>
                <a:gd name="connsiteX5" fmla="*/ 253456 w 253456"/>
                <a:gd name="connsiteY5" fmla="*/ 4535 h 9070"/>
                <a:gd name="connsiteX6" fmla="*/ 249214 w 253456"/>
                <a:gd name="connsiteY6" fmla="*/ 9071 h 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456" h="9070">
                  <a:moveTo>
                    <a:pt x="249214" y="9071"/>
                  </a:moveTo>
                  <a:lnTo>
                    <a:pt x="4513" y="9071"/>
                  </a:lnTo>
                  <a:cubicBezTo>
                    <a:pt x="2022" y="9071"/>
                    <a:pt x="0" y="7039"/>
                    <a:pt x="0" y="4535"/>
                  </a:cubicBezTo>
                  <a:cubicBezTo>
                    <a:pt x="45" y="2050"/>
                    <a:pt x="2040" y="45"/>
                    <a:pt x="4513" y="0"/>
                  </a:cubicBezTo>
                  <a:lnTo>
                    <a:pt x="248943" y="0"/>
                  </a:lnTo>
                  <a:cubicBezTo>
                    <a:pt x="251434" y="0"/>
                    <a:pt x="253456" y="2032"/>
                    <a:pt x="253456" y="4535"/>
                  </a:cubicBezTo>
                  <a:cubicBezTo>
                    <a:pt x="253456" y="6939"/>
                    <a:pt x="251597" y="8926"/>
                    <a:pt x="249214" y="9071"/>
                  </a:cubicBezTo>
                  <a:close/>
                </a:path>
              </a:pathLst>
            </a:custGeom>
            <a:solidFill>
              <a:srgbClr val="231F20"/>
            </a:solidFill>
            <a:ln w="9025" cap="flat">
              <a:noFill/>
              <a:prstDash val="solid"/>
              <a:miter/>
            </a:ln>
          </p:spPr>
          <p:txBody>
            <a:bodyPr rtlCol="0" anchor="ctr"/>
            <a:lstStyle/>
            <a:p>
              <a:endParaRPr lang="zh-CN" altLang="en-US"/>
            </a:p>
          </p:txBody>
        </p:sp>
        <p:sp>
          <p:nvSpPr>
            <p:cNvPr id="423" name="任意多边形: 形状 422">
              <a:extLst>
                <a:ext uri="{FF2B5EF4-FFF2-40B4-BE49-F238E27FC236}">
                  <a16:creationId xmlns:a16="http://schemas.microsoft.com/office/drawing/2014/main" id="{3559DBDC-FA71-F52E-021D-AD4D230688CD}"/>
                </a:ext>
              </a:extLst>
            </p:cNvPr>
            <p:cNvSpPr/>
            <p:nvPr/>
          </p:nvSpPr>
          <p:spPr>
            <a:xfrm>
              <a:off x="2190415" y="2405184"/>
              <a:ext cx="9017" cy="14691"/>
            </a:xfrm>
            <a:custGeom>
              <a:avLst/>
              <a:gdLst>
                <a:gd name="connsiteX0" fmla="*/ 59573 w 59573"/>
                <a:gd name="connsiteY0" fmla="*/ 48528 h 97056"/>
                <a:gd name="connsiteX1" fmla="*/ 29786 w 59573"/>
                <a:gd name="connsiteY1" fmla="*/ 97056 h 97056"/>
                <a:gd name="connsiteX2" fmla="*/ 0 w 59573"/>
                <a:gd name="connsiteY2" fmla="*/ 48528 h 97056"/>
                <a:gd name="connsiteX3" fmla="*/ 29786 w 59573"/>
                <a:gd name="connsiteY3" fmla="*/ 0 h 97056"/>
                <a:gd name="connsiteX4" fmla="*/ 59573 w 59573"/>
                <a:gd name="connsiteY4" fmla="*/ 48528 h 97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73" h="97056">
                  <a:moveTo>
                    <a:pt x="59573" y="48528"/>
                  </a:moveTo>
                  <a:cubicBezTo>
                    <a:pt x="59573" y="75330"/>
                    <a:pt x="46237" y="97056"/>
                    <a:pt x="29786" y="97056"/>
                  </a:cubicBezTo>
                  <a:cubicBezTo>
                    <a:pt x="13336" y="97056"/>
                    <a:pt x="0" y="75330"/>
                    <a:pt x="0" y="48528"/>
                  </a:cubicBezTo>
                  <a:cubicBezTo>
                    <a:pt x="0" y="21727"/>
                    <a:pt x="13336" y="0"/>
                    <a:pt x="29786" y="0"/>
                  </a:cubicBezTo>
                  <a:cubicBezTo>
                    <a:pt x="46237" y="0"/>
                    <a:pt x="59573" y="21727"/>
                    <a:pt x="59573" y="48528"/>
                  </a:cubicBezTo>
                  <a:close/>
                </a:path>
              </a:pathLst>
            </a:custGeom>
            <a:solidFill>
              <a:srgbClr val="231F20"/>
            </a:solidFill>
            <a:ln w="9025"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3812873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565F6-5A29-0ED5-65DB-CFF04D5EEBB5}"/>
            </a:ext>
          </a:extLst>
        </p:cNvPr>
        <p:cNvGrpSpPr/>
        <p:nvPr/>
      </p:nvGrpSpPr>
      <p:grpSpPr>
        <a:xfrm>
          <a:off x="0" y="0"/>
          <a:ext cx="0" cy="0"/>
          <a:chOff x="0" y="0"/>
          <a:chExt cx="0" cy="0"/>
        </a:xfrm>
      </p:grpSpPr>
      <p:sp>
        <p:nvSpPr>
          <p:cNvPr id="10" name="任意多边形: 形状 9">
            <a:extLst>
              <a:ext uri="{FF2B5EF4-FFF2-40B4-BE49-F238E27FC236}">
                <a16:creationId xmlns:a16="http://schemas.microsoft.com/office/drawing/2014/main" id="{1BC5F323-DF73-88A3-3690-77A5EEF1CFBB}"/>
              </a:ext>
            </a:extLst>
          </p:cNvPr>
          <p:cNvSpPr/>
          <p:nvPr/>
        </p:nvSpPr>
        <p:spPr>
          <a:xfrm>
            <a:off x="-16449794" y="-1338321"/>
            <a:ext cx="45091590" cy="16392642"/>
          </a:xfrm>
          <a:custGeom>
            <a:avLst/>
            <a:gdLst>
              <a:gd name="connsiteX0" fmla="*/ 6195629 w 12192000"/>
              <a:gd name="connsiteY0" fmla="*/ 0 h 4432291"/>
              <a:gd name="connsiteX1" fmla="*/ 12148937 w 12192000"/>
              <a:gd name="connsiteY1" fmla="*/ 3741229 h 4432291"/>
              <a:gd name="connsiteX2" fmla="*/ 12192000 w 12192000"/>
              <a:gd name="connsiteY2" fmla="*/ 3836481 h 4432291"/>
              <a:gd name="connsiteX3" fmla="*/ 12192000 w 12192000"/>
              <a:gd name="connsiteY3" fmla="*/ 4432291 h 4432291"/>
              <a:gd name="connsiteX4" fmla="*/ 0 w 12192000"/>
              <a:gd name="connsiteY4" fmla="*/ 4432291 h 4432291"/>
              <a:gd name="connsiteX5" fmla="*/ 0 w 12192000"/>
              <a:gd name="connsiteY5" fmla="*/ 4312918 h 4432291"/>
              <a:gd name="connsiteX6" fmla="*/ 110058 w 12192000"/>
              <a:gd name="connsiteY6" fmla="*/ 4033788 h 4432291"/>
              <a:gd name="connsiteX7" fmla="*/ 6195629 w 12192000"/>
              <a:gd name="connsiteY7" fmla="*/ 0 h 443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32291">
                <a:moveTo>
                  <a:pt x="6195629" y="0"/>
                </a:moveTo>
                <a:cubicBezTo>
                  <a:pt x="8817353" y="0"/>
                  <a:pt x="11082292" y="1527579"/>
                  <a:pt x="12148937" y="3741229"/>
                </a:cubicBezTo>
                <a:lnTo>
                  <a:pt x="12192000" y="3836481"/>
                </a:lnTo>
                <a:lnTo>
                  <a:pt x="12192000" y="4432291"/>
                </a:lnTo>
                <a:lnTo>
                  <a:pt x="0" y="4432291"/>
                </a:lnTo>
                <a:lnTo>
                  <a:pt x="0" y="4312918"/>
                </a:lnTo>
                <a:lnTo>
                  <a:pt x="110058" y="4033788"/>
                </a:lnTo>
                <a:cubicBezTo>
                  <a:pt x="1112690" y="1663300"/>
                  <a:pt x="3459917" y="0"/>
                  <a:pt x="6195629"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defTabSz="914400">
              <a:defRPr/>
            </a:pPr>
            <a:endParaRPr kumimoji="0" lang="zh-CN" altLang="en-US" sz="9600" b="0" i="0" u="none" strike="noStrike" kern="1200" cap="none" spc="0" normalizeH="0" baseline="0" noProof="0" dirty="0">
              <a:ln>
                <a:noFill/>
              </a:ln>
              <a:solidFill>
                <a:srgbClr val="FFFFFF"/>
              </a:solidFill>
              <a:effectLst/>
              <a:uLnTx/>
              <a:uFillTx/>
              <a:latin typeface="Consolas" panose="020B0609020204030204" pitchFamily="49" charset="0"/>
            </a:endParaRPr>
          </a:p>
        </p:txBody>
      </p:sp>
      <p:sp>
        <p:nvSpPr>
          <p:cNvPr id="371" name="文本框 370">
            <a:extLst>
              <a:ext uri="{FF2B5EF4-FFF2-40B4-BE49-F238E27FC236}">
                <a16:creationId xmlns:a16="http://schemas.microsoft.com/office/drawing/2014/main" id="{35211FCD-F629-57AD-0796-8534DF760267}"/>
              </a:ext>
            </a:extLst>
          </p:cNvPr>
          <p:cNvSpPr txBox="1"/>
          <p:nvPr/>
        </p:nvSpPr>
        <p:spPr>
          <a:xfrm>
            <a:off x="2480103" y="2644170"/>
            <a:ext cx="4640994" cy="1569660"/>
          </a:xfrm>
          <a:prstGeom prst="rect">
            <a:avLst/>
          </a:prstGeom>
          <a:noFill/>
        </p:spPr>
        <p:txBody>
          <a:bodyPr wrap="square">
            <a:spAutoFit/>
          </a:bodyPr>
          <a:lstStyle/>
          <a:p>
            <a:pPr lvl="0" algn="ctr" defTabSz="914400">
              <a:defRPr/>
            </a:pPr>
            <a:r>
              <a:rPr lang="en-US" altLang="zh-CN" sz="9600" dirty="0">
                <a:latin typeface="Consolas" panose="020B0609020204030204" pitchFamily="49" charset="0"/>
              </a:rPr>
              <a:t>Python</a:t>
            </a:r>
            <a:endParaRPr kumimoji="0" lang="zh-CN" altLang="en-US" sz="9600" b="0" i="0" u="none" strike="noStrike" kern="1200" cap="none" spc="0" normalizeH="0" baseline="0" noProof="0" dirty="0">
              <a:ln>
                <a:noFill/>
              </a:ln>
              <a:effectLst/>
              <a:uLnTx/>
              <a:uFillTx/>
              <a:latin typeface="Consolas" panose="020B0609020204030204" pitchFamily="49" charset="0"/>
            </a:endParaRPr>
          </a:p>
        </p:txBody>
      </p:sp>
      <p:grpSp>
        <p:nvGrpSpPr>
          <p:cNvPr id="372" name="组合 371">
            <a:extLst>
              <a:ext uri="{FF2B5EF4-FFF2-40B4-BE49-F238E27FC236}">
                <a16:creationId xmlns:a16="http://schemas.microsoft.com/office/drawing/2014/main" id="{91D8439D-0EEC-3706-7C70-BDA0DB329872}"/>
              </a:ext>
            </a:extLst>
          </p:cNvPr>
          <p:cNvGrpSpPr>
            <a:grpSpLocks noChangeAspect="1"/>
          </p:cNvGrpSpPr>
          <p:nvPr/>
        </p:nvGrpSpPr>
        <p:grpSpPr>
          <a:xfrm flipH="1">
            <a:off x="8374740" y="2552044"/>
            <a:ext cx="1169310" cy="1753912"/>
            <a:chOff x="2031807" y="2310826"/>
            <a:chExt cx="215376" cy="323053"/>
          </a:xfrm>
        </p:grpSpPr>
        <p:sp>
          <p:nvSpPr>
            <p:cNvPr id="373" name="任意多边形: 形状 372">
              <a:extLst>
                <a:ext uri="{FF2B5EF4-FFF2-40B4-BE49-F238E27FC236}">
                  <a16:creationId xmlns:a16="http://schemas.microsoft.com/office/drawing/2014/main" id="{CB6B5526-6C3C-EA48-FAD4-7E77DE1C768C}"/>
                </a:ext>
              </a:extLst>
            </p:cNvPr>
            <p:cNvSpPr/>
            <p:nvPr/>
          </p:nvSpPr>
          <p:spPr>
            <a:xfrm>
              <a:off x="2060683" y="2553252"/>
              <a:ext cx="93957" cy="79940"/>
            </a:xfrm>
            <a:custGeom>
              <a:avLst/>
              <a:gdLst>
                <a:gd name="connsiteX0" fmla="*/ 595508 w 620741"/>
                <a:gd name="connsiteY0" fmla="*/ 528134 h 528134"/>
                <a:gd name="connsiteX1" fmla="*/ 9345 w 620741"/>
                <a:gd name="connsiteY1" fmla="*/ 528134 h 528134"/>
                <a:gd name="connsiteX2" fmla="*/ 104211 w 620741"/>
                <a:gd name="connsiteY2" fmla="*/ 36594 h 528134"/>
                <a:gd name="connsiteX3" fmla="*/ 595508 w 620741"/>
                <a:gd name="connsiteY3" fmla="*/ 122947 h 528134"/>
                <a:gd name="connsiteX4" fmla="*/ 595508 w 620741"/>
                <a:gd name="connsiteY4" fmla="*/ 528134 h 528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741" h="528134">
                  <a:moveTo>
                    <a:pt x="595508" y="528134"/>
                  </a:moveTo>
                  <a:lnTo>
                    <a:pt x="9345" y="528134"/>
                  </a:lnTo>
                  <a:cubicBezTo>
                    <a:pt x="9345" y="528134"/>
                    <a:pt x="-44000" y="108071"/>
                    <a:pt x="104211" y="36594"/>
                  </a:cubicBezTo>
                  <a:cubicBezTo>
                    <a:pt x="252422" y="-34883"/>
                    <a:pt x="538733" y="674"/>
                    <a:pt x="595508" y="122947"/>
                  </a:cubicBezTo>
                  <a:cubicBezTo>
                    <a:pt x="652283" y="245220"/>
                    <a:pt x="595508" y="528134"/>
                    <a:pt x="595508" y="528134"/>
                  </a:cubicBezTo>
                  <a:close/>
                </a:path>
              </a:pathLst>
            </a:custGeom>
            <a:solidFill>
              <a:srgbClr val="231F20"/>
            </a:solidFill>
            <a:ln w="9025" cap="flat">
              <a:noFill/>
              <a:prstDash val="solid"/>
              <a:miter/>
            </a:ln>
          </p:spPr>
          <p:txBody>
            <a:bodyPr rtlCol="0" anchor="ctr"/>
            <a:lstStyle/>
            <a:p>
              <a:endParaRPr lang="zh-CN" altLang="en-US"/>
            </a:p>
          </p:txBody>
        </p:sp>
        <p:sp>
          <p:nvSpPr>
            <p:cNvPr id="374" name="任意多边形: 形状 373">
              <a:extLst>
                <a:ext uri="{FF2B5EF4-FFF2-40B4-BE49-F238E27FC236}">
                  <a16:creationId xmlns:a16="http://schemas.microsoft.com/office/drawing/2014/main" id="{F68E11B7-B657-8380-4A7A-7A52605104C0}"/>
                </a:ext>
              </a:extLst>
            </p:cNvPr>
            <p:cNvSpPr/>
            <p:nvPr/>
          </p:nvSpPr>
          <p:spPr>
            <a:xfrm>
              <a:off x="2060074" y="2552618"/>
              <a:ext cx="95360" cy="81261"/>
            </a:xfrm>
            <a:custGeom>
              <a:avLst/>
              <a:gdLst>
                <a:gd name="connsiteX0" fmla="*/ 599533 w 630011"/>
                <a:gd name="connsiteY0" fmla="*/ 536862 h 536864"/>
                <a:gd name="connsiteX1" fmla="*/ 13370 w 630011"/>
                <a:gd name="connsiteY1" fmla="*/ 536862 h 536864"/>
                <a:gd name="connsiteX2" fmla="*/ 8947 w 630011"/>
                <a:gd name="connsiteY2" fmla="*/ 532871 h 536864"/>
                <a:gd name="connsiteX3" fmla="*/ 1184 w 630011"/>
                <a:gd name="connsiteY3" fmla="*/ 313270 h 536864"/>
                <a:gd name="connsiteX4" fmla="*/ 106701 w 630011"/>
                <a:gd name="connsiteY4" fmla="*/ 36795 h 536864"/>
                <a:gd name="connsiteX5" fmla="*/ 478220 w 630011"/>
                <a:gd name="connsiteY5" fmla="*/ 29176 h 536864"/>
                <a:gd name="connsiteX6" fmla="*/ 604046 w 630011"/>
                <a:gd name="connsiteY6" fmla="*/ 125325 h 536864"/>
                <a:gd name="connsiteX7" fmla="*/ 604046 w 630011"/>
                <a:gd name="connsiteY7" fmla="*/ 533506 h 536864"/>
                <a:gd name="connsiteX8" fmla="*/ 599533 w 630011"/>
                <a:gd name="connsiteY8" fmla="*/ 536862 h 536864"/>
                <a:gd name="connsiteX9" fmla="*/ 17432 w 630011"/>
                <a:gd name="connsiteY9" fmla="*/ 527791 h 536864"/>
                <a:gd name="connsiteX10" fmla="*/ 595832 w 630011"/>
                <a:gd name="connsiteY10" fmla="*/ 527791 h 536864"/>
                <a:gd name="connsiteX11" fmla="*/ 595832 w 630011"/>
                <a:gd name="connsiteY11" fmla="*/ 129135 h 536864"/>
                <a:gd name="connsiteX12" fmla="*/ 475151 w 630011"/>
                <a:gd name="connsiteY12" fmla="*/ 37611 h 536864"/>
                <a:gd name="connsiteX13" fmla="*/ 110582 w 630011"/>
                <a:gd name="connsiteY13" fmla="*/ 44868 h 536864"/>
                <a:gd name="connsiteX14" fmla="*/ 17432 w 630011"/>
                <a:gd name="connsiteY14" fmla="*/ 527791 h 53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0011" h="536864">
                  <a:moveTo>
                    <a:pt x="599533" y="536862"/>
                  </a:moveTo>
                  <a:lnTo>
                    <a:pt x="13370" y="536862"/>
                  </a:lnTo>
                  <a:cubicBezTo>
                    <a:pt x="11113" y="536835"/>
                    <a:pt x="9218" y="535130"/>
                    <a:pt x="8947" y="532871"/>
                  </a:cubicBezTo>
                  <a:cubicBezTo>
                    <a:pt x="814" y="459979"/>
                    <a:pt x="-1776" y="386561"/>
                    <a:pt x="1184" y="313270"/>
                  </a:cubicBezTo>
                  <a:cubicBezTo>
                    <a:pt x="8135" y="160247"/>
                    <a:pt x="43698" y="67182"/>
                    <a:pt x="106701" y="36795"/>
                  </a:cubicBezTo>
                  <a:cubicBezTo>
                    <a:pt x="202108" y="-9193"/>
                    <a:pt x="361782" y="-12459"/>
                    <a:pt x="478220" y="29176"/>
                  </a:cubicBezTo>
                  <a:cubicBezTo>
                    <a:pt x="541404" y="51943"/>
                    <a:pt x="585271" y="85142"/>
                    <a:pt x="604046" y="125325"/>
                  </a:cubicBezTo>
                  <a:cubicBezTo>
                    <a:pt x="661092" y="247416"/>
                    <a:pt x="606754" y="521623"/>
                    <a:pt x="604046" y="533506"/>
                  </a:cubicBezTo>
                  <a:cubicBezTo>
                    <a:pt x="603504" y="535547"/>
                    <a:pt x="601627" y="536934"/>
                    <a:pt x="599533" y="536862"/>
                  </a:cubicBezTo>
                  <a:close/>
                  <a:moveTo>
                    <a:pt x="17432" y="527791"/>
                  </a:moveTo>
                  <a:lnTo>
                    <a:pt x="595832" y="527791"/>
                  </a:lnTo>
                  <a:cubicBezTo>
                    <a:pt x="602150" y="494320"/>
                    <a:pt x="647733" y="241067"/>
                    <a:pt x="595832" y="129135"/>
                  </a:cubicBezTo>
                  <a:cubicBezTo>
                    <a:pt x="577780" y="91219"/>
                    <a:pt x="536349" y="59562"/>
                    <a:pt x="475151" y="37611"/>
                  </a:cubicBezTo>
                  <a:cubicBezTo>
                    <a:pt x="360699" y="-3297"/>
                    <a:pt x="204365" y="-213"/>
                    <a:pt x="110582" y="44868"/>
                  </a:cubicBezTo>
                  <a:cubicBezTo>
                    <a:pt x="-25894" y="110449"/>
                    <a:pt x="12557" y="484887"/>
                    <a:pt x="17432" y="527791"/>
                  </a:cubicBezTo>
                  <a:close/>
                </a:path>
              </a:pathLst>
            </a:custGeom>
            <a:solidFill>
              <a:srgbClr val="231F20"/>
            </a:solidFill>
            <a:ln w="9025" cap="flat">
              <a:noFill/>
              <a:prstDash val="solid"/>
              <a:miter/>
            </a:ln>
          </p:spPr>
          <p:txBody>
            <a:bodyPr rtlCol="0" anchor="ctr"/>
            <a:lstStyle/>
            <a:p>
              <a:endParaRPr lang="zh-CN" altLang="en-US"/>
            </a:p>
          </p:txBody>
        </p:sp>
        <p:sp>
          <p:nvSpPr>
            <p:cNvPr id="375" name="任意多边形: 形状 374">
              <a:extLst>
                <a:ext uri="{FF2B5EF4-FFF2-40B4-BE49-F238E27FC236}">
                  <a16:creationId xmlns:a16="http://schemas.microsoft.com/office/drawing/2014/main" id="{681E8F65-E55E-AB20-CB54-B13EC380ADC9}"/>
                </a:ext>
              </a:extLst>
            </p:cNvPr>
            <p:cNvSpPr/>
            <p:nvPr/>
          </p:nvSpPr>
          <p:spPr>
            <a:xfrm>
              <a:off x="2032492" y="2540748"/>
              <a:ext cx="214061" cy="92444"/>
            </a:xfrm>
            <a:custGeom>
              <a:avLst/>
              <a:gdLst>
                <a:gd name="connsiteX0" fmla="*/ 864441 w 1414228"/>
                <a:gd name="connsiteY0" fmla="*/ 199 h 610746"/>
                <a:gd name="connsiteX1" fmla="*/ 990808 w 1414228"/>
                <a:gd name="connsiteY1" fmla="*/ 199 h 610746"/>
                <a:gd name="connsiteX2" fmla="*/ 1254194 w 1414228"/>
                <a:gd name="connsiteY2" fmla="*/ 169821 h 610746"/>
                <a:gd name="connsiteX3" fmla="*/ 1414228 w 1414228"/>
                <a:gd name="connsiteY3" fmla="*/ 610747 h 610746"/>
                <a:gd name="connsiteX4" fmla="*/ 782393 w 1414228"/>
                <a:gd name="connsiteY4" fmla="*/ 610747 h 610746"/>
                <a:gd name="connsiteX5" fmla="*/ 502761 w 1414228"/>
                <a:gd name="connsiteY5" fmla="*/ 134082 h 610746"/>
                <a:gd name="connsiteX6" fmla="*/ 276564 w 1414228"/>
                <a:gd name="connsiteY6" fmla="*/ 305428 h 610746"/>
                <a:gd name="connsiteX7" fmla="*/ 276564 w 1414228"/>
                <a:gd name="connsiteY7" fmla="*/ 610747 h 610746"/>
                <a:gd name="connsiteX8" fmla="*/ 0 w 1414228"/>
                <a:gd name="connsiteY8" fmla="*/ 610747 h 610746"/>
                <a:gd name="connsiteX9" fmla="*/ 140358 w 1414228"/>
                <a:gd name="connsiteY9" fmla="*/ 151952 h 610746"/>
                <a:gd name="connsiteX10" fmla="*/ 437591 w 1414228"/>
                <a:gd name="connsiteY10" fmla="*/ 199 h 61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4228" h="610746">
                  <a:moveTo>
                    <a:pt x="864441" y="199"/>
                  </a:moveTo>
                  <a:lnTo>
                    <a:pt x="990808" y="199"/>
                  </a:lnTo>
                  <a:cubicBezTo>
                    <a:pt x="990808" y="199"/>
                    <a:pt x="1120786" y="23873"/>
                    <a:pt x="1254194" y="169821"/>
                  </a:cubicBezTo>
                  <a:cubicBezTo>
                    <a:pt x="1387601" y="315768"/>
                    <a:pt x="1414228" y="610747"/>
                    <a:pt x="1414228" y="610747"/>
                  </a:cubicBezTo>
                  <a:lnTo>
                    <a:pt x="782393" y="610747"/>
                  </a:lnTo>
                  <a:cubicBezTo>
                    <a:pt x="782393" y="610747"/>
                    <a:pt x="661803" y="181794"/>
                    <a:pt x="502761" y="134082"/>
                  </a:cubicBezTo>
                  <a:cubicBezTo>
                    <a:pt x="343719" y="86370"/>
                    <a:pt x="301115" y="161294"/>
                    <a:pt x="276564" y="305428"/>
                  </a:cubicBezTo>
                  <a:cubicBezTo>
                    <a:pt x="252012" y="449561"/>
                    <a:pt x="276564" y="610747"/>
                    <a:pt x="276564" y="610747"/>
                  </a:cubicBezTo>
                  <a:lnTo>
                    <a:pt x="0" y="610747"/>
                  </a:lnTo>
                  <a:cubicBezTo>
                    <a:pt x="0" y="610747"/>
                    <a:pt x="25905" y="315768"/>
                    <a:pt x="140358" y="151952"/>
                  </a:cubicBezTo>
                  <a:cubicBezTo>
                    <a:pt x="254810" y="-11865"/>
                    <a:pt x="437591" y="199"/>
                    <a:pt x="437591" y="199"/>
                  </a:cubicBezTo>
                  <a:close/>
                </a:path>
              </a:pathLst>
            </a:custGeom>
            <a:solidFill>
              <a:schemeClr val="bg1"/>
            </a:solidFill>
            <a:ln w="9025" cap="flat">
              <a:noFill/>
              <a:prstDash val="solid"/>
              <a:miter/>
            </a:ln>
          </p:spPr>
          <p:txBody>
            <a:bodyPr rtlCol="0" anchor="ctr"/>
            <a:lstStyle/>
            <a:p>
              <a:endParaRPr lang="zh-CN" altLang="en-US"/>
            </a:p>
          </p:txBody>
        </p:sp>
        <p:sp>
          <p:nvSpPr>
            <p:cNvPr id="376" name="任意多边形: 形状 375">
              <a:extLst>
                <a:ext uri="{FF2B5EF4-FFF2-40B4-BE49-F238E27FC236}">
                  <a16:creationId xmlns:a16="http://schemas.microsoft.com/office/drawing/2014/main" id="{707F2755-AA15-A4B4-97B9-B906F6E1F730}"/>
                </a:ext>
              </a:extLst>
            </p:cNvPr>
            <p:cNvSpPr/>
            <p:nvPr/>
          </p:nvSpPr>
          <p:spPr>
            <a:xfrm>
              <a:off x="2031807" y="2540060"/>
              <a:ext cx="215376" cy="93819"/>
            </a:xfrm>
            <a:custGeom>
              <a:avLst/>
              <a:gdLst>
                <a:gd name="connsiteX0" fmla="*/ 1418391 w 1422913"/>
                <a:gd name="connsiteY0" fmla="*/ 619829 h 619829"/>
                <a:gd name="connsiteX1" fmla="*/ 786555 w 1422913"/>
                <a:gd name="connsiteY1" fmla="*/ 619829 h 619829"/>
                <a:gd name="connsiteX2" fmla="*/ 782222 w 1422913"/>
                <a:gd name="connsiteY2" fmla="*/ 616473 h 619829"/>
                <a:gd name="connsiteX3" fmla="*/ 506291 w 1422913"/>
                <a:gd name="connsiteY3" fmla="*/ 142983 h 619829"/>
                <a:gd name="connsiteX4" fmla="*/ 361330 w 1422913"/>
                <a:gd name="connsiteY4" fmla="*/ 144797 h 619829"/>
                <a:gd name="connsiteX5" fmla="*/ 285780 w 1422913"/>
                <a:gd name="connsiteY5" fmla="*/ 310791 h 619829"/>
                <a:gd name="connsiteX6" fmla="*/ 285780 w 1422913"/>
                <a:gd name="connsiteY6" fmla="*/ 614568 h 619829"/>
                <a:gd name="connsiteX7" fmla="*/ 282043 w 1422913"/>
                <a:gd name="connsiteY7" fmla="*/ 619775 h 619829"/>
                <a:gd name="connsiteX8" fmla="*/ 281357 w 1422913"/>
                <a:gd name="connsiteY8" fmla="*/ 619829 h 619829"/>
                <a:gd name="connsiteX9" fmla="*/ 4523 w 1422913"/>
                <a:gd name="connsiteY9" fmla="*/ 619829 h 619829"/>
                <a:gd name="connsiteX10" fmla="*/ 1183 w 1422913"/>
                <a:gd name="connsiteY10" fmla="*/ 618287 h 619829"/>
                <a:gd name="connsiteX11" fmla="*/ 10 w 1422913"/>
                <a:gd name="connsiteY11" fmla="*/ 614840 h 619829"/>
                <a:gd name="connsiteX12" fmla="*/ 141180 w 1422913"/>
                <a:gd name="connsiteY12" fmla="*/ 153959 h 619829"/>
                <a:gd name="connsiteX13" fmla="*/ 442475 w 1422913"/>
                <a:gd name="connsiteY13" fmla="*/ 210 h 619829"/>
                <a:gd name="connsiteX14" fmla="*/ 994970 w 1422913"/>
                <a:gd name="connsiteY14" fmla="*/ 210 h 619829"/>
                <a:gd name="connsiteX15" fmla="*/ 1261695 w 1422913"/>
                <a:gd name="connsiteY15" fmla="*/ 171374 h 619829"/>
                <a:gd name="connsiteX16" fmla="*/ 1422904 w 1422913"/>
                <a:gd name="connsiteY16" fmla="*/ 614840 h 619829"/>
                <a:gd name="connsiteX17" fmla="*/ 1421730 w 1422913"/>
                <a:gd name="connsiteY17" fmla="*/ 618287 h 619829"/>
                <a:gd name="connsiteX18" fmla="*/ 1418391 w 1422913"/>
                <a:gd name="connsiteY18" fmla="*/ 619829 h 619829"/>
                <a:gd name="connsiteX19" fmla="*/ 789714 w 1422913"/>
                <a:gd name="connsiteY19" fmla="*/ 610758 h 619829"/>
                <a:gd name="connsiteX20" fmla="*/ 1413426 w 1422913"/>
                <a:gd name="connsiteY20" fmla="*/ 610758 h 619829"/>
                <a:gd name="connsiteX21" fmla="*/ 1255016 w 1422913"/>
                <a:gd name="connsiteY21" fmla="*/ 177452 h 619829"/>
                <a:gd name="connsiteX22" fmla="*/ 994158 w 1422913"/>
                <a:gd name="connsiteY22" fmla="*/ 9190 h 619829"/>
                <a:gd name="connsiteX23" fmla="*/ 442114 w 1422913"/>
                <a:gd name="connsiteY23" fmla="*/ 9190 h 619829"/>
                <a:gd name="connsiteX24" fmla="*/ 148581 w 1422913"/>
                <a:gd name="connsiteY24" fmla="*/ 159038 h 619829"/>
                <a:gd name="connsiteX25" fmla="*/ 9487 w 1422913"/>
                <a:gd name="connsiteY25" fmla="*/ 610668 h 619829"/>
                <a:gd name="connsiteX26" fmla="*/ 275851 w 1422913"/>
                <a:gd name="connsiteY26" fmla="*/ 610668 h 619829"/>
                <a:gd name="connsiteX27" fmla="*/ 276664 w 1422913"/>
                <a:gd name="connsiteY27" fmla="*/ 309158 h 619829"/>
                <a:gd name="connsiteX28" fmla="*/ 356275 w 1422913"/>
                <a:gd name="connsiteY28" fmla="*/ 136815 h 619829"/>
                <a:gd name="connsiteX29" fmla="*/ 508637 w 1422913"/>
                <a:gd name="connsiteY29" fmla="*/ 133912 h 619829"/>
                <a:gd name="connsiteX30" fmla="*/ 710554 w 1422913"/>
                <a:gd name="connsiteY30" fmla="*/ 392608 h 619829"/>
                <a:gd name="connsiteX31" fmla="*/ 789714 w 1422913"/>
                <a:gd name="connsiteY31" fmla="*/ 610758 h 619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22913" h="619829">
                  <a:moveTo>
                    <a:pt x="1418391" y="619829"/>
                  </a:moveTo>
                  <a:lnTo>
                    <a:pt x="786555" y="619829"/>
                  </a:lnTo>
                  <a:cubicBezTo>
                    <a:pt x="784524" y="619820"/>
                    <a:pt x="782755" y="618441"/>
                    <a:pt x="782222" y="616473"/>
                  </a:cubicBezTo>
                  <a:cubicBezTo>
                    <a:pt x="781049" y="612210"/>
                    <a:pt x="661090" y="189425"/>
                    <a:pt x="506291" y="142983"/>
                  </a:cubicBezTo>
                  <a:cubicBezTo>
                    <a:pt x="441753" y="123663"/>
                    <a:pt x="394365" y="124207"/>
                    <a:pt x="361330" y="144797"/>
                  </a:cubicBezTo>
                  <a:cubicBezTo>
                    <a:pt x="323780" y="168290"/>
                    <a:pt x="301847" y="216365"/>
                    <a:pt x="285780" y="310791"/>
                  </a:cubicBezTo>
                  <a:cubicBezTo>
                    <a:pt x="261590" y="452838"/>
                    <a:pt x="285780" y="612936"/>
                    <a:pt x="285780" y="614568"/>
                  </a:cubicBezTo>
                  <a:cubicBezTo>
                    <a:pt x="286177" y="617044"/>
                    <a:pt x="284507" y="619367"/>
                    <a:pt x="282043" y="619775"/>
                  </a:cubicBezTo>
                  <a:cubicBezTo>
                    <a:pt x="281818" y="619811"/>
                    <a:pt x="281592" y="619829"/>
                    <a:pt x="281357" y="619829"/>
                  </a:cubicBezTo>
                  <a:lnTo>
                    <a:pt x="4523" y="619829"/>
                  </a:lnTo>
                  <a:cubicBezTo>
                    <a:pt x="3241" y="619811"/>
                    <a:pt x="2032" y="619258"/>
                    <a:pt x="1183" y="618287"/>
                  </a:cubicBezTo>
                  <a:cubicBezTo>
                    <a:pt x="353" y="617344"/>
                    <a:pt x="-71" y="616101"/>
                    <a:pt x="10" y="614840"/>
                  </a:cubicBezTo>
                  <a:cubicBezTo>
                    <a:pt x="10" y="611847"/>
                    <a:pt x="27089" y="316868"/>
                    <a:pt x="141180" y="153959"/>
                  </a:cubicBezTo>
                  <a:cubicBezTo>
                    <a:pt x="255271" y="-8951"/>
                    <a:pt x="440580" y="-243"/>
                    <a:pt x="442475" y="210"/>
                  </a:cubicBezTo>
                  <a:lnTo>
                    <a:pt x="994970" y="210"/>
                  </a:lnTo>
                  <a:cubicBezTo>
                    <a:pt x="997046" y="210"/>
                    <a:pt x="1128829" y="25971"/>
                    <a:pt x="1261695" y="171374"/>
                  </a:cubicBezTo>
                  <a:cubicBezTo>
                    <a:pt x="1394561" y="316778"/>
                    <a:pt x="1422633" y="611847"/>
                    <a:pt x="1422904" y="614840"/>
                  </a:cubicBezTo>
                  <a:cubicBezTo>
                    <a:pt x="1422985" y="616101"/>
                    <a:pt x="1422561" y="617344"/>
                    <a:pt x="1421730" y="618287"/>
                  </a:cubicBezTo>
                  <a:cubicBezTo>
                    <a:pt x="1420882" y="619258"/>
                    <a:pt x="1419672" y="619811"/>
                    <a:pt x="1418391" y="619829"/>
                  </a:cubicBezTo>
                  <a:close/>
                  <a:moveTo>
                    <a:pt x="789714" y="610758"/>
                  </a:moveTo>
                  <a:lnTo>
                    <a:pt x="1413426" y="610758"/>
                  </a:lnTo>
                  <a:cubicBezTo>
                    <a:pt x="1409094" y="571482"/>
                    <a:pt x="1376419" y="310337"/>
                    <a:pt x="1255016" y="177452"/>
                  </a:cubicBezTo>
                  <a:cubicBezTo>
                    <a:pt x="1124316" y="34498"/>
                    <a:pt x="995422" y="9463"/>
                    <a:pt x="994158" y="9190"/>
                  </a:cubicBezTo>
                  <a:lnTo>
                    <a:pt x="442114" y="9190"/>
                  </a:lnTo>
                  <a:cubicBezTo>
                    <a:pt x="440038" y="9190"/>
                    <a:pt x="260236" y="-697"/>
                    <a:pt x="148581" y="159038"/>
                  </a:cubicBezTo>
                  <a:cubicBezTo>
                    <a:pt x="44148" y="308432"/>
                    <a:pt x="13188" y="571392"/>
                    <a:pt x="9487" y="610668"/>
                  </a:cubicBezTo>
                  <a:lnTo>
                    <a:pt x="275851" y="610668"/>
                  </a:lnTo>
                  <a:cubicBezTo>
                    <a:pt x="271970" y="581732"/>
                    <a:pt x="254640" y="438325"/>
                    <a:pt x="276664" y="309158"/>
                  </a:cubicBezTo>
                  <a:cubicBezTo>
                    <a:pt x="288759" y="238044"/>
                    <a:pt x="306811" y="167928"/>
                    <a:pt x="356275" y="136815"/>
                  </a:cubicBezTo>
                  <a:cubicBezTo>
                    <a:pt x="391658" y="114773"/>
                    <a:pt x="441482" y="113775"/>
                    <a:pt x="508637" y="133912"/>
                  </a:cubicBezTo>
                  <a:cubicBezTo>
                    <a:pt x="575793" y="154049"/>
                    <a:pt x="644031" y="241128"/>
                    <a:pt x="710554" y="392608"/>
                  </a:cubicBezTo>
                  <a:cubicBezTo>
                    <a:pt x="741379" y="463623"/>
                    <a:pt x="767816" y="536479"/>
                    <a:pt x="789714" y="610758"/>
                  </a:cubicBezTo>
                  <a:close/>
                </a:path>
              </a:pathLst>
            </a:custGeom>
            <a:solidFill>
              <a:srgbClr val="231F20"/>
            </a:solidFill>
            <a:ln w="9025" cap="flat">
              <a:noFill/>
              <a:prstDash val="solid"/>
              <a:miter/>
            </a:ln>
          </p:spPr>
          <p:txBody>
            <a:bodyPr rtlCol="0" anchor="ctr"/>
            <a:lstStyle/>
            <a:p>
              <a:endParaRPr lang="zh-CN" altLang="en-US"/>
            </a:p>
          </p:txBody>
        </p:sp>
        <p:sp>
          <p:nvSpPr>
            <p:cNvPr id="377" name="任意多边形: 形状 376">
              <a:extLst>
                <a:ext uri="{FF2B5EF4-FFF2-40B4-BE49-F238E27FC236}">
                  <a16:creationId xmlns:a16="http://schemas.microsoft.com/office/drawing/2014/main" id="{BD01FEEA-9E12-3E90-5521-00B96B94F566}"/>
                </a:ext>
              </a:extLst>
            </p:cNvPr>
            <p:cNvSpPr/>
            <p:nvPr/>
          </p:nvSpPr>
          <p:spPr>
            <a:xfrm rot="10800000">
              <a:off x="2115162" y="2460528"/>
              <a:ext cx="32981" cy="74387"/>
            </a:xfrm>
            <a:custGeom>
              <a:avLst/>
              <a:gdLst>
                <a:gd name="connsiteX0" fmla="*/ 0 w 217893"/>
                <a:gd name="connsiteY0" fmla="*/ 0 h 491449"/>
                <a:gd name="connsiteX1" fmla="*/ 217893 w 217893"/>
                <a:gd name="connsiteY1" fmla="*/ 0 h 491449"/>
                <a:gd name="connsiteX2" fmla="*/ 217893 w 217893"/>
                <a:gd name="connsiteY2" fmla="*/ 491450 h 491449"/>
                <a:gd name="connsiteX3" fmla="*/ 0 w 217893"/>
                <a:gd name="connsiteY3" fmla="*/ 491450 h 491449"/>
              </a:gdLst>
              <a:ahLst/>
              <a:cxnLst>
                <a:cxn ang="0">
                  <a:pos x="connsiteX0" y="connsiteY0"/>
                </a:cxn>
                <a:cxn ang="0">
                  <a:pos x="connsiteX1" y="connsiteY1"/>
                </a:cxn>
                <a:cxn ang="0">
                  <a:pos x="connsiteX2" y="connsiteY2"/>
                </a:cxn>
                <a:cxn ang="0">
                  <a:pos x="connsiteX3" y="connsiteY3"/>
                </a:cxn>
              </a:cxnLst>
              <a:rect l="l" t="t" r="r" b="b"/>
              <a:pathLst>
                <a:path w="217893" h="491449">
                  <a:moveTo>
                    <a:pt x="0" y="0"/>
                  </a:moveTo>
                  <a:lnTo>
                    <a:pt x="217893" y="0"/>
                  </a:lnTo>
                  <a:lnTo>
                    <a:pt x="217893" y="491450"/>
                  </a:lnTo>
                  <a:lnTo>
                    <a:pt x="0" y="491450"/>
                  </a:lnTo>
                  <a:close/>
                </a:path>
              </a:pathLst>
            </a:custGeom>
            <a:solidFill>
              <a:srgbClr val="231F20"/>
            </a:solidFill>
            <a:ln w="9025" cap="flat">
              <a:noFill/>
              <a:prstDash val="solid"/>
              <a:miter/>
            </a:ln>
          </p:spPr>
          <p:txBody>
            <a:bodyPr rtlCol="0" anchor="ctr"/>
            <a:lstStyle/>
            <a:p>
              <a:endParaRPr lang="zh-CN" altLang="en-US"/>
            </a:p>
          </p:txBody>
        </p:sp>
        <p:sp>
          <p:nvSpPr>
            <p:cNvPr id="378" name="任意多边形: 形状 377">
              <a:extLst>
                <a:ext uri="{FF2B5EF4-FFF2-40B4-BE49-F238E27FC236}">
                  <a16:creationId xmlns:a16="http://schemas.microsoft.com/office/drawing/2014/main" id="{76113A13-A9CE-52BA-BF1C-B4153169E164}"/>
                </a:ext>
              </a:extLst>
            </p:cNvPr>
            <p:cNvSpPr/>
            <p:nvPr/>
          </p:nvSpPr>
          <p:spPr>
            <a:xfrm>
              <a:off x="2114479" y="2459842"/>
              <a:ext cx="34347" cy="75760"/>
            </a:xfrm>
            <a:custGeom>
              <a:avLst/>
              <a:gdLst>
                <a:gd name="connsiteX0" fmla="*/ 222406 w 226919"/>
                <a:gd name="connsiteY0" fmla="*/ 500521 h 500520"/>
                <a:gd name="connsiteX1" fmla="*/ 4513 w 226919"/>
                <a:gd name="connsiteY1" fmla="*/ 500521 h 500520"/>
                <a:gd name="connsiteX2" fmla="*/ 0 w 226919"/>
                <a:gd name="connsiteY2" fmla="*/ 495985 h 500520"/>
                <a:gd name="connsiteX3" fmla="*/ 0 w 226919"/>
                <a:gd name="connsiteY3" fmla="*/ 4535 h 500520"/>
                <a:gd name="connsiteX4" fmla="*/ 4513 w 226919"/>
                <a:gd name="connsiteY4" fmla="*/ 0 h 500520"/>
                <a:gd name="connsiteX5" fmla="*/ 222406 w 226919"/>
                <a:gd name="connsiteY5" fmla="*/ 0 h 500520"/>
                <a:gd name="connsiteX6" fmla="*/ 226919 w 226919"/>
                <a:gd name="connsiteY6" fmla="*/ 4535 h 500520"/>
                <a:gd name="connsiteX7" fmla="*/ 226919 w 226919"/>
                <a:gd name="connsiteY7" fmla="*/ 495985 h 500520"/>
                <a:gd name="connsiteX8" fmla="*/ 222406 w 226919"/>
                <a:gd name="connsiteY8" fmla="*/ 500521 h 500520"/>
                <a:gd name="connsiteX9" fmla="*/ 9026 w 226919"/>
                <a:gd name="connsiteY9" fmla="*/ 491450 h 500520"/>
                <a:gd name="connsiteX10" fmla="*/ 217893 w 226919"/>
                <a:gd name="connsiteY10" fmla="*/ 491450 h 500520"/>
                <a:gd name="connsiteX11" fmla="*/ 217893 w 226919"/>
                <a:gd name="connsiteY11" fmla="*/ 9071 h 500520"/>
                <a:gd name="connsiteX12" fmla="*/ 9026 w 226919"/>
                <a:gd name="connsiteY12" fmla="*/ 9071 h 50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919" h="500520">
                  <a:moveTo>
                    <a:pt x="222406" y="500521"/>
                  </a:moveTo>
                  <a:lnTo>
                    <a:pt x="4513" y="500521"/>
                  </a:lnTo>
                  <a:cubicBezTo>
                    <a:pt x="2022" y="500521"/>
                    <a:pt x="0" y="498489"/>
                    <a:pt x="0" y="495985"/>
                  </a:cubicBezTo>
                  <a:lnTo>
                    <a:pt x="0" y="4535"/>
                  </a:lnTo>
                  <a:cubicBezTo>
                    <a:pt x="0" y="2032"/>
                    <a:pt x="2022" y="0"/>
                    <a:pt x="4513" y="0"/>
                  </a:cubicBezTo>
                  <a:lnTo>
                    <a:pt x="222406" y="0"/>
                  </a:lnTo>
                  <a:cubicBezTo>
                    <a:pt x="224897" y="0"/>
                    <a:pt x="226919" y="2032"/>
                    <a:pt x="226919" y="4535"/>
                  </a:cubicBezTo>
                  <a:lnTo>
                    <a:pt x="226919" y="495985"/>
                  </a:lnTo>
                  <a:cubicBezTo>
                    <a:pt x="226919" y="498489"/>
                    <a:pt x="224897" y="500521"/>
                    <a:pt x="222406" y="500521"/>
                  </a:cubicBezTo>
                  <a:close/>
                  <a:moveTo>
                    <a:pt x="9026" y="491450"/>
                  </a:moveTo>
                  <a:lnTo>
                    <a:pt x="217893" y="491450"/>
                  </a:lnTo>
                  <a:lnTo>
                    <a:pt x="217893" y="9071"/>
                  </a:lnTo>
                  <a:lnTo>
                    <a:pt x="9026" y="9071"/>
                  </a:lnTo>
                  <a:close/>
                </a:path>
              </a:pathLst>
            </a:custGeom>
            <a:solidFill>
              <a:srgbClr val="231F20"/>
            </a:solidFill>
            <a:ln w="9025" cap="flat">
              <a:noFill/>
              <a:prstDash val="solid"/>
              <a:miter/>
            </a:ln>
          </p:spPr>
          <p:txBody>
            <a:bodyPr rtlCol="0" anchor="ctr"/>
            <a:lstStyle/>
            <a:p>
              <a:endParaRPr lang="zh-CN" altLang="en-US"/>
            </a:p>
          </p:txBody>
        </p:sp>
        <p:sp>
          <p:nvSpPr>
            <p:cNvPr id="379" name="任意多边形: 形状 378">
              <a:extLst>
                <a:ext uri="{FF2B5EF4-FFF2-40B4-BE49-F238E27FC236}">
                  <a16:creationId xmlns:a16="http://schemas.microsoft.com/office/drawing/2014/main" id="{20BB95B0-1E47-3E3B-E2DF-C5138F47A323}"/>
                </a:ext>
              </a:extLst>
            </p:cNvPr>
            <p:cNvSpPr/>
            <p:nvPr/>
          </p:nvSpPr>
          <p:spPr>
            <a:xfrm>
              <a:off x="2055269" y="2315117"/>
              <a:ext cx="112685" cy="166903"/>
            </a:xfrm>
            <a:custGeom>
              <a:avLst/>
              <a:gdLst>
                <a:gd name="connsiteX0" fmla="*/ 713150 w 744471"/>
                <a:gd name="connsiteY0" fmla="*/ 0 h 1102670"/>
                <a:gd name="connsiteX1" fmla="*/ 352102 w 744471"/>
                <a:gd name="connsiteY1" fmla="*/ 0 h 1102670"/>
                <a:gd name="connsiteX2" fmla="*/ 35462 w 744471"/>
                <a:gd name="connsiteY2" fmla="*/ 192480 h 1102670"/>
                <a:gd name="connsiteX3" fmla="*/ 10639 w 744471"/>
                <a:gd name="connsiteY3" fmla="*/ 652364 h 1102670"/>
                <a:gd name="connsiteX4" fmla="*/ 389741 w 744471"/>
                <a:gd name="connsiteY4" fmla="*/ 1101544 h 1102670"/>
                <a:gd name="connsiteX5" fmla="*/ 744471 w 744471"/>
                <a:gd name="connsiteY5" fmla="*/ 883848 h 1102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4471" h="1102670">
                  <a:moveTo>
                    <a:pt x="713150" y="0"/>
                  </a:moveTo>
                  <a:lnTo>
                    <a:pt x="352102" y="0"/>
                  </a:lnTo>
                  <a:cubicBezTo>
                    <a:pt x="216708" y="0"/>
                    <a:pt x="85106" y="71296"/>
                    <a:pt x="35462" y="192480"/>
                  </a:cubicBezTo>
                  <a:cubicBezTo>
                    <a:pt x="-14183" y="313664"/>
                    <a:pt x="-643" y="519660"/>
                    <a:pt x="10639" y="652364"/>
                  </a:cubicBezTo>
                  <a:cubicBezTo>
                    <a:pt x="35642" y="954327"/>
                    <a:pt x="330800" y="1117962"/>
                    <a:pt x="389741" y="1101544"/>
                  </a:cubicBezTo>
                  <a:cubicBezTo>
                    <a:pt x="448682" y="1085126"/>
                    <a:pt x="744471" y="883848"/>
                    <a:pt x="744471" y="883848"/>
                  </a:cubicBezTo>
                  <a:close/>
                </a:path>
              </a:pathLst>
            </a:custGeom>
            <a:solidFill>
              <a:srgbClr val="231F20"/>
            </a:solidFill>
            <a:ln w="9025" cap="flat">
              <a:noFill/>
              <a:prstDash val="solid"/>
              <a:miter/>
            </a:ln>
          </p:spPr>
          <p:txBody>
            <a:bodyPr rtlCol="0" anchor="ctr"/>
            <a:lstStyle/>
            <a:p>
              <a:endParaRPr lang="zh-CN" altLang="en-US"/>
            </a:p>
          </p:txBody>
        </p:sp>
        <p:sp>
          <p:nvSpPr>
            <p:cNvPr id="380" name="任意多边形: 形状 379">
              <a:extLst>
                <a:ext uri="{FF2B5EF4-FFF2-40B4-BE49-F238E27FC236}">
                  <a16:creationId xmlns:a16="http://schemas.microsoft.com/office/drawing/2014/main" id="{EC41E76E-DEB1-F5E1-457A-2584E86015C3}"/>
                </a:ext>
              </a:extLst>
            </p:cNvPr>
            <p:cNvSpPr/>
            <p:nvPr/>
          </p:nvSpPr>
          <p:spPr>
            <a:xfrm>
              <a:off x="2054641" y="2314458"/>
              <a:ext cx="114119" cy="168257"/>
            </a:xfrm>
            <a:custGeom>
              <a:avLst/>
              <a:gdLst>
                <a:gd name="connsiteX0" fmla="*/ 384677 w 753943"/>
                <a:gd name="connsiteY0" fmla="*/ 1111613 h 1111613"/>
                <a:gd name="connsiteX1" fmla="*/ 246757 w 753943"/>
                <a:gd name="connsiteY1" fmla="*/ 1050476 h 1111613"/>
                <a:gd name="connsiteX2" fmla="*/ 10450 w 753943"/>
                <a:gd name="connsiteY2" fmla="*/ 657081 h 1111613"/>
                <a:gd name="connsiteX3" fmla="*/ 35633 w 753943"/>
                <a:gd name="connsiteY3" fmla="*/ 195110 h 1111613"/>
                <a:gd name="connsiteX4" fmla="*/ 356425 w 753943"/>
                <a:gd name="connsiteY4" fmla="*/ 0 h 1111613"/>
                <a:gd name="connsiteX5" fmla="*/ 717474 w 753943"/>
                <a:gd name="connsiteY5" fmla="*/ 0 h 1111613"/>
                <a:gd name="connsiteX6" fmla="*/ 721987 w 753943"/>
                <a:gd name="connsiteY6" fmla="*/ 4354 h 1111613"/>
                <a:gd name="connsiteX7" fmla="*/ 753940 w 753943"/>
                <a:gd name="connsiteY7" fmla="*/ 888474 h 1111613"/>
                <a:gd name="connsiteX8" fmla="*/ 751954 w 753943"/>
                <a:gd name="connsiteY8" fmla="*/ 892374 h 1111613"/>
                <a:gd name="connsiteX9" fmla="*/ 395870 w 753943"/>
                <a:gd name="connsiteY9" fmla="*/ 1110071 h 1111613"/>
                <a:gd name="connsiteX10" fmla="*/ 384677 w 753943"/>
                <a:gd name="connsiteY10" fmla="*/ 1111613 h 1111613"/>
                <a:gd name="connsiteX11" fmla="*/ 356425 w 753943"/>
                <a:gd name="connsiteY11" fmla="*/ 9071 h 1111613"/>
                <a:gd name="connsiteX12" fmla="*/ 43937 w 753943"/>
                <a:gd name="connsiteY12" fmla="*/ 198829 h 1111613"/>
                <a:gd name="connsiteX13" fmla="*/ 19386 w 753943"/>
                <a:gd name="connsiteY13" fmla="*/ 656536 h 1111613"/>
                <a:gd name="connsiteX14" fmla="*/ 251902 w 753943"/>
                <a:gd name="connsiteY14" fmla="*/ 1043129 h 1111613"/>
                <a:gd name="connsiteX15" fmla="*/ 393342 w 753943"/>
                <a:gd name="connsiteY15" fmla="*/ 1101635 h 1111613"/>
                <a:gd name="connsiteX16" fmla="*/ 744643 w 753943"/>
                <a:gd name="connsiteY16" fmla="*/ 886206 h 1111613"/>
                <a:gd name="connsiteX17" fmla="*/ 712961 w 753943"/>
                <a:gd name="connsiteY17" fmla="*/ 9071 h 111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53943" h="1111613">
                  <a:moveTo>
                    <a:pt x="384677" y="1111613"/>
                  </a:moveTo>
                  <a:cubicBezTo>
                    <a:pt x="354259" y="1111613"/>
                    <a:pt x="300282" y="1088029"/>
                    <a:pt x="246757" y="1050476"/>
                  </a:cubicBezTo>
                  <a:cubicBezTo>
                    <a:pt x="181678" y="1005123"/>
                    <a:pt x="28503" y="875231"/>
                    <a:pt x="10450" y="657081"/>
                  </a:cubicBezTo>
                  <a:cubicBezTo>
                    <a:pt x="-3180" y="492357"/>
                    <a:pt x="-10852" y="308585"/>
                    <a:pt x="35633" y="195110"/>
                  </a:cubicBezTo>
                  <a:cubicBezTo>
                    <a:pt x="83472" y="78371"/>
                    <a:pt x="212367" y="0"/>
                    <a:pt x="356425" y="0"/>
                  </a:cubicBezTo>
                  <a:lnTo>
                    <a:pt x="717474" y="0"/>
                  </a:lnTo>
                  <a:cubicBezTo>
                    <a:pt x="719902" y="-2"/>
                    <a:pt x="721888" y="1920"/>
                    <a:pt x="721987" y="4354"/>
                  </a:cubicBezTo>
                  <a:lnTo>
                    <a:pt x="753940" y="888474"/>
                  </a:lnTo>
                  <a:cubicBezTo>
                    <a:pt x="754003" y="890034"/>
                    <a:pt x="753254" y="891513"/>
                    <a:pt x="751954" y="892374"/>
                  </a:cubicBezTo>
                  <a:cubicBezTo>
                    <a:pt x="739859" y="900628"/>
                    <a:pt x="455262" y="1094016"/>
                    <a:pt x="395870" y="1110071"/>
                  </a:cubicBezTo>
                  <a:cubicBezTo>
                    <a:pt x="392232" y="1111105"/>
                    <a:pt x="388459" y="1111631"/>
                    <a:pt x="384677" y="1111613"/>
                  </a:cubicBezTo>
                  <a:close/>
                  <a:moveTo>
                    <a:pt x="356425" y="9071"/>
                  </a:moveTo>
                  <a:cubicBezTo>
                    <a:pt x="216067" y="9071"/>
                    <a:pt x="90422" y="85355"/>
                    <a:pt x="43937" y="198829"/>
                  </a:cubicBezTo>
                  <a:cubicBezTo>
                    <a:pt x="-7963" y="325819"/>
                    <a:pt x="10540" y="549139"/>
                    <a:pt x="19386" y="656536"/>
                  </a:cubicBezTo>
                  <a:cubicBezTo>
                    <a:pt x="37077" y="870786"/>
                    <a:pt x="187906" y="997776"/>
                    <a:pt x="251902" y="1043129"/>
                  </a:cubicBezTo>
                  <a:cubicBezTo>
                    <a:pt x="315897" y="1088482"/>
                    <a:pt x="373214" y="1107168"/>
                    <a:pt x="393342" y="1101635"/>
                  </a:cubicBezTo>
                  <a:cubicBezTo>
                    <a:pt x="448673" y="1086305"/>
                    <a:pt x="718286" y="904166"/>
                    <a:pt x="744643" y="886206"/>
                  </a:cubicBezTo>
                  <a:lnTo>
                    <a:pt x="712961" y="9071"/>
                  </a:lnTo>
                  <a:close/>
                </a:path>
              </a:pathLst>
            </a:custGeom>
            <a:solidFill>
              <a:srgbClr val="231F20"/>
            </a:solidFill>
            <a:ln w="9025" cap="flat">
              <a:noFill/>
              <a:prstDash val="solid"/>
              <a:miter/>
            </a:ln>
          </p:spPr>
          <p:txBody>
            <a:bodyPr rtlCol="0" anchor="ctr"/>
            <a:lstStyle/>
            <a:p>
              <a:endParaRPr lang="zh-CN" altLang="en-US"/>
            </a:p>
          </p:txBody>
        </p:sp>
        <p:sp>
          <p:nvSpPr>
            <p:cNvPr id="381" name="任意多边形: 形状 380">
              <a:extLst>
                <a:ext uri="{FF2B5EF4-FFF2-40B4-BE49-F238E27FC236}">
                  <a16:creationId xmlns:a16="http://schemas.microsoft.com/office/drawing/2014/main" id="{11C00831-A354-E591-4C73-C0084D027612}"/>
                </a:ext>
              </a:extLst>
            </p:cNvPr>
            <p:cNvSpPr/>
            <p:nvPr/>
          </p:nvSpPr>
          <p:spPr>
            <a:xfrm>
              <a:off x="2089354" y="2328947"/>
              <a:ext cx="112081" cy="71582"/>
            </a:xfrm>
            <a:custGeom>
              <a:avLst/>
              <a:gdLst>
                <a:gd name="connsiteX0" fmla="*/ 309419 w 740480"/>
                <a:gd name="connsiteY0" fmla="*/ 383029 h 472914"/>
                <a:gd name="connsiteX1" fmla="*/ 15977 w 740480"/>
                <a:gd name="connsiteY1" fmla="*/ 273546 h 472914"/>
                <a:gd name="connsiteX2" fmla="*/ 156064 w 740480"/>
                <a:gd name="connsiteY2" fmla="*/ 14396 h 472914"/>
                <a:gd name="connsiteX3" fmla="*/ 680758 w 740480"/>
                <a:gd name="connsiteY3" fmla="*/ 97030 h 472914"/>
                <a:gd name="connsiteX4" fmla="*/ 641133 w 740480"/>
                <a:gd name="connsiteY4" fmla="*/ 425480 h 472914"/>
                <a:gd name="connsiteX5" fmla="*/ 309419 w 740480"/>
                <a:gd name="connsiteY5" fmla="*/ 383029 h 4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480" h="472914">
                  <a:moveTo>
                    <a:pt x="309419" y="383029"/>
                  </a:moveTo>
                  <a:cubicBezTo>
                    <a:pt x="216810" y="310464"/>
                    <a:pt x="60476" y="380761"/>
                    <a:pt x="15977" y="273546"/>
                  </a:cubicBezTo>
                  <a:cubicBezTo>
                    <a:pt x="-28523" y="166330"/>
                    <a:pt x="20490" y="43423"/>
                    <a:pt x="156064" y="14396"/>
                  </a:cubicBezTo>
                  <a:cubicBezTo>
                    <a:pt x="291638" y="-14630"/>
                    <a:pt x="570006" y="-5741"/>
                    <a:pt x="680758" y="97030"/>
                  </a:cubicBezTo>
                  <a:cubicBezTo>
                    <a:pt x="791510" y="199801"/>
                    <a:pt x="730492" y="354003"/>
                    <a:pt x="641133" y="425480"/>
                  </a:cubicBezTo>
                  <a:cubicBezTo>
                    <a:pt x="551773" y="496957"/>
                    <a:pt x="447250" y="491424"/>
                    <a:pt x="309419" y="383029"/>
                  </a:cubicBezTo>
                  <a:close/>
                </a:path>
              </a:pathLst>
            </a:custGeom>
            <a:solidFill>
              <a:srgbClr val="FFFFFF"/>
            </a:solidFill>
            <a:ln w="9025" cap="flat">
              <a:noFill/>
              <a:prstDash val="solid"/>
              <a:miter/>
            </a:ln>
          </p:spPr>
          <p:txBody>
            <a:bodyPr rtlCol="0" anchor="ctr"/>
            <a:lstStyle/>
            <a:p>
              <a:endParaRPr lang="zh-CN" altLang="en-US"/>
            </a:p>
          </p:txBody>
        </p:sp>
        <p:sp>
          <p:nvSpPr>
            <p:cNvPr id="382" name="任意多边形: 形状 381">
              <a:extLst>
                <a:ext uri="{FF2B5EF4-FFF2-40B4-BE49-F238E27FC236}">
                  <a16:creationId xmlns:a16="http://schemas.microsoft.com/office/drawing/2014/main" id="{F07BF68E-86AB-D460-5685-EEDDD9EE7C49}"/>
                </a:ext>
              </a:extLst>
            </p:cNvPr>
            <p:cNvSpPr/>
            <p:nvPr/>
          </p:nvSpPr>
          <p:spPr>
            <a:xfrm>
              <a:off x="2088672" y="2328386"/>
              <a:ext cx="113446" cy="72871"/>
            </a:xfrm>
            <a:custGeom>
              <a:avLst/>
              <a:gdLst>
                <a:gd name="connsiteX0" fmla="*/ 519451 w 749500"/>
                <a:gd name="connsiteY0" fmla="*/ 481431 h 481430"/>
                <a:gd name="connsiteX1" fmla="*/ 311216 w 749500"/>
                <a:gd name="connsiteY1" fmla="*/ 390724 h 481430"/>
                <a:gd name="connsiteX2" fmla="*/ 168150 w 749500"/>
                <a:gd name="connsiteY2" fmla="*/ 351357 h 481430"/>
                <a:gd name="connsiteX3" fmla="*/ 16329 w 749500"/>
                <a:gd name="connsiteY3" fmla="*/ 279426 h 481430"/>
                <a:gd name="connsiteX4" fmla="*/ 20752 w 749500"/>
                <a:gd name="connsiteY4" fmla="*/ 113342 h 481430"/>
                <a:gd name="connsiteX5" fmla="*/ 159665 w 749500"/>
                <a:gd name="connsiteY5" fmla="*/ 14109 h 481430"/>
                <a:gd name="connsiteX6" fmla="*/ 688241 w 749500"/>
                <a:gd name="connsiteY6" fmla="*/ 97922 h 481430"/>
                <a:gd name="connsiteX7" fmla="*/ 749349 w 749500"/>
                <a:gd name="connsiteY7" fmla="*/ 242055 h 481430"/>
                <a:gd name="connsiteX8" fmla="*/ 648435 w 749500"/>
                <a:gd name="connsiteY8" fmla="*/ 433175 h 481430"/>
                <a:gd name="connsiteX9" fmla="*/ 519451 w 749500"/>
                <a:gd name="connsiteY9" fmla="*/ 481431 h 481430"/>
                <a:gd name="connsiteX10" fmla="*/ 319791 w 749500"/>
                <a:gd name="connsiteY10" fmla="*/ 8394 h 481430"/>
                <a:gd name="connsiteX11" fmla="*/ 161561 w 749500"/>
                <a:gd name="connsiteY11" fmla="*/ 22545 h 481430"/>
                <a:gd name="connsiteX12" fmla="*/ 28875 w 749500"/>
                <a:gd name="connsiteY12" fmla="*/ 117061 h 481430"/>
                <a:gd name="connsiteX13" fmla="*/ 24904 w 749500"/>
                <a:gd name="connsiteY13" fmla="*/ 275526 h 481430"/>
                <a:gd name="connsiteX14" fmla="*/ 169323 w 749500"/>
                <a:gd name="connsiteY14" fmla="*/ 341833 h 481430"/>
                <a:gd name="connsiteX15" fmla="*/ 317173 w 749500"/>
                <a:gd name="connsiteY15" fmla="*/ 383104 h 481430"/>
                <a:gd name="connsiteX16" fmla="*/ 317173 w 749500"/>
                <a:gd name="connsiteY16" fmla="*/ 383104 h 481430"/>
                <a:gd name="connsiteX17" fmla="*/ 643290 w 749500"/>
                <a:gd name="connsiteY17" fmla="*/ 425646 h 481430"/>
                <a:gd name="connsiteX18" fmla="*/ 740774 w 749500"/>
                <a:gd name="connsiteY18" fmla="*/ 241239 h 481430"/>
                <a:gd name="connsiteX19" fmla="*/ 682645 w 749500"/>
                <a:gd name="connsiteY19" fmla="*/ 104090 h 481430"/>
                <a:gd name="connsiteX20" fmla="*/ 319791 w 749500"/>
                <a:gd name="connsiteY20" fmla="*/ 8394 h 48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49500" h="481430">
                  <a:moveTo>
                    <a:pt x="519451" y="481431"/>
                  </a:moveTo>
                  <a:cubicBezTo>
                    <a:pt x="456989" y="481431"/>
                    <a:pt x="388661" y="451225"/>
                    <a:pt x="311216" y="390724"/>
                  </a:cubicBezTo>
                  <a:cubicBezTo>
                    <a:pt x="271139" y="359249"/>
                    <a:pt x="218787" y="355257"/>
                    <a:pt x="168150" y="351357"/>
                  </a:cubicBezTo>
                  <a:cubicBezTo>
                    <a:pt x="103342" y="346368"/>
                    <a:pt x="41783" y="341742"/>
                    <a:pt x="16329" y="279426"/>
                  </a:cubicBezTo>
                  <a:cubicBezTo>
                    <a:pt x="-6895" y="226169"/>
                    <a:pt x="-5280" y="165276"/>
                    <a:pt x="20752" y="113342"/>
                  </a:cubicBezTo>
                  <a:cubicBezTo>
                    <a:pt x="47018" y="62909"/>
                    <a:pt x="96392" y="27624"/>
                    <a:pt x="159665" y="14109"/>
                  </a:cubicBezTo>
                  <a:cubicBezTo>
                    <a:pt x="287477" y="-13103"/>
                    <a:pt x="573427" y="-8749"/>
                    <a:pt x="688241" y="97922"/>
                  </a:cubicBezTo>
                  <a:cubicBezTo>
                    <a:pt x="729139" y="134290"/>
                    <a:pt x="751578" y="187222"/>
                    <a:pt x="749349" y="242055"/>
                  </a:cubicBezTo>
                  <a:cubicBezTo>
                    <a:pt x="746821" y="311083"/>
                    <a:pt x="707196" y="386188"/>
                    <a:pt x="648435" y="433175"/>
                  </a:cubicBezTo>
                  <a:cubicBezTo>
                    <a:pt x="612349" y="463876"/>
                    <a:pt x="566730" y="480945"/>
                    <a:pt x="519451" y="481431"/>
                  </a:cubicBezTo>
                  <a:close/>
                  <a:moveTo>
                    <a:pt x="319791" y="8394"/>
                  </a:moveTo>
                  <a:cubicBezTo>
                    <a:pt x="266707" y="7789"/>
                    <a:pt x="213705" y="12530"/>
                    <a:pt x="161561" y="22545"/>
                  </a:cubicBezTo>
                  <a:cubicBezTo>
                    <a:pt x="101085" y="35516"/>
                    <a:pt x="53788" y="69077"/>
                    <a:pt x="28875" y="117061"/>
                  </a:cubicBezTo>
                  <a:cubicBezTo>
                    <a:pt x="4117" y="166648"/>
                    <a:pt x="2663" y="224749"/>
                    <a:pt x="24904" y="275526"/>
                  </a:cubicBezTo>
                  <a:cubicBezTo>
                    <a:pt x="48553" y="332671"/>
                    <a:pt x="104335" y="336935"/>
                    <a:pt x="169323" y="341833"/>
                  </a:cubicBezTo>
                  <a:cubicBezTo>
                    <a:pt x="221315" y="345824"/>
                    <a:pt x="275021" y="349996"/>
                    <a:pt x="317173" y="383104"/>
                  </a:cubicBezTo>
                  <a:lnTo>
                    <a:pt x="317173" y="383104"/>
                  </a:lnTo>
                  <a:cubicBezTo>
                    <a:pt x="447602" y="485785"/>
                    <a:pt x="551223" y="499209"/>
                    <a:pt x="643290" y="425646"/>
                  </a:cubicBezTo>
                  <a:cubicBezTo>
                    <a:pt x="700065" y="380293"/>
                    <a:pt x="738337" y="307727"/>
                    <a:pt x="740774" y="241239"/>
                  </a:cubicBezTo>
                  <a:cubicBezTo>
                    <a:pt x="742859" y="189073"/>
                    <a:pt x="721521" y="138726"/>
                    <a:pt x="682645" y="104090"/>
                  </a:cubicBezTo>
                  <a:cubicBezTo>
                    <a:pt x="605651" y="33067"/>
                    <a:pt x="450761" y="8394"/>
                    <a:pt x="319791" y="8394"/>
                  </a:cubicBezTo>
                  <a:close/>
                </a:path>
              </a:pathLst>
            </a:custGeom>
            <a:solidFill>
              <a:srgbClr val="231F20"/>
            </a:solidFill>
            <a:ln w="9025" cap="flat">
              <a:noFill/>
              <a:prstDash val="solid"/>
              <a:miter/>
            </a:ln>
          </p:spPr>
          <p:txBody>
            <a:bodyPr rtlCol="0" anchor="ctr"/>
            <a:lstStyle/>
            <a:p>
              <a:endParaRPr lang="zh-CN" altLang="en-US"/>
            </a:p>
          </p:txBody>
        </p:sp>
        <p:sp>
          <p:nvSpPr>
            <p:cNvPr id="383" name="任意多边形: 形状 382">
              <a:extLst>
                <a:ext uri="{FF2B5EF4-FFF2-40B4-BE49-F238E27FC236}">
                  <a16:creationId xmlns:a16="http://schemas.microsoft.com/office/drawing/2014/main" id="{E8F98FCC-AAC2-B841-4677-98330FC13978}"/>
                </a:ext>
              </a:extLst>
            </p:cNvPr>
            <p:cNvSpPr/>
            <p:nvPr/>
          </p:nvSpPr>
          <p:spPr>
            <a:xfrm>
              <a:off x="2108605" y="2430062"/>
              <a:ext cx="51534" cy="51788"/>
            </a:xfrm>
            <a:custGeom>
              <a:avLst/>
              <a:gdLst>
                <a:gd name="connsiteX0" fmla="*/ 340469 w 340469"/>
                <a:gd name="connsiteY0" fmla="*/ 171073 h 342146"/>
                <a:gd name="connsiteX1" fmla="*/ 170235 w 340469"/>
                <a:gd name="connsiteY1" fmla="*/ 342146 h 342146"/>
                <a:gd name="connsiteX2" fmla="*/ 0 w 340469"/>
                <a:gd name="connsiteY2" fmla="*/ 171073 h 342146"/>
                <a:gd name="connsiteX3" fmla="*/ 170235 w 340469"/>
                <a:gd name="connsiteY3" fmla="*/ 0 h 342146"/>
                <a:gd name="connsiteX4" fmla="*/ 340469 w 340469"/>
                <a:gd name="connsiteY4" fmla="*/ 171073 h 34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69" h="342146">
                  <a:moveTo>
                    <a:pt x="340469" y="171073"/>
                  </a:moveTo>
                  <a:cubicBezTo>
                    <a:pt x="340469" y="265554"/>
                    <a:pt x="264253" y="342146"/>
                    <a:pt x="170235" y="342146"/>
                  </a:cubicBezTo>
                  <a:cubicBezTo>
                    <a:pt x="76217" y="342146"/>
                    <a:pt x="0" y="265554"/>
                    <a:pt x="0" y="171073"/>
                  </a:cubicBezTo>
                  <a:cubicBezTo>
                    <a:pt x="0" y="76592"/>
                    <a:pt x="76217" y="0"/>
                    <a:pt x="170235" y="0"/>
                  </a:cubicBezTo>
                  <a:cubicBezTo>
                    <a:pt x="264253" y="0"/>
                    <a:pt x="340469" y="76592"/>
                    <a:pt x="340469" y="171073"/>
                  </a:cubicBezTo>
                  <a:close/>
                </a:path>
              </a:pathLst>
            </a:custGeom>
            <a:solidFill>
              <a:schemeClr val="bg1"/>
            </a:solidFill>
            <a:ln w="9025" cap="flat">
              <a:noFill/>
              <a:prstDash val="solid"/>
              <a:miter/>
            </a:ln>
          </p:spPr>
          <p:txBody>
            <a:bodyPr rtlCol="0" anchor="ctr"/>
            <a:lstStyle/>
            <a:p>
              <a:endParaRPr lang="zh-CN" altLang="en-US"/>
            </a:p>
          </p:txBody>
        </p:sp>
        <p:sp>
          <p:nvSpPr>
            <p:cNvPr id="384" name="任意多边形: 形状 383">
              <a:extLst>
                <a:ext uri="{FF2B5EF4-FFF2-40B4-BE49-F238E27FC236}">
                  <a16:creationId xmlns:a16="http://schemas.microsoft.com/office/drawing/2014/main" id="{5C93C830-5E21-F7FF-594C-5168F552E342}"/>
                </a:ext>
              </a:extLst>
            </p:cNvPr>
            <p:cNvSpPr/>
            <p:nvPr/>
          </p:nvSpPr>
          <p:spPr>
            <a:xfrm>
              <a:off x="2107894" y="2429348"/>
              <a:ext cx="52928" cy="53189"/>
            </a:xfrm>
            <a:custGeom>
              <a:avLst/>
              <a:gdLst>
                <a:gd name="connsiteX0" fmla="*/ 174928 w 349675"/>
                <a:gd name="connsiteY0" fmla="*/ 351398 h 351398"/>
                <a:gd name="connsiteX1" fmla="*/ 0 w 349675"/>
                <a:gd name="connsiteY1" fmla="*/ 175790 h 351398"/>
                <a:gd name="connsiteX2" fmla="*/ 174748 w 349675"/>
                <a:gd name="connsiteY2" fmla="*/ 0 h 351398"/>
                <a:gd name="connsiteX3" fmla="*/ 349676 w 349675"/>
                <a:gd name="connsiteY3" fmla="*/ 175608 h 351398"/>
                <a:gd name="connsiteX4" fmla="*/ 349676 w 349675"/>
                <a:gd name="connsiteY4" fmla="*/ 175790 h 351398"/>
                <a:gd name="connsiteX5" fmla="*/ 174928 w 349675"/>
                <a:gd name="connsiteY5" fmla="*/ 351398 h 351398"/>
                <a:gd name="connsiteX6" fmla="*/ 174928 w 349675"/>
                <a:gd name="connsiteY6" fmla="*/ 9161 h 351398"/>
                <a:gd name="connsiteX7" fmla="*/ 9026 w 349675"/>
                <a:gd name="connsiteY7" fmla="*/ 175699 h 351398"/>
                <a:gd name="connsiteX8" fmla="*/ 174748 w 349675"/>
                <a:gd name="connsiteY8" fmla="*/ 342418 h 351398"/>
                <a:gd name="connsiteX9" fmla="*/ 340650 w 349675"/>
                <a:gd name="connsiteY9" fmla="*/ 175881 h 351398"/>
                <a:gd name="connsiteX10" fmla="*/ 340650 w 349675"/>
                <a:gd name="connsiteY10" fmla="*/ 175790 h 351398"/>
                <a:gd name="connsiteX11" fmla="*/ 174928 w 349675"/>
                <a:gd name="connsiteY11" fmla="*/ 9161 h 351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9675" h="351398">
                  <a:moveTo>
                    <a:pt x="174928" y="351398"/>
                  </a:moveTo>
                  <a:cubicBezTo>
                    <a:pt x="78366" y="351453"/>
                    <a:pt x="54" y="272828"/>
                    <a:pt x="0" y="175790"/>
                  </a:cubicBezTo>
                  <a:cubicBezTo>
                    <a:pt x="-54" y="78752"/>
                    <a:pt x="78185" y="54"/>
                    <a:pt x="174748" y="0"/>
                  </a:cubicBezTo>
                  <a:cubicBezTo>
                    <a:pt x="271310" y="-54"/>
                    <a:pt x="349622" y="78570"/>
                    <a:pt x="349676" y="175608"/>
                  </a:cubicBezTo>
                  <a:cubicBezTo>
                    <a:pt x="349676" y="175672"/>
                    <a:pt x="349676" y="175726"/>
                    <a:pt x="349676" y="175790"/>
                  </a:cubicBezTo>
                  <a:cubicBezTo>
                    <a:pt x="349523" y="272710"/>
                    <a:pt x="271373" y="351244"/>
                    <a:pt x="174928" y="351398"/>
                  </a:cubicBezTo>
                  <a:close/>
                  <a:moveTo>
                    <a:pt x="174928" y="9161"/>
                  </a:moveTo>
                  <a:cubicBezTo>
                    <a:pt x="83357" y="9107"/>
                    <a:pt x="9081" y="83677"/>
                    <a:pt x="9026" y="175699"/>
                  </a:cubicBezTo>
                  <a:cubicBezTo>
                    <a:pt x="8972" y="267721"/>
                    <a:pt x="83177" y="342364"/>
                    <a:pt x="174748" y="342418"/>
                  </a:cubicBezTo>
                  <a:cubicBezTo>
                    <a:pt x="266319" y="342473"/>
                    <a:pt x="340596" y="267903"/>
                    <a:pt x="340650" y="175881"/>
                  </a:cubicBezTo>
                  <a:cubicBezTo>
                    <a:pt x="340650" y="175853"/>
                    <a:pt x="340650" y="175817"/>
                    <a:pt x="340650" y="175790"/>
                  </a:cubicBezTo>
                  <a:cubicBezTo>
                    <a:pt x="340550" y="83840"/>
                    <a:pt x="266427" y="9316"/>
                    <a:pt x="174928" y="9161"/>
                  </a:cubicBezTo>
                  <a:close/>
                </a:path>
              </a:pathLst>
            </a:custGeom>
            <a:solidFill>
              <a:srgbClr val="231F20"/>
            </a:solidFill>
            <a:ln w="9025" cap="flat">
              <a:noFill/>
              <a:prstDash val="solid"/>
              <a:miter/>
            </a:ln>
          </p:spPr>
          <p:txBody>
            <a:bodyPr rtlCol="0" anchor="ctr"/>
            <a:lstStyle/>
            <a:p>
              <a:endParaRPr lang="zh-CN" altLang="en-US"/>
            </a:p>
          </p:txBody>
        </p:sp>
        <p:sp>
          <p:nvSpPr>
            <p:cNvPr id="385" name="任意多边形: 形状 384">
              <a:extLst>
                <a:ext uri="{FF2B5EF4-FFF2-40B4-BE49-F238E27FC236}">
                  <a16:creationId xmlns:a16="http://schemas.microsoft.com/office/drawing/2014/main" id="{3BCA0840-DF81-BC22-4AA6-FDE318207BAC}"/>
                </a:ext>
              </a:extLst>
            </p:cNvPr>
            <p:cNvSpPr/>
            <p:nvPr/>
          </p:nvSpPr>
          <p:spPr>
            <a:xfrm>
              <a:off x="2117922" y="2439425"/>
              <a:ext cx="32899" cy="33061"/>
            </a:xfrm>
            <a:custGeom>
              <a:avLst/>
              <a:gdLst>
                <a:gd name="connsiteX0" fmla="*/ 217351 w 217351"/>
                <a:gd name="connsiteY0" fmla="*/ 109211 h 218422"/>
                <a:gd name="connsiteX1" fmla="*/ 108676 w 217351"/>
                <a:gd name="connsiteY1" fmla="*/ 218422 h 218422"/>
                <a:gd name="connsiteX2" fmla="*/ 0 w 217351"/>
                <a:gd name="connsiteY2" fmla="*/ 109211 h 218422"/>
                <a:gd name="connsiteX3" fmla="*/ 108676 w 217351"/>
                <a:gd name="connsiteY3" fmla="*/ 0 h 218422"/>
                <a:gd name="connsiteX4" fmla="*/ 217351 w 217351"/>
                <a:gd name="connsiteY4" fmla="*/ 109211 h 21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351" h="218422">
                  <a:moveTo>
                    <a:pt x="217351" y="109211"/>
                  </a:moveTo>
                  <a:cubicBezTo>
                    <a:pt x="217351" y="169527"/>
                    <a:pt x="168696" y="218422"/>
                    <a:pt x="108676" y="218422"/>
                  </a:cubicBezTo>
                  <a:cubicBezTo>
                    <a:pt x="48656" y="218422"/>
                    <a:pt x="0" y="169527"/>
                    <a:pt x="0" y="109211"/>
                  </a:cubicBezTo>
                  <a:cubicBezTo>
                    <a:pt x="0" y="48895"/>
                    <a:pt x="48656" y="0"/>
                    <a:pt x="108676" y="0"/>
                  </a:cubicBezTo>
                  <a:cubicBezTo>
                    <a:pt x="168696" y="0"/>
                    <a:pt x="217351" y="48895"/>
                    <a:pt x="217351" y="109211"/>
                  </a:cubicBezTo>
                  <a:close/>
                </a:path>
              </a:pathLst>
            </a:custGeom>
            <a:solidFill>
              <a:srgbClr val="FFFFFF"/>
            </a:solidFill>
            <a:ln w="9025" cap="flat">
              <a:noFill/>
              <a:prstDash val="solid"/>
              <a:miter/>
            </a:ln>
          </p:spPr>
          <p:txBody>
            <a:bodyPr rtlCol="0" anchor="ctr"/>
            <a:lstStyle/>
            <a:p>
              <a:endParaRPr lang="zh-CN" altLang="en-US"/>
            </a:p>
          </p:txBody>
        </p:sp>
        <p:sp>
          <p:nvSpPr>
            <p:cNvPr id="386" name="任意多边形: 形状 385">
              <a:extLst>
                <a:ext uri="{FF2B5EF4-FFF2-40B4-BE49-F238E27FC236}">
                  <a16:creationId xmlns:a16="http://schemas.microsoft.com/office/drawing/2014/main" id="{C5AD8651-BC67-029D-800A-C3092C609A15}"/>
                </a:ext>
              </a:extLst>
            </p:cNvPr>
            <p:cNvSpPr/>
            <p:nvPr/>
          </p:nvSpPr>
          <p:spPr>
            <a:xfrm>
              <a:off x="2117239" y="2438739"/>
              <a:ext cx="34265" cy="34434"/>
            </a:xfrm>
            <a:custGeom>
              <a:avLst/>
              <a:gdLst>
                <a:gd name="connsiteX0" fmla="*/ 113189 w 226377"/>
                <a:gd name="connsiteY0" fmla="*/ 227493 h 227492"/>
                <a:gd name="connsiteX1" fmla="*/ 0 w 226377"/>
                <a:gd name="connsiteY1" fmla="*/ 113746 h 227492"/>
                <a:gd name="connsiteX2" fmla="*/ 113189 w 226377"/>
                <a:gd name="connsiteY2" fmla="*/ 0 h 227492"/>
                <a:gd name="connsiteX3" fmla="*/ 226378 w 226377"/>
                <a:gd name="connsiteY3" fmla="*/ 113746 h 227492"/>
                <a:gd name="connsiteX4" fmla="*/ 113189 w 226377"/>
                <a:gd name="connsiteY4" fmla="*/ 227493 h 227492"/>
                <a:gd name="connsiteX5" fmla="*/ 113189 w 226377"/>
                <a:gd name="connsiteY5" fmla="*/ 9071 h 227492"/>
                <a:gd name="connsiteX6" fmla="*/ 9026 w 226377"/>
                <a:gd name="connsiteY6" fmla="*/ 113746 h 227492"/>
                <a:gd name="connsiteX7" fmla="*/ 113189 w 226377"/>
                <a:gd name="connsiteY7" fmla="*/ 218422 h 227492"/>
                <a:gd name="connsiteX8" fmla="*/ 217351 w 226377"/>
                <a:gd name="connsiteY8" fmla="*/ 113746 h 227492"/>
                <a:gd name="connsiteX9" fmla="*/ 113189 w 226377"/>
                <a:gd name="connsiteY9" fmla="*/ 9071 h 22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377" h="227492">
                  <a:moveTo>
                    <a:pt x="113189" y="227493"/>
                  </a:moveTo>
                  <a:cubicBezTo>
                    <a:pt x="50673" y="227493"/>
                    <a:pt x="0" y="176570"/>
                    <a:pt x="0" y="113746"/>
                  </a:cubicBezTo>
                  <a:cubicBezTo>
                    <a:pt x="0" y="50923"/>
                    <a:pt x="50673" y="0"/>
                    <a:pt x="113189" y="0"/>
                  </a:cubicBezTo>
                  <a:cubicBezTo>
                    <a:pt x="175704" y="0"/>
                    <a:pt x="226378" y="50923"/>
                    <a:pt x="226378" y="113746"/>
                  </a:cubicBezTo>
                  <a:cubicBezTo>
                    <a:pt x="226323" y="176543"/>
                    <a:pt x="175677" y="227438"/>
                    <a:pt x="113189" y="227493"/>
                  </a:cubicBezTo>
                  <a:close/>
                  <a:moveTo>
                    <a:pt x="113189" y="9071"/>
                  </a:moveTo>
                  <a:cubicBezTo>
                    <a:pt x="55665" y="9071"/>
                    <a:pt x="9026" y="55939"/>
                    <a:pt x="9026" y="113746"/>
                  </a:cubicBezTo>
                  <a:cubicBezTo>
                    <a:pt x="9026" y="171554"/>
                    <a:pt x="55665" y="218422"/>
                    <a:pt x="113189" y="218422"/>
                  </a:cubicBezTo>
                  <a:cubicBezTo>
                    <a:pt x="170713" y="218422"/>
                    <a:pt x="217351" y="171554"/>
                    <a:pt x="217351" y="113746"/>
                  </a:cubicBezTo>
                  <a:cubicBezTo>
                    <a:pt x="217351" y="55939"/>
                    <a:pt x="170713" y="9071"/>
                    <a:pt x="113189" y="9071"/>
                  </a:cubicBezTo>
                  <a:close/>
                </a:path>
              </a:pathLst>
            </a:custGeom>
            <a:solidFill>
              <a:srgbClr val="231F20"/>
            </a:solidFill>
            <a:ln w="9025" cap="flat">
              <a:noFill/>
              <a:prstDash val="solid"/>
              <a:miter/>
            </a:ln>
          </p:spPr>
          <p:txBody>
            <a:bodyPr rtlCol="0" anchor="ctr"/>
            <a:lstStyle/>
            <a:p>
              <a:endParaRPr lang="zh-CN" altLang="en-US"/>
            </a:p>
          </p:txBody>
        </p:sp>
        <p:sp>
          <p:nvSpPr>
            <p:cNvPr id="387" name="任意多边形: 形状 386">
              <a:extLst>
                <a:ext uri="{FF2B5EF4-FFF2-40B4-BE49-F238E27FC236}">
                  <a16:creationId xmlns:a16="http://schemas.microsoft.com/office/drawing/2014/main" id="{536D4994-5D9B-E9C8-F40E-2929322384B7}"/>
                </a:ext>
              </a:extLst>
            </p:cNvPr>
            <p:cNvSpPr/>
            <p:nvPr/>
          </p:nvSpPr>
          <p:spPr>
            <a:xfrm>
              <a:off x="2117922" y="2455956"/>
              <a:ext cx="32899" cy="1373"/>
            </a:xfrm>
            <a:custGeom>
              <a:avLst/>
              <a:gdLst>
                <a:gd name="connsiteX0" fmla="*/ 217351 w 217351"/>
                <a:gd name="connsiteY0" fmla="*/ 0 h 9070"/>
                <a:gd name="connsiteX1" fmla="*/ 0 w 217351"/>
                <a:gd name="connsiteY1" fmla="*/ 0 h 9070"/>
              </a:gdLst>
              <a:ahLst/>
              <a:cxnLst>
                <a:cxn ang="0">
                  <a:pos x="connsiteX0" y="connsiteY0"/>
                </a:cxn>
                <a:cxn ang="0">
                  <a:pos x="connsiteX1" y="connsiteY1"/>
                </a:cxn>
              </a:cxnLst>
              <a:rect l="l" t="t" r="r" b="b"/>
              <a:pathLst>
                <a:path w="217351" h="9070">
                  <a:moveTo>
                    <a:pt x="217351" y="0"/>
                  </a:moveTo>
                  <a:lnTo>
                    <a:pt x="0" y="0"/>
                  </a:lnTo>
                </a:path>
              </a:pathLst>
            </a:custGeom>
            <a:ln w="9025" cap="flat">
              <a:noFill/>
              <a:prstDash val="solid"/>
              <a:miter/>
            </a:ln>
          </p:spPr>
          <p:txBody>
            <a:bodyPr rtlCol="0" anchor="ctr"/>
            <a:lstStyle/>
            <a:p>
              <a:endParaRPr lang="zh-CN" altLang="en-US"/>
            </a:p>
          </p:txBody>
        </p:sp>
        <p:sp>
          <p:nvSpPr>
            <p:cNvPr id="388" name="任意多边形: 形状 387">
              <a:extLst>
                <a:ext uri="{FF2B5EF4-FFF2-40B4-BE49-F238E27FC236}">
                  <a16:creationId xmlns:a16="http://schemas.microsoft.com/office/drawing/2014/main" id="{EFBE4171-B984-798F-010C-4F09065A32B7}"/>
                </a:ext>
              </a:extLst>
            </p:cNvPr>
            <p:cNvSpPr/>
            <p:nvPr/>
          </p:nvSpPr>
          <p:spPr>
            <a:xfrm>
              <a:off x="2117239" y="2455269"/>
              <a:ext cx="34265" cy="1373"/>
            </a:xfrm>
            <a:custGeom>
              <a:avLst/>
              <a:gdLst>
                <a:gd name="connsiteX0" fmla="*/ 221864 w 226377"/>
                <a:gd name="connsiteY0" fmla="*/ 9071 h 9070"/>
                <a:gd name="connsiteX1" fmla="*/ 4513 w 226377"/>
                <a:gd name="connsiteY1" fmla="*/ 9071 h 9070"/>
                <a:gd name="connsiteX2" fmla="*/ 0 w 226377"/>
                <a:gd name="connsiteY2" fmla="*/ 4535 h 9070"/>
                <a:gd name="connsiteX3" fmla="*/ 4513 w 226377"/>
                <a:gd name="connsiteY3" fmla="*/ 0 h 9070"/>
                <a:gd name="connsiteX4" fmla="*/ 221864 w 226377"/>
                <a:gd name="connsiteY4" fmla="*/ 0 h 9070"/>
                <a:gd name="connsiteX5" fmla="*/ 226378 w 226377"/>
                <a:gd name="connsiteY5" fmla="*/ 4535 h 9070"/>
                <a:gd name="connsiteX6" fmla="*/ 221864 w 226377"/>
                <a:gd name="connsiteY6" fmla="*/ 9071 h 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377" h="9070">
                  <a:moveTo>
                    <a:pt x="221864" y="9071"/>
                  </a:moveTo>
                  <a:lnTo>
                    <a:pt x="4513" y="9071"/>
                  </a:lnTo>
                  <a:cubicBezTo>
                    <a:pt x="2022" y="9071"/>
                    <a:pt x="0" y="7039"/>
                    <a:pt x="0" y="4535"/>
                  </a:cubicBezTo>
                  <a:cubicBezTo>
                    <a:pt x="0" y="2032"/>
                    <a:pt x="2022" y="0"/>
                    <a:pt x="4513" y="0"/>
                  </a:cubicBezTo>
                  <a:lnTo>
                    <a:pt x="221864" y="0"/>
                  </a:lnTo>
                  <a:cubicBezTo>
                    <a:pt x="224356" y="0"/>
                    <a:pt x="226378" y="2032"/>
                    <a:pt x="226378" y="4535"/>
                  </a:cubicBezTo>
                  <a:cubicBezTo>
                    <a:pt x="226378" y="7039"/>
                    <a:pt x="224356" y="9071"/>
                    <a:pt x="221864" y="9071"/>
                  </a:cubicBezTo>
                  <a:close/>
                </a:path>
              </a:pathLst>
            </a:custGeom>
            <a:solidFill>
              <a:srgbClr val="231F20"/>
            </a:solidFill>
            <a:ln w="9025" cap="flat">
              <a:noFill/>
              <a:prstDash val="solid"/>
              <a:miter/>
            </a:ln>
          </p:spPr>
          <p:txBody>
            <a:bodyPr rtlCol="0" anchor="ctr"/>
            <a:lstStyle/>
            <a:p>
              <a:endParaRPr lang="zh-CN" altLang="en-US"/>
            </a:p>
          </p:txBody>
        </p:sp>
        <p:sp>
          <p:nvSpPr>
            <p:cNvPr id="389" name="任意多边形: 形状 388">
              <a:extLst>
                <a:ext uri="{FF2B5EF4-FFF2-40B4-BE49-F238E27FC236}">
                  <a16:creationId xmlns:a16="http://schemas.microsoft.com/office/drawing/2014/main" id="{CB6F0F05-1E26-CBD6-2AC3-BE63BEC95B5D}"/>
                </a:ext>
              </a:extLst>
            </p:cNvPr>
            <p:cNvSpPr/>
            <p:nvPr/>
          </p:nvSpPr>
          <p:spPr>
            <a:xfrm>
              <a:off x="2138779" y="2311506"/>
              <a:ext cx="95224" cy="183643"/>
            </a:xfrm>
            <a:custGeom>
              <a:avLst/>
              <a:gdLst>
                <a:gd name="connsiteX0" fmla="*/ 496481 w 629114"/>
                <a:gd name="connsiteY0" fmla="*/ 668056 h 1213265"/>
                <a:gd name="connsiteX1" fmla="*/ 500904 w 629114"/>
                <a:gd name="connsiteY1" fmla="*/ 270397 h 1213265"/>
                <a:gd name="connsiteX2" fmla="*/ 160796 w 629114"/>
                <a:gd name="connsiteY2" fmla="*/ 0 h 1213265"/>
                <a:gd name="connsiteX3" fmla="*/ 160796 w 629114"/>
                <a:gd name="connsiteY3" fmla="*/ 87169 h 1213265"/>
                <a:gd name="connsiteX4" fmla="*/ 79560 w 629114"/>
                <a:gd name="connsiteY4" fmla="*/ 93882 h 1213265"/>
                <a:gd name="connsiteX5" fmla="*/ 89670 w 629114"/>
                <a:gd name="connsiteY5" fmla="*/ 571998 h 1213265"/>
                <a:gd name="connsiteX6" fmla="*/ 671 w 629114"/>
                <a:gd name="connsiteY6" fmla="*/ 627782 h 1213265"/>
                <a:gd name="connsiteX7" fmla="*/ 24410 w 629114"/>
                <a:gd name="connsiteY7" fmla="*/ 1014284 h 1213265"/>
                <a:gd name="connsiteX8" fmla="*/ 445303 w 629114"/>
                <a:gd name="connsiteY8" fmla="*/ 1210846 h 1213265"/>
                <a:gd name="connsiteX9" fmla="*/ 449816 w 629114"/>
                <a:gd name="connsiteY9" fmla="*/ 1081317 h 1213265"/>
                <a:gd name="connsiteX10" fmla="*/ 497565 w 629114"/>
                <a:gd name="connsiteY10" fmla="*/ 1040226 h 1213265"/>
                <a:gd name="connsiteX11" fmla="*/ 497565 w 629114"/>
                <a:gd name="connsiteY11" fmla="*/ 1002039 h 1213265"/>
                <a:gd name="connsiteX12" fmla="*/ 539807 w 629114"/>
                <a:gd name="connsiteY12" fmla="*/ 972922 h 1213265"/>
                <a:gd name="connsiteX13" fmla="*/ 523109 w 629114"/>
                <a:gd name="connsiteY13" fmla="*/ 943896 h 1213265"/>
                <a:gd name="connsiteX14" fmla="*/ 628716 w 629114"/>
                <a:gd name="connsiteY14" fmla="*/ 907069 h 1213265"/>
                <a:gd name="connsiteX15" fmla="*/ 496481 w 629114"/>
                <a:gd name="connsiteY15" fmla="*/ 668056 h 1213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9114" h="1213265">
                  <a:moveTo>
                    <a:pt x="496481" y="668056"/>
                  </a:moveTo>
                  <a:cubicBezTo>
                    <a:pt x="496481" y="668056"/>
                    <a:pt x="557228" y="415256"/>
                    <a:pt x="500904" y="270397"/>
                  </a:cubicBezTo>
                  <a:cubicBezTo>
                    <a:pt x="409739" y="35829"/>
                    <a:pt x="160796" y="0"/>
                    <a:pt x="160796" y="0"/>
                  </a:cubicBezTo>
                  <a:lnTo>
                    <a:pt x="160796" y="87169"/>
                  </a:lnTo>
                  <a:lnTo>
                    <a:pt x="79560" y="93882"/>
                  </a:lnTo>
                  <a:lnTo>
                    <a:pt x="89670" y="571998"/>
                  </a:lnTo>
                  <a:cubicBezTo>
                    <a:pt x="67375" y="585331"/>
                    <a:pt x="5184" y="590139"/>
                    <a:pt x="671" y="627782"/>
                  </a:cubicBezTo>
                  <a:cubicBezTo>
                    <a:pt x="-3842" y="665426"/>
                    <a:pt x="15564" y="933827"/>
                    <a:pt x="24410" y="1014284"/>
                  </a:cubicBezTo>
                  <a:cubicBezTo>
                    <a:pt x="33256" y="1094741"/>
                    <a:pt x="195908" y="1233251"/>
                    <a:pt x="445303" y="1210846"/>
                  </a:cubicBezTo>
                  <a:cubicBezTo>
                    <a:pt x="445303" y="1210846"/>
                    <a:pt x="449816" y="1102542"/>
                    <a:pt x="449816" y="1081317"/>
                  </a:cubicBezTo>
                  <a:cubicBezTo>
                    <a:pt x="449816" y="1060091"/>
                    <a:pt x="494225" y="1052744"/>
                    <a:pt x="497565" y="1040226"/>
                  </a:cubicBezTo>
                  <a:cubicBezTo>
                    <a:pt x="499343" y="1027564"/>
                    <a:pt x="499343" y="1014702"/>
                    <a:pt x="497565" y="1002039"/>
                  </a:cubicBezTo>
                  <a:cubicBezTo>
                    <a:pt x="497565" y="1002039"/>
                    <a:pt x="542064" y="986346"/>
                    <a:pt x="539807" y="972922"/>
                  </a:cubicBezTo>
                  <a:cubicBezTo>
                    <a:pt x="536522" y="962092"/>
                    <a:pt x="530808" y="952168"/>
                    <a:pt x="523109" y="943896"/>
                  </a:cubicBezTo>
                  <a:cubicBezTo>
                    <a:pt x="523109" y="943896"/>
                    <a:pt x="619870" y="942807"/>
                    <a:pt x="628716" y="907069"/>
                  </a:cubicBezTo>
                  <a:cubicBezTo>
                    <a:pt x="637561" y="871330"/>
                    <a:pt x="496481" y="668056"/>
                    <a:pt x="496481" y="668056"/>
                  </a:cubicBezTo>
                  <a:close/>
                </a:path>
              </a:pathLst>
            </a:custGeom>
            <a:solidFill>
              <a:schemeClr val="bg1"/>
            </a:solidFill>
            <a:ln w="9025" cap="flat">
              <a:noFill/>
              <a:prstDash val="solid"/>
              <a:miter/>
            </a:ln>
          </p:spPr>
          <p:txBody>
            <a:bodyPr rtlCol="0" anchor="ctr"/>
            <a:lstStyle/>
            <a:p>
              <a:endParaRPr lang="zh-CN" altLang="en-US" dirty="0"/>
            </a:p>
          </p:txBody>
        </p:sp>
        <p:sp>
          <p:nvSpPr>
            <p:cNvPr id="390" name="任意多边形: 形状 389">
              <a:extLst>
                <a:ext uri="{FF2B5EF4-FFF2-40B4-BE49-F238E27FC236}">
                  <a16:creationId xmlns:a16="http://schemas.microsoft.com/office/drawing/2014/main" id="{5CC7506C-C01F-3FD3-43E2-95921037C835}"/>
                </a:ext>
              </a:extLst>
            </p:cNvPr>
            <p:cNvSpPr/>
            <p:nvPr/>
          </p:nvSpPr>
          <p:spPr>
            <a:xfrm>
              <a:off x="2138068" y="2310826"/>
              <a:ext cx="96575" cy="185008"/>
            </a:xfrm>
            <a:custGeom>
              <a:avLst/>
              <a:gdLst>
                <a:gd name="connsiteX0" fmla="*/ 397559 w 638034"/>
                <a:gd name="connsiteY0" fmla="*/ 1222234 h 1222277"/>
                <a:gd name="connsiteX1" fmla="*/ 146991 w 638034"/>
                <a:gd name="connsiteY1" fmla="*/ 1159555 h 1222277"/>
                <a:gd name="connsiteX2" fmla="*/ 24324 w 638034"/>
                <a:gd name="connsiteY2" fmla="*/ 1019322 h 1222277"/>
                <a:gd name="connsiteX3" fmla="*/ 676 w 638034"/>
                <a:gd name="connsiteY3" fmla="*/ 631732 h 1222277"/>
                <a:gd name="connsiteX4" fmla="*/ 65213 w 638034"/>
                <a:gd name="connsiteY4" fmla="*/ 582750 h 1222277"/>
                <a:gd name="connsiteX5" fmla="*/ 89494 w 638034"/>
                <a:gd name="connsiteY5" fmla="*/ 573680 h 1222277"/>
                <a:gd name="connsiteX6" fmla="*/ 79475 w 638034"/>
                <a:gd name="connsiteY6" fmla="*/ 98376 h 1222277"/>
                <a:gd name="connsiteX7" fmla="*/ 83627 w 638034"/>
                <a:gd name="connsiteY7" fmla="*/ 93749 h 1222277"/>
                <a:gd name="connsiteX8" fmla="*/ 160711 w 638034"/>
                <a:gd name="connsiteY8" fmla="*/ 87400 h 1222277"/>
                <a:gd name="connsiteX9" fmla="*/ 160711 w 638034"/>
                <a:gd name="connsiteY9" fmla="*/ 4494 h 1222277"/>
                <a:gd name="connsiteX10" fmla="*/ 162245 w 638034"/>
                <a:gd name="connsiteY10" fmla="*/ 1138 h 1222277"/>
                <a:gd name="connsiteX11" fmla="*/ 165856 w 638034"/>
                <a:gd name="connsiteY11" fmla="*/ 49 h 1222277"/>
                <a:gd name="connsiteX12" fmla="*/ 509574 w 638034"/>
                <a:gd name="connsiteY12" fmla="*/ 273168 h 1222277"/>
                <a:gd name="connsiteX13" fmla="*/ 505693 w 638034"/>
                <a:gd name="connsiteY13" fmla="*/ 671552 h 1222277"/>
                <a:gd name="connsiteX14" fmla="*/ 637566 w 638034"/>
                <a:gd name="connsiteY14" fmla="*/ 912651 h 1222277"/>
                <a:gd name="connsiteX15" fmla="*/ 536833 w 638034"/>
                <a:gd name="connsiteY15" fmla="*/ 952653 h 1222277"/>
                <a:gd name="connsiteX16" fmla="*/ 548658 w 638034"/>
                <a:gd name="connsiteY16" fmla="*/ 976690 h 1222277"/>
                <a:gd name="connsiteX17" fmla="*/ 506866 w 638034"/>
                <a:gd name="connsiteY17" fmla="*/ 1009526 h 1222277"/>
                <a:gd name="connsiteX18" fmla="*/ 506325 w 638034"/>
                <a:gd name="connsiteY18" fmla="*/ 1045809 h 1222277"/>
                <a:gd name="connsiteX19" fmla="*/ 484662 w 638034"/>
                <a:gd name="connsiteY19" fmla="*/ 1063043 h 1222277"/>
                <a:gd name="connsiteX20" fmla="*/ 458757 w 638034"/>
                <a:gd name="connsiteY20" fmla="*/ 1085720 h 1222277"/>
                <a:gd name="connsiteX21" fmla="*/ 454243 w 638034"/>
                <a:gd name="connsiteY21" fmla="*/ 1215521 h 1222277"/>
                <a:gd name="connsiteX22" fmla="*/ 450182 w 638034"/>
                <a:gd name="connsiteY22" fmla="*/ 1219785 h 1222277"/>
                <a:gd name="connsiteX23" fmla="*/ 397559 w 638034"/>
                <a:gd name="connsiteY23" fmla="*/ 1222234 h 1222277"/>
                <a:gd name="connsiteX24" fmla="*/ 449730 w 638034"/>
                <a:gd name="connsiteY24" fmla="*/ 1215340 h 1222277"/>
                <a:gd name="connsiteX25" fmla="*/ 449730 w 638034"/>
                <a:gd name="connsiteY25" fmla="*/ 1215340 h 1222277"/>
                <a:gd name="connsiteX26" fmla="*/ 88681 w 638034"/>
                <a:gd name="connsiteY26" fmla="*/ 102548 h 1222277"/>
                <a:gd name="connsiteX27" fmla="*/ 98701 w 638034"/>
                <a:gd name="connsiteY27" fmla="*/ 576310 h 1222277"/>
                <a:gd name="connsiteX28" fmla="*/ 96444 w 638034"/>
                <a:gd name="connsiteY28" fmla="*/ 580301 h 1222277"/>
                <a:gd name="connsiteX29" fmla="*/ 68011 w 638034"/>
                <a:gd name="connsiteY29" fmla="*/ 591367 h 1222277"/>
                <a:gd name="connsiteX30" fmla="*/ 9702 w 638034"/>
                <a:gd name="connsiteY30" fmla="*/ 632820 h 1222277"/>
                <a:gd name="connsiteX31" fmla="*/ 33441 w 638034"/>
                <a:gd name="connsiteY31" fmla="*/ 1018325 h 1222277"/>
                <a:gd name="connsiteX32" fmla="*/ 445488 w 638034"/>
                <a:gd name="connsiteY32" fmla="*/ 1211167 h 1222277"/>
                <a:gd name="connsiteX33" fmla="*/ 449821 w 638034"/>
                <a:gd name="connsiteY33" fmla="*/ 1085810 h 1222277"/>
                <a:gd name="connsiteX34" fmla="*/ 480690 w 638034"/>
                <a:gd name="connsiteY34" fmla="*/ 1055061 h 1222277"/>
                <a:gd name="connsiteX35" fmla="*/ 497750 w 638034"/>
                <a:gd name="connsiteY35" fmla="*/ 1043541 h 1222277"/>
                <a:gd name="connsiteX36" fmla="*/ 497750 w 638034"/>
                <a:gd name="connsiteY36" fmla="*/ 1007258 h 1222277"/>
                <a:gd name="connsiteX37" fmla="*/ 500819 w 638034"/>
                <a:gd name="connsiteY37" fmla="*/ 1002360 h 1222277"/>
                <a:gd name="connsiteX38" fmla="*/ 540083 w 638034"/>
                <a:gd name="connsiteY38" fmla="*/ 978414 h 1222277"/>
                <a:gd name="connsiteX39" fmla="*/ 524558 w 638034"/>
                <a:gd name="connsiteY39" fmla="*/ 951655 h 1222277"/>
                <a:gd name="connsiteX40" fmla="*/ 523655 w 638034"/>
                <a:gd name="connsiteY40" fmla="*/ 946848 h 1222277"/>
                <a:gd name="connsiteX41" fmla="*/ 527807 w 638034"/>
                <a:gd name="connsiteY41" fmla="*/ 944036 h 1222277"/>
                <a:gd name="connsiteX42" fmla="*/ 629081 w 638034"/>
                <a:gd name="connsiteY42" fmla="*/ 910656 h 1222277"/>
                <a:gd name="connsiteX43" fmla="*/ 497479 w 638034"/>
                <a:gd name="connsiteY43" fmla="*/ 675271 h 1222277"/>
                <a:gd name="connsiteX44" fmla="*/ 496757 w 638034"/>
                <a:gd name="connsiteY44" fmla="*/ 671643 h 1222277"/>
                <a:gd name="connsiteX45" fmla="*/ 501360 w 638034"/>
                <a:gd name="connsiteY45" fmla="*/ 276705 h 1222277"/>
                <a:gd name="connsiteX46" fmla="*/ 170008 w 638034"/>
                <a:gd name="connsiteY46" fmla="*/ 10118 h 1222277"/>
                <a:gd name="connsiteX47" fmla="*/ 170008 w 638034"/>
                <a:gd name="connsiteY47" fmla="*/ 91754 h 1222277"/>
                <a:gd name="connsiteX48" fmla="*/ 165856 w 638034"/>
                <a:gd name="connsiteY48" fmla="*/ 96289 h 122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38034" h="1222277">
                  <a:moveTo>
                    <a:pt x="397559" y="1222234"/>
                  </a:moveTo>
                  <a:cubicBezTo>
                    <a:pt x="310059" y="1223386"/>
                    <a:pt x="223750" y="1201788"/>
                    <a:pt x="146991" y="1159555"/>
                  </a:cubicBezTo>
                  <a:cubicBezTo>
                    <a:pt x="77489" y="1119644"/>
                    <a:pt x="29650" y="1064585"/>
                    <a:pt x="24324" y="1019322"/>
                  </a:cubicBezTo>
                  <a:cubicBezTo>
                    <a:pt x="16201" y="945396"/>
                    <a:pt x="-3928" y="671099"/>
                    <a:pt x="676" y="631732"/>
                  </a:cubicBezTo>
                  <a:cubicBezTo>
                    <a:pt x="4106" y="602071"/>
                    <a:pt x="37954" y="591367"/>
                    <a:pt x="65213" y="582750"/>
                  </a:cubicBezTo>
                  <a:cubicBezTo>
                    <a:pt x="73517" y="580330"/>
                    <a:pt x="81632" y="577299"/>
                    <a:pt x="89494" y="573680"/>
                  </a:cubicBezTo>
                  <a:lnTo>
                    <a:pt x="79475" y="98376"/>
                  </a:lnTo>
                  <a:cubicBezTo>
                    <a:pt x="79421" y="95971"/>
                    <a:pt x="81244" y="93941"/>
                    <a:pt x="83627" y="93749"/>
                  </a:cubicBezTo>
                  <a:lnTo>
                    <a:pt x="160711" y="87400"/>
                  </a:lnTo>
                  <a:lnTo>
                    <a:pt x="160711" y="4494"/>
                  </a:lnTo>
                  <a:cubicBezTo>
                    <a:pt x="160702" y="3202"/>
                    <a:pt x="161261" y="1972"/>
                    <a:pt x="162245" y="1138"/>
                  </a:cubicBezTo>
                  <a:cubicBezTo>
                    <a:pt x="163229" y="252"/>
                    <a:pt x="164547" y="-148"/>
                    <a:pt x="165856" y="49"/>
                  </a:cubicBezTo>
                  <a:cubicBezTo>
                    <a:pt x="168383" y="49"/>
                    <a:pt x="418590" y="38872"/>
                    <a:pt x="509574" y="273168"/>
                  </a:cubicBezTo>
                  <a:cubicBezTo>
                    <a:pt x="563100" y="410951"/>
                    <a:pt x="511289" y="647334"/>
                    <a:pt x="505693" y="671552"/>
                  </a:cubicBezTo>
                  <a:cubicBezTo>
                    <a:pt x="524829" y="698764"/>
                    <a:pt x="646502" y="876822"/>
                    <a:pt x="637566" y="912651"/>
                  </a:cubicBezTo>
                  <a:cubicBezTo>
                    <a:pt x="629443" y="945124"/>
                    <a:pt x="562739" y="951383"/>
                    <a:pt x="536833" y="952653"/>
                  </a:cubicBezTo>
                  <a:cubicBezTo>
                    <a:pt x="542484" y="959701"/>
                    <a:pt x="546519" y="967901"/>
                    <a:pt x="548658" y="976690"/>
                  </a:cubicBezTo>
                  <a:cubicBezTo>
                    <a:pt x="551095" y="991294"/>
                    <a:pt x="520677" y="1004356"/>
                    <a:pt x="506866" y="1009526"/>
                  </a:cubicBezTo>
                  <a:cubicBezTo>
                    <a:pt x="508473" y="1021581"/>
                    <a:pt x="508283" y="1033808"/>
                    <a:pt x="506325" y="1045809"/>
                  </a:cubicBezTo>
                  <a:cubicBezTo>
                    <a:pt x="504429" y="1052975"/>
                    <a:pt x="495223" y="1057601"/>
                    <a:pt x="484662" y="1063043"/>
                  </a:cubicBezTo>
                  <a:cubicBezTo>
                    <a:pt x="472477" y="1069211"/>
                    <a:pt x="458757" y="1076105"/>
                    <a:pt x="458757" y="1085720"/>
                  </a:cubicBezTo>
                  <a:cubicBezTo>
                    <a:pt x="458757" y="1106764"/>
                    <a:pt x="454424" y="1211077"/>
                    <a:pt x="454243" y="1215521"/>
                  </a:cubicBezTo>
                  <a:cubicBezTo>
                    <a:pt x="454162" y="1217771"/>
                    <a:pt x="452411" y="1219603"/>
                    <a:pt x="450182" y="1219785"/>
                  </a:cubicBezTo>
                  <a:cubicBezTo>
                    <a:pt x="432851" y="1221327"/>
                    <a:pt x="415611" y="1222234"/>
                    <a:pt x="397559" y="1222234"/>
                  </a:cubicBezTo>
                  <a:close/>
                  <a:moveTo>
                    <a:pt x="449730" y="1215340"/>
                  </a:moveTo>
                  <a:lnTo>
                    <a:pt x="449730" y="1215340"/>
                  </a:lnTo>
                  <a:close/>
                  <a:moveTo>
                    <a:pt x="88681" y="102548"/>
                  </a:moveTo>
                  <a:lnTo>
                    <a:pt x="98701" y="576310"/>
                  </a:lnTo>
                  <a:cubicBezTo>
                    <a:pt x="98728" y="577953"/>
                    <a:pt x="97861" y="579479"/>
                    <a:pt x="96444" y="580301"/>
                  </a:cubicBezTo>
                  <a:cubicBezTo>
                    <a:pt x="87382" y="584988"/>
                    <a:pt x="77850" y="588697"/>
                    <a:pt x="68011" y="591367"/>
                  </a:cubicBezTo>
                  <a:cubicBezTo>
                    <a:pt x="42016" y="599622"/>
                    <a:pt x="12500" y="608964"/>
                    <a:pt x="9702" y="632820"/>
                  </a:cubicBezTo>
                  <a:cubicBezTo>
                    <a:pt x="5369" y="669647"/>
                    <a:pt x="24234" y="935146"/>
                    <a:pt x="33441" y="1018325"/>
                  </a:cubicBezTo>
                  <a:cubicBezTo>
                    <a:pt x="42467" y="1098147"/>
                    <a:pt x="204939" y="1231123"/>
                    <a:pt x="445488" y="1211167"/>
                  </a:cubicBezTo>
                  <a:cubicBezTo>
                    <a:pt x="446300" y="1191484"/>
                    <a:pt x="449821" y="1104405"/>
                    <a:pt x="449821" y="1085810"/>
                  </a:cubicBezTo>
                  <a:cubicBezTo>
                    <a:pt x="449821" y="1070662"/>
                    <a:pt x="466158" y="1062317"/>
                    <a:pt x="480690" y="1055061"/>
                  </a:cubicBezTo>
                  <a:cubicBezTo>
                    <a:pt x="487911" y="1051342"/>
                    <a:pt x="496847" y="1046806"/>
                    <a:pt x="497750" y="1043541"/>
                  </a:cubicBezTo>
                  <a:cubicBezTo>
                    <a:pt x="499456" y="1031504"/>
                    <a:pt x="499456" y="1019295"/>
                    <a:pt x="497750" y="1007258"/>
                  </a:cubicBezTo>
                  <a:cubicBezTo>
                    <a:pt x="497506" y="1005109"/>
                    <a:pt x="498779" y="1003068"/>
                    <a:pt x="500819" y="1002360"/>
                  </a:cubicBezTo>
                  <a:cubicBezTo>
                    <a:pt x="522211" y="994831"/>
                    <a:pt x="540895" y="983402"/>
                    <a:pt x="540083" y="978414"/>
                  </a:cubicBezTo>
                  <a:cubicBezTo>
                    <a:pt x="536942" y="968454"/>
                    <a:pt x="531634" y="959311"/>
                    <a:pt x="524558" y="951655"/>
                  </a:cubicBezTo>
                  <a:cubicBezTo>
                    <a:pt x="523330" y="950376"/>
                    <a:pt x="522969" y="948489"/>
                    <a:pt x="523655" y="946848"/>
                  </a:cubicBezTo>
                  <a:cubicBezTo>
                    <a:pt x="524368" y="945169"/>
                    <a:pt x="525993" y="944072"/>
                    <a:pt x="527807" y="944036"/>
                  </a:cubicBezTo>
                  <a:cubicBezTo>
                    <a:pt x="553712" y="944036"/>
                    <a:pt x="622492" y="937142"/>
                    <a:pt x="629081" y="910656"/>
                  </a:cubicBezTo>
                  <a:cubicBezTo>
                    <a:pt x="635219" y="885893"/>
                    <a:pt x="553712" y="756454"/>
                    <a:pt x="497479" y="675271"/>
                  </a:cubicBezTo>
                  <a:cubicBezTo>
                    <a:pt x="496748" y="674219"/>
                    <a:pt x="496486" y="672904"/>
                    <a:pt x="496757" y="671643"/>
                  </a:cubicBezTo>
                  <a:cubicBezTo>
                    <a:pt x="497389" y="669103"/>
                    <a:pt x="556510" y="418571"/>
                    <a:pt x="501360" y="276705"/>
                  </a:cubicBezTo>
                  <a:cubicBezTo>
                    <a:pt x="419492" y="65812"/>
                    <a:pt x="205932" y="16921"/>
                    <a:pt x="170008" y="10118"/>
                  </a:cubicBezTo>
                  <a:lnTo>
                    <a:pt x="170008" y="91754"/>
                  </a:lnTo>
                  <a:cubicBezTo>
                    <a:pt x="170017" y="94123"/>
                    <a:pt x="168202" y="96100"/>
                    <a:pt x="165856" y="96289"/>
                  </a:cubicBezTo>
                  <a:close/>
                </a:path>
              </a:pathLst>
            </a:custGeom>
            <a:solidFill>
              <a:srgbClr val="231F20"/>
            </a:solidFill>
            <a:ln w="9025" cap="flat">
              <a:noFill/>
              <a:prstDash val="solid"/>
              <a:miter/>
            </a:ln>
          </p:spPr>
          <p:txBody>
            <a:bodyPr rtlCol="0" anchor="ctr"/>
            <a:lstStyle/>
            <a:p>
              <a:endParaRPr lang="zh-CN" altLang="en-US"/>
            </a:p>
          </p:txBody>
        </p:sp>
        <p:sp>
          <p:nvSpPr>
            <p:cNvPr id="391" name="任意多边形: 形状 390">
              <a:extLst>
                <a:ext uri="{FF2B5EF4-FFF2-40B4-BE49-F238E27FC236}">
                  <a16:creationId xmlns:a16="http://schemas.microsoft.com/office/drawing/2014/main" id="{A3012128-1AD6-4855-6602-A7434B769E3A}"/>
                </a:ext>
              </a:extLst>
            </p:cNvPr>
            <p:cNvSpPr/>
            <p:nvPr/>
          </p:nvSpPr>
          <p:spPr>
            <a:xfrm>
              <a:off x="2182870" y="2459810"/>
              <a:ext cx="31906" cy="4301"/>
            </a:xfrm>
            <a:custGeom>
              <a:avLst/>
              <a:gdLst>
                <a:gd name="connsiteX0" fmla="*/ 144981 w 210791"/>
                <a:gd name="connsiteY0" fmla="*/ 28418 h 28417"/>
                <a:gd name="connsiteX1" fmla="*/ 85769 w 210791"/>
                <a:gd name="connsiteY1" fmla="*/ 26422 h 28417"/>
                <a:gd name="connsiteX2" fmla="*/ 2006 w 210791"/>
                <a:gd name="connsiteY2" fmla="*/ 8281 h 28417"/>
                <a:gd name="connsiteX3" fmla="*/ 742 w 210791"/>
                <a:gd name="connsiteY3" fmla="*/ 2022 h 28417"/>
                <a:gd name="connsiteX4" fmla="*/ 7060 w 210791"/>
                <a:gd name="connsiteY4" fmla="*/ 752 h 28417"/>
                <a:gd name="connsiteX5" fmla="*/ 86401 w 210791"/>
                <a:gd name="connsiteY5" fmla="*/ 17170 h 28417"/>
                <a:gd name="connsiteX6" fmla="*/ 205908 w 210791"/>
                <a:gd name="connsiteY6" fmla="*/ 17170 h 28417"/>
                <a:gd name="connsiteX7" fmla="*/ 210782 w 210791"/>
                <a:gd name="connsiteY7" fmla="*/ 21342 h 28417"/>
                <a:gd name="connsiteX8" fmla="*/ 206630 w 210791"/>
                <a:gd name="connsiteY8" fmla="*/ 26150 h 28417"/>
                <a:gd name="connsiteX9" fmla="*/ 144981 w 210791"/>
                <a:gd name="connsiteY9" fmla="*/ 28418 h 28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791" h="28417">
                  <a:moveTo>
                    <a:pt x="144981" y="28418"/>
                  </a:moveTo>
                  <a:cubicBezTo>
                    <a:pt x="126929" y="28418"/>
                    <a:pt x="106710" y="27964"/>
                    <a:pt x="85769" y="26422"/>
                  </a:cubicBezTo>
                  <a:cubicBezTo>
                    <a:pt x="22585" y="21977"/>
                    <a:pt x="2818" y="9097"/>
                    <a:pt x="2006" y="8281"/>
                  </a:cubicBezTo>
                  <a:cubicBezTo>
                    <a:pt x="-52" y="6893"/>
                    <a:pt x="-621" y="4099"/>
                    <a:pt x="742" y="2022"/>
                  </a:cubicBezTo>
                  <a:cubicBezTo>
                    <a:pt x="2150" y="-55"/>
                    <a:pt x="4957" y="-627"/>
                    <a:pt x="7060" y="752"/>
                  </a:cubicBezTo>
                  <a:cubicBezTo>
                    <a:pt x="7060" y="752"/>
                    <a:pt x="26196" y="12907"/>
                    <a:pt x="86401" y="17170"/>
                  </a:cubicBezTo>
                  <a:cubicBezTo>
                    <a:pt x="126197" y="19719"/>
                    <a:pt x="166111" y="19719"/>
                    <a:pt x="205908" y="17170"/>
                  </a:cubicBezTo>
                  <a:cubicBezTo>
                    <a:pt x="208390" y="17016"/>
                    <a:pt x="210548" y="18857"/>
                    <a:pt x="210782" y="21342"/>
                  </a:cubicBezTo>
                  <a:cubicBezTo>
                    <a:pt x="210936" y="23819"/>
                    <a:pt x="209085" y="25959"/>
                    <a:pt x="206630" y="26150"/>
                  </a:cubicBezTo>
                  <a:cubicBezTo>
                    <a:pt x="206630" y="26150"/>
                    <a:pt x="180544" y="28418"/>
                    <a:pt x="144981" y="28418"/>
                  </a:cubicBezTo>
                  <a:close/>
                </a:path>
              </a:pathLst>
            </a:custGeom>
            <a:solidFill>
              <a:srgbClr val="231F20"/>
            </a:solidFill>
            <a:ln w="9025" cap="flat">
              <a:noFill/>
              <a:prstDash val="solid"/>
              <a:miter/>
            </a:ln>
          </p:spPr>
          <p:txBody>
            <a:bodyPr rtlCol="0" anchor="ctr"/>
            <a:lstStyle/>
            <a:p>
              <a:endParaRPr lang="zh-CN" altLang="en-US"/>
            </a:p>
          </p:txBody>
        </p:sp>
        <p:sp>
          <p:nvSpPr>
            <p:cNvPr id="392" name="任意多边形: 形状 391">
              <a:extLst>
                <a:ext uri="{FF2B5EF4-FFF2-40B4-BE49-F238E27FC236}">
                  <a16:creationId xmlns:a16="http://schemas.microsoft.com/office/drawing/2014/main" id="{24B35D68-EC69-5C51-CF97-F595FEC5B566}"/>
                </a:ext>
              </a:extLst>
            </p:cNvPr>
            <p:cNvSpPr/>
            <p:nvPr/>
          </p:nvSpPr>
          <p:spPr>
            <a:xfrm rot="10800000">
              <a:off x="2110900" y="2488701"/>
              <a:ext cx="44812" cy="9020"/>
            </a:xfrm>
            <a:custGeom>
              <a:avLst/>
              <a:gdLst>
                <a:gd name="connsiteX0" fmla="*/ 266454 w 296060"/>
                <a:gd name="connsiteY0" fmla="*/ 0 h 59594"/>
                <a:gd name="connsiteX1" fmla="*/ 296060 w 296060"/>
                <a:gd name="connsiteY1" fmla="*/ 0 h 59594"/>
                <a:gd name="connsiteX2" fmla="*/ 296060 w 296060"/>
                <a:gd name="connsiteY2" fmla="*/ 59595 h 59594"/>
                <a:gd name="connsiteX3" fmla="*/ 266454 w 296060"/>
                <a:gd name="connsiteY3" fmla="*/ 59595 h 59594"/>
                <a:gd name="connsiteX4" fmla="*/ 29606 w 296060"/>
                <a:gd name="connsiteY4" fmla="*/ 59595 h 59594"/>
                <a:gd name="connsiteX5" fmla="*/ 0 w 296060"/>
                <a:gd name="connsiteY5" fmla="*/ 59595 h 59594"/>
                <a:gd name="connsiteX6" fmla="*/ 0 w 296060"/>
                <a:gd name="connsiteY6" fmla="*/ 0 h 59594"/>
                <a:gd name="connsiteX7" fmla="*/ 29606 w 296060"/>
                <a:gd name="connsiteY7" fmla="*/ 0 h 5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060" h="59594">
                  <a:moveTo>
                    <a:pt x="266454" y="0"/>
                  </a:moveTo>
                  <a:cubicBezTo>
                    <a:pt x="282805" y="0"/>
                    <a:pt x="296060" y="0"/>
                    <a:pt x="296060" y="0"/>
                  </a:cubicBezTo>
                  <a:lnTo>
                    <a:pt x="296060" y="59595"/>
                  </a:lnTo>
                  <a:cubicBezTo>
                    <a:pt x="296060" y="59595"/>
                    <a:pt x="282805" y="59595"/>
                    <a:pt x="266454" y="59595"/>
                  </a:cubicBezTo>
                  <a:lnTo>
                    <a:pt x="29606" y="59595"/>
                  </a:lnTo>
                  <a:cubicBezTo>
                    <a:pt x="13255" y="59595"/>
                    <a:pt x="0" y="59595"/>
                    <a:pt x="0" y="59595"/>
                  </a:cubicBezTo>
                  <a:lnTo>
                    <a:pt x="0" y="0"/>
                  </a:lnTo>
                  <a:cubicBezTo>
                    <a:pt x="0" y="0"/>
                    <a:pt x="13255" y="0"/>
                    <a:pt x="29606" y="0"/>
                  </a:cubicBezTo>
                  <a:close/>
                </a:path>
              </a:pathLst>
            </a:custGeom>
            <a:solidFill>
              <a:schemeClr val="bg1"/>
            </a:solidFill>
            <a:ln w="9025" cap="flat">
              <a:noFill/>
              <a:prstDash val="solid"/>
              <a:miter/>
            </a:ln>
          </p:spPr>
          <p:txBody>
            <a:bodyPr rtlCol="0" anchor="ctr"/>
            <a:lstStyle/>
            <a:p>
              <a:endParaRPr lang="zh-CN" altLang="en-US"/>
            </a:p>
          </p:txBody>
        </p:sp>
        <p:sp>
          <p:nvSpPr>
            <p:cNvPr id="393" name="任意多边形: 形状 392">
              <a:extLst>
                <a:ext uri="{FF2B5EF4-FFF2-40B4-BE49-F238E27FC236}">
                  <a16:creationId xmlns:a16="http://schemas.microsoft.com/office/drawing/2014/main" id="{65A4509B-57EC-B92A-6D99-56D29F55928A}"/>
                </a:ext>
              </a:extLst>
            </p:cNvPr>
            <p:cNvSpPr/>
            <p:nvPr/>
          </p:nvSpPr>
          <p:spPr>
            <a:xfrm>
              <a:off x="2110469" y="2488042"/>
              <a:ext cx="45674" cy="10393"/>
            </a:xfrm>
            <a:custGeom>
              <a:avLst/>
              <a:gdLst>
                <a:gd name="connsiteX0" fmla="*/ 269299 w 301749"/>
                <a:gd name="connsiteY0" fmla="*/ 68665 h 68665"/>
                <a:gd name="connsiteX1" fmla="*/ 32451 w 301749"/>
                <a:gd name="connsiteY1" fmla="*/ 68665 h 68665"/>
                <a:gd name="connsiteX2" fmla="*/ 46 w 301749"/>
                <a:gd name="connsiteY2" fmla="*/ 32564 h 68665"/>
                <a:gd name="connsiteX3" fmla="*/ 32451 w 301749"/>
                <a:gd name="connsiteY3" fmla="*/ 0 h 68665"/>
                <a:gd name="connsiteX4" fmla="*/ 269299 w 301749"/>
                <a:gd name="connsiteY4" fmla="*/ 0 h 68665"/>
                <a:gd name="connsiteX5" fmla="*/ 301703 w 301749"/>
                <a:gd name="connsiteY5" fmla="*/ 36101 h 68665"/>
                <a:gd name="connsiteX6" fmla="*/ 269299 w 301749"/>
                <a:gd name="connsiteY6" fmla="*/ 68665 h 68665"/>
                <a:gd name="connsiteX7" fmla="*/ 32451 w 301749"/>
                <a:gd name="connsiteY7" fmla="*/ 9071 h 68665"/>
                <a:gd name="connsiteX8" fmla="*/ 8820 w 301749"/>
                <a:gd name="connsiteY8" fmla="*/ 35847 h 68665"/>
                <a:gd name="connsiteX9" fmla="*/ 32451 w 301749"/>
                <a:gd name="connsiteY9" fmla="*/ 59594 h 68665"/>
                <a:gd name="connsiteX10" fmla="*/ 269299 w 301749"/>
                <a:gd name="connsiteY10" fmla="*/ 59594 h 68665"/>
                <a:gd name="connsiteX11" fmla="*/ 292929 w 301749"/>
                <a:gd name="connsiteY11" fmla="*/ 32818 h 68665"/>
                <a:gd name="connsiteX12" fmla="*/ 269299 w 301749"/>
                <a:gd name="connsiteY12" fmla="*/ 9071 h 6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1749" h="68665">
                  <a:moveTo>
                    <a:pt x="269299" y="68665"/>
                  </a:moveTo>
                  <a:lnTo>
                    <a:pt x="32451" y="68665"/>
                  </a:lnTo>
                  <a:cubicBezTo>
                    <a:pt x="13586" y="67695"/>
                    <a:pt x="-928" y="51531"/>
                    <a:pt x="46" y="32564"/>
                  </a:cubicBezTo>
                  <a:cubicBezTo>
                    <a:pt x="940" y="14967"/>
                    <a:pt x="14940" y="907"/>
                    <a:pt x="32451" y="0"/>
                  </a:cubicBezTo>
                  <a:lnTo>
                    <a:pt x="269299" y="0"/>
                  </a:lnTo>
                  <a:cubicBezTo>
                    <a:pt x="288163" y="971"/>
                    <a:pt x="302678" y="17135"/>
                    <a:pt x="301703" y="36101"/>
                  </a:cubicBezTo>
                  <a:cubicBezTo>
                    <a:pt x="300809" y="53699"/>
                    <a:pt x="286810" y="67758"/>
                    <a:pt x="269299" y="68665"/>
                  </a:cubicBezTo>
                  <a:close/>
                  <a:moveTo>
                    <a:pt x="32451" y="9071"/>
                  </a:moveTo>
                  <a:cubicBezTo>
                    <a:pt x="18568" y="9905"/>
                    <a:pt x="7989" y="21897"/>
                    <a:pt x="8820" y="35847"/>
                  </a:cubicBezTo>
                  <a:cubicBezTo>
                    <a:pt x="9578" y="48628"/>
                    <a:pt x="19733" y="58833"/>
                    <a:pt x="32451" y="59594"/>
                  </a:cubicBezTo>
                  <a:lnTo>
                    <a:pt x="269299" y="59594"/>
                  </a:lnTo>
                  <a:cubicBezTo>
                    <a:pt x="283181" y="58760"/>
                    <a:pt x="293760" y="46769"/>
                    <a:pt x="292929" y="32818"/>
                  </a:cubicBezTo>
                  <a:cubicBezTo>
                    <a:pt x="292171" y="20037"/>
                    <a:pt x="282017" y="9833"/>
                    <a:pt x="269299" y="9071"/>
                  </a:cubicBezTo>
                  <a:close/>
                </a:path>
              </a:pathLst>
            </a:custGeom>
            <a:solidFill>
              <a:srgbClr val="231F20"/>
            </a:solidFill>
            <a:ln w="9025" cap="flat">
              <a:noFill/>
              <a:prstDash val="solid"/>
              <a:miter/>
            </a:ln>
          </p:spPr>
          <p:txBody>
            <a:bodyPr rtlCol="0" anchor="ctr"/>
            <a:lstStyle/>
            <a:p>
              <a:endParaRPr lang="zh-CN" altLang="en-US"/>
            </a:p>
          </p:txBody>
        </p:sp>
        <p:sp>
          <p:nvSpPr>
            <p:cNvPr id="394" name="任意多边形: 形状 393">
              <a:extLst>
                <a:ext uri="{FF2B5EF4-FFF2-40B4-BE49-F238E27FC236}">
                  <a16:creationId xmlns:a16="http://schemas.microsoft.com/office/drawing/2014/main" id="{B5D03106-7E11-E7F8-A413-C34559400145}"/>
                </a:ext>
              </a:extLst>
            </p:cNvPr>
            <p:cNvSpPr/>
            <p:nvPr/>
          </p:nvSpPr>
          <p:spPr>
            <a:xfrm rot="10800000">
              <a:off x="2110900" y="2502225"/>
              <a:ext cx="44812" cy="9020"/>
            </a:xfrm>
            <a:custGeom>
              <a:avLst/>
              <a:gdLst>
                <a:gd name="connsiteX0" fmla="*/ 266454 w 296060"/>
                <a:gd name="connsiteY0" fmla="*/ 0 h 59594"/>
                <a:gd name="connsiteX1" fmla="*/ 296060 w 296060"/>
                <a:gd name="connsiteY1" fmla="*/ 0 h 59594"/>
                <a:gd name="connsiteX2" fmla="*/ 296060 w 296060"/>
                <a:gd name="connsiteY2" fmla="*/ 59594 h 59594"/>
                <a:gd name="connsiteX3" fmla="*/ 266454 w 296060"/>
                <a:gd name="connsiteY3" fmla="*/ 59594 h 59594"/>
                <a:gd name="connsiteX4" fmla="*/ 29606 w 296060"/>
                <a:gd name="connsiteY4" fmla="*/ 59594 h 59594"/>
                <a:gd name="connsiteX5" fmla="*/ 0 w 296060"/>
                <a:gd name="connsiteY5" fmla="*/ 59594 h 59594"/>
                <a:gd name="connsiteX6" fmla="*/ 0 w 296060"/>
                <a:gd name="connsiteY6" fmla="*/ 0 h 59594"/>
                <a:gd name="connsiteX7" fmla="*/ 29606 w 296060"/>
                <a:gd name="connsiteY7" fmla="*/ 0 h 5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060" h="59594">
                  <a:moveTo>
                    <a:pt x="266454" y="0"/>
                  </a:moveTo>
                  <a:cubicBezTo>
                    <a:pt x="282805" y="0"/>
                    <a:pt x="296060" y="0"/>
                    <a:pt x="296060" y="0"/>
                  </a:cubicBezTo>
                  <a:lnTo>
                    <a:pt x="296060" y="59594"/>
                  </a:lnTo>
                  <a:cubicBezTo>
                    <a:pt x="296060" y="59594"/>
                    <a:pt x="282805" y="59594"/>
                    <a:pt x="266454" y="59594"/>
                  </a:cubicBezTo>
                  <a:lnTo>
                    <a:pt x="29606" y="59594"/>
                  </a:lnTo>
                  <a:cubicBezTo>
                    <a:pt x="13255" y="59594"/>
                    <a:pt x="0" y="59594"/>
                    <a:pt x="0" y="59594"/>
                  </a:cubicBezTo>
                  <a:lnTo>
                    <a:pt x="0" y="0"/>
                  </a:lnTo>
                  <a:cubicBezTo>
                    <a:pt x="0" y="0"/>
                    <a:pt x="13255" y="0"/>
                    <a:pt x="29606" y="0"/>
                  </a:cubicBezTo>
                  <a:close/>
                </a:path>
              </a:pathLst>
            </a:custGeom>
            <a:solidFill>
              <a:schemeClr val="bg1"/>
            </a:solidFill>
            <a:ln w="9025" cap="flat">
              <a:noFill/>
              <a:prstDash val="solid"/>
              <a:miter/>
            </a:ln>
          </p:spPr>
          <p:txBody>
            <a:bodyPr rtlCol="0" anchor="ctr"/>
            <a:lstStyle/>
            <a:p>
              <a:endParaRPr lang="zh-CN" altLang="en-US"/>
            </a:p>
          </p:txBody>
        </p:sp>
        <p:sp>
          <p:nvSpPr>
            <p:cNvPr id="395" name="任意多边形: 形状 394">
              <a:extLst>
                <a:ext uri="{FF2B5EF4-FFF2-40B4-BE49-F238E27FC236}">
                  <a16:creationId xmlns:a16="http://schemas.microsoft.com/office/drawing/2014/main" id="{EBA8073B-C4DB-1EBB-B920-13EAFABD6B07}"/>
                </a:ext>
              </a:extLst>
            </p:cNvPr>
            <p:cNvSpPr/>
            <p:nvPr/>
          </p:nvSpPr>
          <p:spPr>
            <a:xfrm>
              <a:off x="2110469" y="2501538"/>
              <a:ext cx="45674" cy="10393"/>
            </a:xfrm>
            <a:custGeom>
              <a:avLst/>
              <a:gdLst>
                <a:gd name="connsiteX0" fmla="*/ 269299 w 301749"/>
                <a:gd name="connsiteY0" fmla="*/ 68665 h 68665"/>
                <a:gd name="connsiteX1" fmla="*/ 32451 w 301749"/>
                <a:gd name="connsiteY1" fmla="*/ 68665 h 68665"/>
                <a:gd name="connsiteX2" fmla="*/ 46 w 301749"/>
                <a:gd name="connsiteY2" fmla="*/ 32564 h 68665"/>
                <a:gd name="connsiteX3" fmla="*/ 32451 w 301749"/>
                <a:gd name="connsiteY3" fmla="*/ 0 h 68665"/>
                <a:gd name="connsiteX4" fmla="*/ 269299 w 301749"/>
                <a:gd name="connsiteY4" fmla="*/ 0 h 68665"/>
                <a:gd name="connsiteX5" fmla="*/ 301703 w 301749"/>
                <a:gd name="connsiteY5" fmla="*/ 36101 h 68665"/>
                <a:gd name="connsiteX6" fmla="*/ 269299 w 301749"/>
                <a:gd name="connsiteY6" fmla="*/ 68665 h 68665"/>
                <a:gd name="connsiteX7" fmla="*/ 32451 w 301749"/>
                <a:gd name="connsiteY7" fmla="*/ 9071 h 68665"/>
                <a:gd name="connsiteX8" fmla="*/ 8820 w 301749"/>
                <a:gd name="connsiteY8" fmla="*/ 35847 h 68665"/>
                <a:gd name="connsiteX9" fmla="*/ 32451 w 301749"/>
                <a:gd name="connsiteY9" fmla="*/ 59594 h 68665"/>
                <a:gd name="connsiteX10" fmla="*/ 269299 w 301749"/>
                <a:gd name="connsiteY10" fmla="*/ 59594 h 68665"/>
                <a:gd name="connsiteX11" fmla="*/ 292929 w 301749"/>
                <a:gd name="connsiteY11" fmla="*/ 32818 h 68665"/>
                <a:gd name="connsiteX12" fmla="*/ 269299 w 301749"/>
                <a:gd name="connsiteY12" fmla="*/ 9071 h 6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1749" h="68665">
                  <a:moveTo>
                    <a:pt x="269299" y="68665"/>
                  </a:moveTo>
                  <a:lnTo>
                    <a:pt x="32451" y="68665"/>
                  </a:lnTo>
                  <a:cubicBezTo>
                    <a:pt x="13586" y="67695"/>
                    <a:pt x="-928" y="51531"/>
                    <a:pt x="46" y="32564"/>
                  </a:cubicBezTo>
                  <a:cubicBezTo>
                    <a:pt x="940" y="14967"/>
                    <a:pt x="14940" y="907"/>
                    <a:pt x="32451" y="0"/>
                  </a:cubicBezTo>
                  <a:lnTo>
                    <a:pt x="269299" y="0"/>
                  </a:lnTo>
                  <a:cubicBezTo>
                    <a:pt x="288163" y="971"/>
                    <a:pt x="302678" y="17135"/>
                    <a:pt x="301703" y="36101"/>
                  </a:cubicBezTo>
                  <a:cubicBezTo>
                    <a:pt x="300809" y="53698"/>
                    <a:pt x="286810" y="67758"/>
                    <a:pt x="269299" y="68665"/>
                  </a:cubicBezTo>
                  <a:close/>
                  <a:moveTo>
                    <a:pt x="32451" y="9071"/>
                  </a:moveTo>
                  <a:cubicBezTo>
                    <a:pt x="18568" y="9905"/>
                    <a:pt x="7989" y="21897"/>
                    <a:pt x="8820" y="35847"/>
                  </a:cubicBezTo>
                  <a:cubicBezTo>
                    <a:pt x="9578" y="48628"/>
                    <a:pt x="19733" y="58833"/>
                    <a:pt x="32451" y="59594"/>
                  </a:cubicBezTo>
                  <a:lnTo>
                    <a:pt x="269299" y="59594"/>
                  </a:lnTo>
                  <a:cubicBezTo>
                    <a:pt x="283181" y="58760"/>
                    <a:pt x="293760" y="46769"/>
                    <a:pt x="292929" y="32818"/>
                  </a:cubicBezTo>
                  <a:cubicBezTo>
                    <a:pt x="292171" y="20037"/>
                    <a:pt x="282017" y="9833"/>
                    <a:pt x="269299" y="9071"/>
                  </a:cubicBezTo>
                  <a:close/>
                </a:path>
              </a:pathLst>
            </a:custGeom>
            <a:solidFill>
              <a:srgbClr val="231F20"/>
            </a:solidFill>
            <a:ln w="9025" cap="flat">
              <a:noFill/>
              <a:prstDash val="solid"/>
              <a:miter/>
            </a:ln>
          </p:spPr>
          <p:txBody>
            <a:bodyPr rtlCol="0" anchor="ctr"/>
            <a:lstStyle/>
            <a:p>
              <a:endParaRPr lang="zh-CN" altLang="en-US"/>
            </a:p>
          </p:txBody>
        </p:sp>
        <p:sp>
          <p:nvSpPr>
            <p:cNvPr id="396" name="任意多边形: 形状 395">
              <a:extLst>
                <a:ext uri="{FF2B5EF4-FFF2-40B4-BE49-F238E27FC236}">
                  <a16:creationId xmlns:a16="http://schemas.microsoft.com/office/drawing/2014/main" id="{C439AFF0-69C3-BE46-676C-83D72B34112C}"/>
                </a:ext>
              </a:extLst>
            </p:cNvPr>
            <p:cNvSpPr/>
            <p:nvPr/>
          </p:nvSpPr>
          <p:spPr>
            <a:xfrm rot="10800000">
              <a:off x="2110900" y="2515762"/>
              <a:ext cx="44812" cy="9020"/>
            </a:xfrm>
            <a:custGeom>
              <a:avLst/>
              <a:gdLst>
                <a:gd name="connsiteX0" fmla="*/ 266454 w 296060"/>
                <a:gd name="connsiteY0" fmla="*/ 0 h 59594"/>
                <a:gd name="connsiteX1" fmla="*/ 296060 w 296060"/>
                <a:gd name="connsiteY1" fmla="*/ 0 h 59594"/>
                <a:gd name="connsiteX2" fmla="*/ 296060 w 296060"/>
                <a:gd name="connsiteY2" fmla="*/ 59594 h 59594"/>
                <a:gd name="connsiteX3" fmla="*/ 266454 w 296060"/>
                <a:gd name="connsiteY3" fmla="*/ 59594 h 59594"/>
                <a:gd name="connsiteX4" fmla="*/ 29606 w 296060"/>
                <a:gd name="connsiteY4" fmla="*/ 59594 h 59594"/>
                <a:gd name="connsiteX5" fmla="*/ 0 w 296060"/>
                <a:gd name="connsiteY5" fmla="*/ 59594 h 59594"/>
                <a:gd name="connsiteX6" fmla="*/ 0 w 296060"/>
                <a:gd name="connsiteY6" fmla="*/ 0 h 59594"/>
                <a:gd name="connsiteX7" fmla="*/ 29606 w 296060"/>
                <a:gd name="connsiteY7" fmla="*/ 0 h 5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060" h="59594">
                  <a:moveTo>
                    <a:pt x="266454" y="0"/>
                  </a:moveTo>
                  <a:cubicBezTo>
                    <a:pt x="282805" y="0"/>
                    <a:pt x="296060" y="0"/>
                    <a:pt x="296060" y="0"/>
                  </a:cubicBezTo>
                  <a:lnTo>
                    <a:pt x="296060" y="59594"/>
                  </a:lnTo>
                  <a:cubicBezTo>
                    <a:pt x="296060" y="59594"/>
                    <a:pt x="282805" y="59594"/>
                    <a:pt x="266454" y="59594"/>
                  </a:cubicBezTo>
                  <a:lnTo>
                    <a:pt x="29606" y="59594"/>
                  </a:lnTo>
                  <a:cubicBezTo>
                    <a:pt x="13255" y="59594"/>
                    <a:pt x="0" y="59594"/>
                    <a:pt x="0" y="59594"/>
                  </a:cubicBezTo>
                  <a:lnTo>
                    <a:pt x="0" y="0"/>
                  </a:lnTo>
                  <a:cubicBezTo>
                    <a:pt x="0" y="0"/>
                    <a:pt x="13255" y="0"/>
                    <a:pt x="29606" y="0"/>
                  </a:cubicBezTo>
                  <a:close/>
                </a:path>
              </a:pathLst>
            </a:custGeom>
            <a:solidFill>
              <a:schemeClr val="bg1"/>
            </a:solidFill>
            <a:ln w="9025" cap="flat">
              <a:noFill/>
              <a:prstDash val="solid"/>
              <a:miter/>
            </a:ln>
          </p:spPr>
          <p:txBody>
            <a:bodyPr rtlCol="0" anchor="ctr"/>
            <a:lstStyle/>
            <a:p>
              <a:endParaRPr lang="zh-CN" altLang="en-US"/>
            </a:p>
          </p:txBody>
        </p:sp>
        <p:sp>
          <p:nvSpPr>
            <p:cNvPr id="397" name="任意多边形: 形状 396">
              <a:extLst>
                <a:ext uri="{FF2B5EF4-FFF2-40B4-BE49-F238E27FC236}">
                  <a16:creationId xmlns:a16="http://schemas.microsoft.com/office/drawing/2014/main" id="{7C3D216A-0EA4-0CEC-F33A-13998632CC2F}"/>
                </a:ext>
              </a:extLst>
            </p:cNvPr>
            <p:cNvSpPr/>
            <p:nvPr/>
          </p:nvSpPr>
          <p:spPr>
            <a:xfrm>
              <a:off x="2110469" y="2515062"/>
              <a:ext cx="45674" cy="10393"/>
            </a:xfrm>
            <a:custGeom>
              <a:avLst/>
              <a:gdLst>
                <a:gd name="connsiteX0" fmla="*/ 269299 w 301749"/>
                <a:gd name="connsiteY0" fmla="*/ 68665 h 68665"/>
                <a:gd name="connsiteX1" fmla="*/ 32451 w 301749"/>
                <a:gd name="connsiteY1" fmla="*/ 68665 h 68665"/>
                <a:gd name="connsiteX2" fmla="*/ 46 w 301749"/>
                <a:gd name="connsiteY2" fmla="*/ 32564 h 68665"/>
                <a:gd name="connsiteX3" fmla="*/ 32451 w 301749"/>
                <a:gd name="connsiteY3" fmla="*/ 0 h 68665"/>
                <a:gd name="connsiteX4" fmla="*/ 269299 w 301749"/>
                <a:gd name="connsiteY4" fmla="*/ 0 h 68665"/>
                <a:gd name="connsiteX5" fmla="*/ 301703 w 301749"/>
                <a:gd name="connsiteY5" fmla="*/ 36101 h 68665"/>
                <a:gd name="connsiteX6" fmla="*/ 269299 w 301749"/>
                <a:gd name="connsiteY6" fmla="*/ 68665 h 68665"/>
                <a:gd name="connsiteX7" fmla="*/ 32451 w 301749"/>
                <a:gd name="connsiteY7" fmla="*/ 9071 h 68665"/>
                <a:gd name="connsiteX8" fmla="*/ 8820 w 301749"/>
                <a:gd name="connsiteY8" fmla="*/ 35847 h 68665"/>
                <a:gd name="connsiteX9" fmla="*/ 32451 w 301749"/>
                <a:gd name="connsiteY9" fmla="*/ 59594 h 68665"/>
                <a:gd name="connsiteX10" fmla="*/ 269299 w 301749"/>
                <a:gd name="connsiteY10" fmla="*/ 59594 h 68665"/>
                <a:gd name="connsiteX11" fmla="*/ 292929 w 301749"/>
                <a:gd name="connsiteY11" fmla="*/ 32818 h 68665"/>
                <a:gd name="connsiteX12" fmla="*/ 269299 w 301749"/>
                <a:gd name="connsiteY12" fmla="*/ 9071 h 6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1749" h="68665">
                  <a:moveTo>
                    <a:pt x="269299" y="68665"/>
                  </a:moveTo>
                  <a:lnTo>
                    <a:pt x="32451" y="68665"/>
                  </a:lnTo>
                  <a:cubicBezTo>
                    <a:pt x="13586" y="67695"/>
                    <a:pt x="-928" y="51531"/>
                    <a:pt x="46" y="32564"/>
                  </a:cubicBezTo>
                  <a:cubicBezTo>
                    <a:pt x="940" y="14967"/>
                    <a:pt x="14940" y="907"/>
                    <a:pt x="32451" y="0"/>
                  </a:cubicBezTo>
                  <a:lnTo>
                    <a:pt x="269299" y="0"/>
                  </a:lnTo>
                  <a:cubicBezTo>
                    <a:pt x="288163" y="971"/>
                    <a:pt x="302678" y="17134"/>
                    <a:pt x="301703" y="36101"/>
                  </a:cubicBezTo>
                  <a:cubicBezTo>
                    <a:pt x="300809" y="53698"/>
                    <a:pt x="286810" y="67758"/>
                    <a:pt x="269299" y="68665"/>
                  </a:cubicBezTo>
                  <a:close/>
                  <a:moveTo>
                    <a:pt x="32451" y="9071"/>
                  </a:moveTo>
                  <a:cubicBezTo>
                    <a:pt x="18568" y="9905"/>
                    <a:pt x="7989" y="21897"/>
                    <a:pt x="8820" y="35847"/>
                  </a:cubicBezTo>
                  <a:cubicBezTo>
                    <a:pt x="9578" y="48628"/>
                    <a:pt x="19733" y="58832"/>
                    <a:pt x="32451" y="59594"/>
                  </a:cubicBezTo>
                  <a:lnTo>
                    <a:pt x="269299" y="59594"/>
                  </a:lnTo>
                  <a:cubicBezTo>
                    <a:pt x="283181" y="58760"/>
                    <a:pt x="293760" y="46769"/>
                    <a:pt x="292929" y="32818"/>
                  </a:cubicBezTo>
                  <a:cubicBezTo>
                    <a:pt x="292171" y="20037"/>
                    <a:pt x="282017" y="9833"/>
                    <a:pt x="269299" y="9071"/>
                  </a:cubicBezTo>
                  <a:close/>
                </a:path>
              </a:pathLst>
            </a:custGeom>
            <a:solidFill>
              <a:srgbClr val="231F20"/>
            </a:solidFill>
            <a:ln w="9025" cap="flat">
              <a:noFill/>
              <a:prstDash val="solid"/>
              <a:miter/>
            </a:ln>
          </p:spPr>
          <p:txBody>
            <a:bodyPr rtlCol="0" anchor="ctr"/>
            <a:lstStyle/>
            <a:p>
              <a:endParaRPr lang="zh-CN" altLang="en-US"/>
            </a:p>
          </p:txBody>
        </p:sp>
        <p:sp>
          <p:nvSpPr>
            <p:cNvPr id="398" name="任意多边形: 形状 397">
              <a:extLst>
                <a:ext uri="{FF2B5EF4-FFF2-40B4-BE49-F238E27FC236}">
                  <a16:creationId xmlns:a16="http://schemas.microsoft.com/office/drawing/2014/main" id="{D1ED9D40-7B0F-84BD-75A0-B3E85CFA1690}"/>
                </a:ext>
              </a:extLst>
            </p:cNvPr>
            <p:cNvSpPr/>
            <p:nvPr/>
          </p:nvSpPr>
          <p:spPr>
            <a:xfrm rot="10800000">
              <a:off x="2116775" y="2345405"/>
              <a:ext cx="20821" cy="20924"/>
            </a:xfrm>
            <a:custGeom>
              <a:avLst/>
              <a:gdLst>
                <a:gd name="connsiteX0" fmla="*/ 0 w 137559"/>
                <a:gd name="connsiteY0" fmla="*/ 0 h 138237"/>
                <a:gd name="connsiteX1" fmla="*/ 137560 w 137559"/>
                <a:gd name="connsiteY1" fmla="*/ 0 h 138237"/>
                <a:gd name="connsiteX2" fmla="*/ 137560 w 137559"/>
                <a:gd name="connsiteY2" fmla="*/ 138237 h 138237"/>
                <a:gd name="connsiteX3" fmla="*/ 0 w 137559"/>
                <a:gd name="connsiteY3" fmla="*/ 138237 h 138237"/>
              </a:gdLst>
              <a:ahLst/>
              <a:cxnLst>
                <a:cxn ang="0">
                  <a:pos x="connsiteX0" y="connsiteY0"/>
                </a:cxn>
                <a:cxn ang="0">
                  <a:pos x="connsiteX1" y="connsiteY1"/>
                </a:cxn>
                <a:cxn ang="0">
                  <a:pos x="connsiteX2" y="connsiteY2"/>
                </a:cxn>
                <a:cxn ang="0">
                  <a:pos x="connsiteX3" y="connsiteY3"/>
                </a:cxn>
              </a:cxnLst>
              <a:rect l="l" t="t" r="r" b="b"/>
              <a:pathLst>
                <a:path w="137559" h="138237">
                  <a:moveTo>
                    <a:pt x="0" y="0"/>
                  </a:moveTo>
                  <a:lnTo>
                    <a:pt x="137560" y="0"/>
                  </a:lnTo>
                  <a:lnTo>
                    <a:pt x="137560" y="138237"/>
                  </a:lnTo>
                  <a:lnTo>
                    <a:pt x="0" y="138237"/>
                  </a:lnTo>
                  <a:close/>
                </a:path>
              </a:pathLst>
            </a:custGeom>
            <a:solidFill>
              <a:srgbClr val="231F20"/>
            </a:solidFill>
            <a:ln w="9025" cap="flat">
              <a:noFill/>
              <a:prstDash val="solid"/>
              <a:miter/>
            </a:ln>
          </p:spPr>
          <p:txBody>
            <a:bodyPr rtlCol="0" anchor="ctr"/>
            <a:lstStyle/>
            <a:p>
              <a:endParaRPr lang="zh-CN" altLang="en-US"/>
            </a:p>
          </p:txBody>
        </p:sp>
        <p:sp>
          <p:nvSpPr>
            <p:cNvPr id="399" name="任意多边形: 形状 398">
              <a:extLst>
                <a:ext uri="{FF2B5EF4-FFF2-40B4-BE49-F238E27FC236}">
                  <a16:creationId xmlns:a16="http://schemas.microsoft.com/office/drawing/2014/main" id="{64396807-E3FA-B2AD-B443-5C53B1AFD4F1}"/>
                </a:ext>
              </a:extLst>
            </p:cNvPr>
            <p:cNvSpPr/>
            <p:nvPr/>
          </p:nvSpPr>
          <p:spPr>
            <a:xfrm>
              <a:off x="2110859" y="2339460"/>
              <a:ext cx="32639" cy="32814"/>
            </a:xfrm>
            <a:custGeom>
              <a:avLst/>
              <a:gdLst>
                <a:gd name="connsiteX0" fmla="*/ 193974 w 215636"/>
                <a:gd name="connsiteY0" fmla="*/ 216789 h 216789"/>
                <a:gd name="connsiteX1" fmla="*/ 21663 w 215636"/>
                <a:gd name="connsiteY1" fmla="*/ 216789 h 216789"/>
                <a:gd name="connsiteX2" fmla="*/ 0 w 215636"/>
                <a:gd name="connsiteY2" fmla="*/ 195020 h 216789"/>
                <a:gd name="connsiteX3" fmla="*/ 0 w 215636"/>
                <a:gd name="connsiteY3" fmla="*/ 21770 h 216789"/>
                <a:gd name="connsiteX4" fmla="*/ 21663 w 215636"/>
                <a:gd name="connsiteY4" fmla="*/ 0 h 216789"/>
                <a:gd name="connsiteX5" fmla="*/ 193974 w 215636"/>
                <a:gd name="connsiteY5" fmla="*/ 0 h 216789"/>
                <a:gd name="connsiteX6" fmla="*/ 215636 w 215636"/>
                <a:gd name="connsiteY6" fmla="*/ 21770 h 216789"/>
                <a:gd name="connsiteX7" fmla="*/ 215636 w 215636"/>
                <a:gd name="connsiteY7" fmla="*/ 195020 h 216789"/>
                <a:gd name="connsiteX8" fmla="*/ 193974 w 215636"/>
                <a:gd name="connsiteY8" fmla="*/ 216789 h 216789"/>
                <a:gd name="connsiteX9" fmla="*/ 21663 w 215636"/>
                <a:gd name="connsiteY9" fmla="*/ 9071 h 216789"/>
                <a:gd name="connsiteX10" fmla="*/ 9026 w 215636"/>
                <a:gd name="connsiteY10" fmla="*/ 21770 h 216789"/>
                <a:gd name="connsiteX11" fmla="*/ 9026 w 215636"/>
                <a:gd name="connsiteY11" fmla="*/ 195020 h 216789"/>
                <a:gd name="connsiteX12" fmla="*/ 21663 w 215636"/>
                <a:gd name="connsiteY12" fmla="*/ 207719 h 216789"/>
                <a:gd name="connsiteX13" fmla="*/ 193974 w 215636"/>
                <a:gd name="connsiteY13" fmla="*/ 207719 h 216789"/>
                <a:gd name="connsiteX14" fmla="*/ 206610 w 215636"/>
                <a:gd name="connsiteY14" fmla="*/ 195020 h 216789"/>
                <a:gd name="connsiteX15" fmla="*/ 206610 w 215636"/>
                <a:gd name="connsiteY15" fmla="*/ 21770 h 216789"/>
                <a:gd name="connsiteX16" fmla="*/ 193974 w 215636"/>
                <a:gd name="connsiteY16" fmla="*/ 9071 h 21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636" h="216789">
                  <a:moveTo>
                    <a:pt x="193974" y="216789"/>
                  </a:moveTo>
                  <a:lnTo>
                    <a:pt x="21663" y="216789"/>
                  </a:lnTo>
                  <a:cubicBezTo>
                    <a:pt x="9703" y="216789"/>
                    <a:pt x="0" y="207043"/>
                    <a:pt x="0" y="195020"/>
                  </a:cubicBezTo>
                  <a:lnTo>
                    <a:pt x="0" y="21770"/>
                  </a:lnTo>
                  <a:cubicBezTo>
                    <a:pt x="0" y="9746"/>
                    <a:pt x="9703" y="0"/>
                    <a:pt x="21663" y="0"/>
                  </a:cubicBezTo>
                  <a:lnTo>
                    <a:pt x="193974" y="0"/>
                  </a:lnTo>
                  <a:cubicBezTo>
                    <a:pt x="205933" y="0"/>
                    <a:pt x="215636" y="9746"/>
                    <a:pt x="215636" y="21770"/>
                  </a:cubicBezTo>
                  <a:lnTo>
                    <a:pt x="215636" y="195020"/>
                  </a:lnTo>
                  <a:cubicBezTo>
                    <a:pt x="215636" y="207043"/>
                    <a:pt x="205933" y="216789"/>
                    <a:pt x="193974" y="216789"/>
                  </a:cubicBezTo>
                  <a:close/>
                  <a:moveTo>
                    <a:pt x="21663" y="9071"/>
                  </a:moveTo>
                  <a:cubicBezTo>
                    <a:pt x="14686" y="9071"/>
                    <a:pt x="9026" y="14756"/>
                    <a:pt x="9026" y="21770"/>
                  </a:cubicBezTo>
                  <a:lnTo>
                    <a:pt x="9026" y="195020"/>
                  </a:lnTo>
                  <a:cubicBezTo>
                    <a:pt x="9026" y="202033"/>
                    <a:pt x="14686" y="207719"/>
                    <a:pt x="21663" y="207719"/>
                  </a:cubicBezTo>
                  <a:lnTo>
                    <a:pt x="193974" y="207719"/>
                  </a:lnTo>
                  <a:cubicBezTo>
                    <a:pt x="200951" y="207719"/>
                    <a:pt x="206610" y="202033"/>
                    <a:pt x="206610" y="195020"/>
                  </a:cubicBezTo>
                  <a:lnTo>
                    <a:pt x="206610" y="21770"/>
                  </a:lnTo>
                  <a:cubicBezTo>
                    <a:pt x="206610" y="14756"/>
                    <a:pt x="200951" y="9071"/>
                    <a:pt x="193974" y="9071"/>
                  </a:cubicBezTo>
                  <a:close/>
                </a:path>
              </a:pathLst>
            </a:custGeom>
            <a:solidFill>
              <a:srgbClr val="D1D3D4"/>
            </a:solidFill>
            <a:ln w="9025" cap="flat">
              <a:noFill/>
              <a:prstDash val="solid"/>
              <a:miter/>
            </a:ln>
          </p:spPr>
          <p:txBody>
            <a:bodyPr rtlCol="0" anchor="ctr"/>
            <a:lstStyle/>
            <a:p>
              <a:endParaRPr lang="zh-CN" altLang="en-US"/>
            </a:p>
          </p:txBody>
        </p:sp>
        <p:sp>
          <p:nvSpPr>
            <p:cNvPr id="400" name="任意多边形: 形状 399">
              <a:extLst>
                <a:ext uri="{FF2B5EF4-FFF2-40B4-BE49-F238E27FC236}">
                  <a16:creationId xmlns:a16="http://schemas.microsoft.com/office/drawing/2014/main" id="{7B5C80F4-0822-5D75-58A1-6807F3C57FFD}"/>
                </a:ext>
              </a:extLst>
            </p:cNvPr>
            <p:cNvSpPr/>
            <p:nvPr/>
          </p:nvSpPr>
          <p:spPr>
            <a:xfrm>
              <a:off x="2128114" y="2348137"/>
              <a:ext cx="6667" cy="1373"/>
            </a:xfrm>
            <a:custGeom>
              <a:avLst/>
              <a:gdLst>
                <a:gd name="connsiteX0" fmla="*/ 39535 w 44048"/>
                <a:gd name="connsiteY0" fmla="*/ 9071 h 9070"/>
                <a:gd name="connsiteX1" fmla="*/ 4513 w 44048"/>
                <a:gd name="connsiteY1" fmla="*/ 9071 h 9070"/>
                <a:gd name="connsiteX2" fmla="*/ 0 w 44048"/>
                <a:gd name="connsiteY2" fmla="*/ 4535 h 9070"/>
                <a:gd name="connsiteX3" fmla="*/ 4513 w 44048"/>
                <a:gd name="connsiteY3" fmla="*/ 0 h 9070"/>
                <a:gd name="connsiteX4" fmla="*/ 39535 w 44048"/>
                <a:gd name="connsiteY4" fmla="*/ 0 h 9070"/>
                <a:gd name="connsiteX5" fmla="*/ 44048 w 44048"/>
                <a:gd name="connsiteY5" fmla="*/ 4535 h 9070"/>
                <a:gd name="connsiteX6" fmla="*/ 39535 w 44048"/>
                <a:gd name="connsiteY6" fmla="*/ 9071 h 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48" h="9070">
                  <a:moveTo>
                    <a:pt x="39535" y="9071"/>
                  </a:moveTo>
                  <a:lnTo>
                    <a:pt x="4513" y="9071"/>
                  </a:lnTo>
                  <a:cubicBezTo>
                    <a:pt x="2022" y="9071"/>
                    <a:pt x="0" y="7040"/>
                    <a:pt x="0" y="4535"/>
                  </a:cubicBezTo>
                  <a:cubicBezTo>
                    <a:pt x="0" y="2031"/>
                    <a:pt x="2022" y="0"/>
                    <a:pt x="4513" y="0"/>
                  </a:cubicBezTo>
                  <a:lnTo>
                    <a:pt x="39535" y="0"/>
                  </a:lnTo>
                  <a:cubicBezTo>
                    <a:pt x="42026" y="0"/>
                    <a:pt x="44048" y="2031"/>
                    <a:pt x="44048" y="4535"/>
                  </a:cubicBezTo>
                  <a:cubicBezTo>
                    <a:pt x="44048" y="7040"/>
                    <a:pt x="42026" y="9071"/>
                    <a:pt x="39535" y="9071"/>
                  </a:cubicBezTo>
                  <a:close/>
                </a:path>
              </a:pathLst>
            </a:custGeom>
            <a:solidFill>
              <a:srgbClr val="231F20"/>
            </a:solidFill>
            <a:ln w="9025" cap="flat">
              <a:noFill/>
              <a:prstDash val="solid"/>
              <a:miter/>
            </a:ln>
          </p:spPr>
          <p:txBody>
            <a:bodyPr rtlCol="0" anchor="ctr"/>
            <a:lstStyle/>
            <a:p>
              <a:endParaRPr lang="zh-CN" altLang="en-US"/>
            </a:p>
          </p:txBody>
        </p:sp>
        <p:sp>
          <p:nvSpPr>
            <p:cNvPr id="401" name="任意多边形: 形状 400">
              <a:extLst>
                <a:ext uri="{FF2B5EF4-FFF2-40B4-BE49-F238E27FC236}">
                  <a16:creationId xmlns:a16="http://schemas.microsoft.com/office/drawing/2014/main" id="{CA7E24B0-F974-14E5-0545-147C3BA96B4C}"/>
                </a:ext>
              </a:extLst>
            </p:cNvPr>
            <p:cNvSpPr/>
            <p:nvPr/>
          </p:nvSpPr>
          <p:spPr>
            <a:xfrm>
              <a:off x="2133689" y="2370901"/>
              <a:ext cx="16313" cy="7743"/>
            </a:xfrm>
            <a:custGeom>
              <a:avLst/>
              <a:gdLst>
                <a:gd name="connsiteX0" fmla="*/ 103260 w 107773"/>
                <a:gd name="connsiteY0" fmla="*/ 51159 h 51158"/>
                <a:gd name="connsiteX1" fmla="*/ 4513 w 107773"/>
                <a:gd name="connsiteY1" fmla="*/ 51159 h 51158"/>
                <a:gd name="connsiteX2" fmla="*/ 0 w 107773"/>
                <a:gd name="connsiteY2" fmla="*/ 46623 h 51158"/>
                <a:gd name="connsiteX3" fmla="*/ 0 w 107773"/>
                <a:gd name="connsiteY3" fmla="*/ 4535 h 51158"/>
                <a:gd name="connsiteX4" fmla="*/ 4513 w 107773"/>
                <a:gd name="connsiteY4" fmla="*/ 0 h 51158"/>
                <a:gd name="connsiteX5" fmla="*/ 9026 w 107773"/>
                <a:gd name="connsiteY5" fmla="*/ 4535 h 51158"/>
                <a:gd name="connsiteX6" fmla="*/ 9026 w 107773"/>
                <a:gd name="connsiteY6" fmla="*/ 42088 h 51158"/>
                <a:gd name="connsiteX7" fmla="*/ 103260 w 107773"/>
                <a:gd name="connsiteY7" fmla="*/ 42088 h 51158"/>
                <a:gd name="connsiteX8" fmla="*/ 107773 w 107773"/>
                <a:gd name="connsiteY8" fmla="*/ 46623 h 51158"/>
                <a:gd name="connsiteX9" fmla="*/ 103260 w 107773"/>
                <a:gd name="connsiteY9" fmla="*/ 51159 h 51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773" h="51158">
                  <a:moveTo>
                    <a:pt x="103260" y="51159"/>
                  </a:moveTo>
                  <a:lnTo>
                    <a:pt x="4513" y="51159"/>
                  </a:lnTo>
                  <a:cubicBezTo>
                    <a:pt x="2022" y="51159"/>
                    <a:pt x="0" y="49128"/>
                    <a:pt x="0" y="46623"/>
                  </a:cubicBezTo>
                  <a:lnTo>
                    <a:pt x="0" y="4535"/>
                  </a:lnTo>
                  <a:cubicBezTo>
                    <a:pt x="0" y="2031"/>
                    <a:pt x="2022" y="0"/>
                    <a:pt x="4513" y="0"/>
                  </a:cubicBezTo>
                  <a:cubicBezTo>
                    <a:pt x="7004" y="0"/>
                    <a:pt x="9026" y="2031"/>
                    <a:pt x="9026" y="4535"/>
                  </a:cubicBezTo>
                  <a:lnTo>
                    <a:pt x="9026" y="42088"/>
                  </a:lnTo>
                  <a:lnTo>
                    <a:pt x="103260" y="42088"/>
                  </a:lnTo>
                  <a:cubicBezTo>
                    <a:pt x="105751" y="42088"/>
                    <a:pt x="107773" y="44119"/>
                    <a:pt x="107773" y="46623"/>
                  </a:cubicBezTo>
                  <a:cubicBezTo>
                    <a:pt x="107773" y="49128"/>
                    <a:pt x="105751" y="51159"/>
                    <a:pt x="103260" y="51159"/>
                  </a:cubicBezTo>
                  <a:close/>
                </a:path>
              </a:pathLst>
            </a:custGeom>
            <a:solidFill>
              <a:srgbClr val="D1D3D4"/>
            </a:solidFill>
            <a:ln w="9025" cap="flat">
              <a:noFill/>
              <a:prstDash val="solid"/>
              <a:miter/>
            </a:ln>
          </p:spPr>
          <p:txBody>
            <a:bodyPr rtlCol="0" anchor="ctr"/>
            <a:lstStyle/>
            <a:p>
              <a:endParaRPr lang="zh-CN" altLang="en-US"/>
            </a:p>
          </p:txBody>
        </p:sp>
        <p:sp>
          <p:nvSpPr>
            <p:cNvPr id="402" name="任意多边形: 形状 401">
              <a:extLst>
                <a:ext uri="{FF2B5EF4-FFF2-40B4-BE49-F238E27FC236}">
                  <a16:creationId xmlns:a16="http://schemas.microsoft.com/office/drawing/2014/main" id="{810167AA-37D2-85DF-D78A-EA35F8020704}"/>
                </a:ext>
              </a:extLst>
            </p:cNvPr>
            <p:cNvSpPr/>
            <p:nvPr/>
          </p:nvSpPr>
          <p:spPr>
            <a:xfrm>
              <a:off x="2102375" y="2364050"/>
              <a:ext cx="9850" cy="10036"/>
            </a:xfrm>
            <a:custGeom>
              <a:avLst/>
              <a:gdLst>
                <a:gd name="connsiteX0" fmla="*/ 4513 w 65078"/>
                <a:gd name="connsiteY0" fmla="*/ 66307 h 66306"/>
                <a:gd name="connsiteX1" fmla="*/ 0 w 65078"/>
                <a:gd name="connsiteY1" fmla="*/ 61771 h 66306"/>
                <a:gd name="connsiteX2" fmla="*/ 0 w 65078"/>
                <a:gd name="connsiteY2" fmla="*/ 4535 h 66306"/>
                <a:gd name="connsiteX3" fmla="*/ 4513 w 65078"/>
                <a:gd name="connsiteY3" fmla="*/ 0 h 66306"/>
                <a:gd name="connsiteX4" fmla="*/ 60566 w 65078"/>
                <a:gd name="connsiteY4" fmla="*/ 0 h 66306"/>
                <a:gd name="connsiteX5" fmla="*/ 65079 w 65078"/>
                <a:gd name="connsiteY5" fmla="*/ 4535 h 66306"/>
                <a:gd name="connsiteX6" fmla="*/ 60566 w 65078"/>
                <a:gd name="connsiteY6" fmla="*/ 9071 h 66306"/>
                <a:gd name="connsiteX7" fmla="*/ 9026 w 65078"/>
                <a:gd name="connsiteY7" fmla="*/ 9071 h 66306"/>
                <a:gd name="connsiteX8" fmla="*/ 9026 w 65078"/>
                <a:gd name="connsiteY8" fmla="*/ 61771 h 66306"/>
                <a:gd name="connsiteX9" fmla="*/ 4513 w 65078"/>
                <a:gd name="connsiteY9" fmla="*/ 66307 h 6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078" h="66306">
                  <a:moveTo>
                    <a:pt x="4513" y="66307"/>
                  </a:moveTo>
                  <a:cubicBezTo>
                    <a:pt x="2022" y="66307"/>
                    <a:pt x="0" y="64276"/>
                    <a:pt x="0" y="61771"/>
                  </a:cubicBezTo>
                  <a:lnTo>
                    <a:pt x="0" y="4535"/>
                  </a:lnTo>
                  <a:cubicBezTo>
                    <a:pt x="0" y="2031"/>
                    <a:pt x="2022" y="0"/>
                    <a:pt x="4513" y="0"/>
                  </a:cubicBezTo>
                  <a:lnTo>
                    <a:pt x="60566" y="0"/>
                  </a:lnTo>
                  <a:cubicBezTo>
                    <a:pt x="63057" y="0"/>
                    <a:pt x="65079" y="2031"/>
                    <a:pt x="65079" y="4535"/>
                  </a:cubicBezTo>
                  <a:cubicBezTo>
                    <a:pt x="65079" y="7040"/>
                    <a:pt x="63057" y="9071"/>
                    <a:pt x="60566" y="9071"/>
                  </a:cubicBezTo>
                  <a:lnTo>
                    <a:pt x="9026" y="9071"/>
                  </a:lnTo>
                  <a:lnTo>
                    <a:pt x="9026" y="61771"/>
                  </a:lnTo>
                  <a:cubicBezTo>
                    <a:pt x="8981" y="64256"/>
                    <a:pt x="6986" y="66259"/>
                    <a:pt x="4513" y="66307"/>
                  </a:cubicBezTo>
                  <a:close/>
                </a:path>
              </a:pathLst>
            </a:custGeom>
            <a:solidFill>
              <a:srgbClr val="D1D3D4"/>
            </a:solidFill>
            <a:ln w="9025" cap="flat">
              <a:noFill/>
              <a:prstDash val="solid"/>
              <a:miter/>
            </a:ln>
          </p:spPr>
          <p:txBody>
            <a:bodyPr rtlCol="0" anchor="ctr"/>
            <a:lstStyle/>
            <a:p>
              <a:endParaRPr lang="zh-CN" altLang="en-US"/>
            </a:p>
          </p:txBody>
        </p:sp>
        <p:sp>
          <p:nvSpPr>
            <p:cNvPr id="403" name="任意多边形: 形状 402">
              <a:extLst>
                <a:ext uri="{FF2B5EF4-FFF2-40B4-BE49-F238E27FC236}">
                  <a16:creationId xmlns:a16="http://schemas.microsoft.com/office/drawing/2014/main" id="{63ED1E5C-49E9-849A-1A3B-175C8999CAF5}"/>
                </a:ext>
              </a:extLst>
            </p:cNvPr>
            <p:cNvSpPr/>
            <p:nvPr/>
          </p:nvSpPr>
          <p:spPr>
            <a:xfrm>
              <a:off x="2093334" y="2344715"/>
              <a:ext cx="18891" cy="8515"/>
            </a:xfrm>
            <a:custGeom>
              <a:avLst/>
              <a:gdLst>
                <a:gd name="connsiteX0" fmla="*/ 120292 w 124805"/>
                <a:gd name="connsiteY0" fmla="*/ 56258 h 56257"/>
                <a:gd name="connsiteX1" fmla="*/ 41584 w 124805"/>
                <a:gd name="connsiteY1" fmla="*/ 56258 h 56257"/>
                <a:gd name="connsiteX2" fmla="*/ 38064 w 124805"/>
                <a:gd name="connsiteY2" fmla="*/ 54534 h 56257"/>
                <a:gd name="connsiteX3" fmla="*/ 966 w 124805"/>
                <a:gd name="connsiteY3" fmla="*/ 7367 h 56257"/>
                <a:gd name="connsiteX4" fmla="*/ 1733 w 124805"/>
                <a:gd name="connsiteY4" fmla="*/ 972 h 56257"/>
                <a:gd name="connsiteX5" fmla="*/ 8097 w 124805"/>
                <a:gd name="connsiteY5" fmla="*/ 1743 h 56257"/>
                <a:gd name="connsiteX6" fmla="*/ 43750 w 124805"/>
                <a:gd name="connsiteY6" fmla="*/ 47096 h 56257"/>
                <a:gd name="connsiteX7" fmla="*/ 120292 w 124805"/>
                <a:gd name="connsiteY7" fmla="*/ 47096 h 56257"/>
                <a:gd name="connsiteX8" fmla="*/ 124806 w 124805"/>
                <a:gd name="connsiteY8" fmla="*/ 51632 h 56257"/>
                <a:gd name="connsiteX9" fmla="*/ 120292 w 124805"/>
                <a:gd name="connsiteY9" fmla="*/ 56258 h 5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805" h="56257">
                  <a:moveTo>
                    <a:pt x="120292" y="56258"/>
                  </a:moveTo>
                  <a:lnTo>
                    <a:pt x="41584" y="56258"/>
                  </a:lnTo>
                  <a:cubicBezTo>
                    <a:pt x="40212" y="56265"/>
                    <a:pt x="38903" y="55628"/>
                    <a:pt x="38064" y="54534"/>
                  </a:cubicBezTo>
                  <a:lnTo>
                    <a:pt x="966" y="7367"/>
                  </a:lnTo>
                  <a:cubicBezTo>
                    <a:pt x="-578" y="5388"/>
                    <a:pt x="-235" y="2525"/>
                    <a:pt x="1733" y="972"/>
                  </a:cubicBezTo>
                  <a:cubicBezTo>
                    <a:pt x="3701" y="-581"/>
                    <a:pt x="6553" y="-236"/>
                    <a:pt x="8097" y="1743"/>
                  </a:cubicBezTo>
                  <a:lnTo>
                    <a:pt x="43750" y="47096"/>
                  </a:lnTo>
                  <a:lnTo>
                    <a:pt x="120292" y="47096"/>
                  </a:lnTo>
                  <a:cubicBezTo>
                    <a:pt x="122784" y="47096"/>
                    <a:pt x="124806" y="49127"/>
                    <a:pt x="124806" y="51632"/>
                  </a:cubicBezTo>
                  <a:cubicBezTo>
                    <a:pt x="124806" y="54152"/>
                    <a:pt x="122802" y="56209"/>
                    <a:pt x="120292" y="56258"/>
                  </a:cubicBezTo>
                  <a:close/>
                </a:path>
              </a:pathLst>
            </a:custGeom>
            <a:solidFill>
              <a:srgbClr val="D1D3D4"/>
            </a:solidFill>
            <a:ln w="9025" cap="flat">
              <a:noFill/>
              <a:prstDash val="solid"/>
              <a:miter/>
            </a:ln>
          </p:spPr>
          <p:txBody>
            <a:bodyPr rtlCol="0" anchor="ctr"/>
            <a:lstStyle/>
            <a:p>
              <a:endParaRPr lang="zh-CN" altLang="en-US"/>
            </a:p>
          </p:txBody>
        </p:sp>
        <p:sp>
          <p:nvSpPr>
            <p:cNvPr id="404" name="任意多边形: 形状 403">
              <a:extLst>
                <a:ext uri="{FF2B5EF4-FFF2-40B4-BE49-F238E27FC236}">
                  <a16:creationId xmlns:a16="http://schemas.microsoft.com/office/drawing/2014/main" id="{8955F12F-51A0-3558-D439-057BEE3FC811}"/>
                </a:ext>
              </a:extLst>
            </p:cNvPr>
            <p:cNvSpPr/>
            <p:nvPr/>
          </p:nvSpPr>
          <p:spPr>
            <a:xfrm>
              <a:off x="2121597" y="2333144"/>
              <a:ext cx="1366" cy="7688"/>
            </a:xfrm>
            <a:custGeom>
              <a:avLst/>
              <a:gdLst>
                <a:gd name="connsiteX0" fmla="*/ 4513 w 9026"/>
                <a:gd name="connsiteY0" fmla="*/ 50796 h 50795"/>
                <a:gd name="connsiteX1" fmla="*/ 0 w 9026"/>
                <a:gd name="connsiteY1" fmla="*/ 46260 h 50795"/>
                <a:gd name="connsiteX2" fmla="*/ 0 w 9026"/>
                <a:gd name="connsiteY2" fmla="*/ 4535 h 50795"/>
                <a:gd name="connsiteX3" fmla="*/ 4513 w 9026"/>
                <a:gd name="connsiteY3" fmla="*/ 0 h 50795"/>
                <a:gd name="connsiteX4" fmla="*/ 9026 w 9026"/>
                <a:gd name="connsiteY4" fmla="*/ 4535 h 50795"/>
                <a:gd name="connsiteX5" fmla="*/ 9026 w 9026"/>
                <a:gd name="connsiteY5" fmla="*/ 46260 h 50795"/>
                <a:gd name="connsiteX6" fmla="*/ 4513 w 9026"/>
                <a:gd name="connsiteY6" fmla="*/ 50796 h 5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6" h="50795">
                  <a:moveTo>
                    <a:pt x="4513" y="50796"/>
                  </a:moveTo>
                  <a:cubicBezTo>
                    <a:pt x="2022" y="50796"/>
                    <a:pt x="0" y="48765"/>
                    <a:pt x="0" y="46260"/>
                  </a:cubicBezTo>
                  <a:lnTo>
                    <a:pt x="0" y="4535"/>
                  </a:lnTo>
                  <a:cubicBezTo>
                    <a:pt x="0" y="2031"/>
                    <a:pt x="2022" y="0"/>
                    <a:pt x="4513" y="0"/>
                  </a:cubicBezTo>
                  <a:cubicBezTo>
                    <a:pt x="7004" y="0"/>
                    <a:pt x="9026" y="2031"/>
                    <a:pt x="9026" y="4535"/>
                  </a:cubicBezTo>
                  <a:lnTo>
                    <a:pt x="9026" y="46260"/>
                  </a:lnTo>
                  <a:cubicBezTo>
                    <a:pt x="9026" y="48765"/>
                    <a:pt x="7004" y="50796"/>
                    <a:pt x="4513" y="50796"/>
                  </a:cubicBezTo>
                  <a:close/>
                </a:path>
              </a:pathLst>
            </a:custGeom>
            <a:solidFill>
              <a:srgbClr val="D1D3D4"/>
            </a:solidFill>
            <a:ln w="9025" cap="flat">
              <a:noFill/>
              <a:prstDash val="solid"/>
              <a:miter/>
            </a:ln>
          </p:spPr>
          <p:txBody>
            <a:bodyPr rtlCol="0" anchor="ctr"/>
            <a:lstStyle/>
            <a:p>
              <a:endParaRPr lang="zh-CN" altLang="en-US"/>
            </a:p>
          </p:txBody>
        </p:sp>
        <p:sp>
          <p:nvSpPr>
            <p:cNvPr id="405" name="任意多边形: 形状 404">
              <a:extLst>
                <a:ext uri="{FF2B5EF4-FFF2-40B4-BE49-F238E27FC236}">
                  <a16:creationId xmlns:a16="http://schemas.microsoft.com/office/drawing/2014/main" id="{E8DE6829-7F3D-196F-CA80-A7401C16F955}"/>
                </a:ext>
              </a:extLst>
            </p:cNvPr>
            <p:cNvSpPr/>
            <p:nvPr/>
          </p:nvSpPr>
          <p:spPr>
            <a:xfrm>
              <a:off x="2130765" y="2329988"/>
              <a:ext cx="8706" cy="9938"/>
            </a:xfrm>
            <a:custGeom>
              <a:avLst/>
              <a:gdLst>
                <a:gd name="connsiteX0" fmla="*/ 4513 w 57517"/>
                <a:gd name="connsiteY0" fmla="*/ 65659 h 65659"/>
                <a:gd name="connsiteX1" fmla="*/ 0 w 57517"/>
                <a:gd name="connsiteY1" fmla="*/ 61124 h 65659"/>
                <a:gd name="connsiteX2" fmla="*/ 0 w 57517"/>
                <a:gd name="connsiteY2" fmla="*/ 25386 h 65659"/>
                <a:gd name="connsiteX3" fmla="*/ 2708 w 57517"/>
                <a:gd name="connsiteY3" fmla="*/ 21213 h 65659"/>
                <a:gd name="connsiteX4" fmla="*/ 51269 w 57517"/>
                <a:gd name="connsiteY4" fmla="*/ 350 h 65659"/>
                <a:gd name="connsiteX5" fmla="*/ 57136 w 57517"/>
                <a:gd name="connsiteY5" fmla="*/ 2709 h 65659"/>
                <a:gd name="connsiteX6" fmla="*/ 54816 w 57517"/>
                <a:gd name="connsiteY6" fmla="*/ 8684 h 65659"/>
                <a:gd name="connsiteX7" fmla="*/ 54789 w 57517"/>
                <a:gd name="connsiteY7" fmla="*/ 8695 h 65659"/>
                <a:gd name="connsiteX8" fmla="*/ 9026 w 57517"/>
                <a:gd name="connsiteY8" fmla="*/ 28379 h 65659"/>
                <a:gd name="connsiteX9" fmla="*/ 9026 w 57517"/>
                <a:gd name="connsiteY9" fmla="*/ 61124 h 65659"/>
                <a:gd name="connsiteX10" fmla="*/ 4513 w 57517"/>
                <a:gd name="connsiteY10" fmla="*/ 65659 h 6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17" h="65659">
                  <a:moveTo>
                    <a:pt x="4513" y="65659"/>
                  </a:moveTo>
                  <a:cubicBezTo>
                    <a:pt x="2022" y="65659"/>
                    <a:pt x="0" y="63628"/>
                    <a:pt x="0" y="61124"/>
                  </a:cubicBezTo>
                  <a:lnTo>
                    <a:pt x="0" y="25386"/>
                  </a:lnTo>
                  <a:cubicBezTo>
                    <a:pt x="18" y="23583"/>
                    <a:pt x="1074" y="21955"/>
                    <a:pt x="2708" y="21213"/>
                  </a:cubicBezTo>
                  <a:lnTo>
                    <a:pt x="51269" y="350"/>
                  </a:lnTo>
                  <a:cubicBezTo>
                    <a:pt x="53535" y="-600"/>
                    <a:pt x="56143" y="448"/>
                    <a:pt x="57136" y="2709"/>
                  </a:cubicBezTo>
                  <a:cubicBezTo>
                    <a:pt x="58138" y="5003"/>
                    <a:pt x="57100" y="7678"/>
                    <a:pt x="54816" y="8684"/>
                  </a:cubicBezTo>
                  <a:cubicBezTo>
                    <a:pt x="54807" y="8687"/>
                    <a:pt x="54798" y="8692"/>
                    <a:pt x="54789" y="8695"/>
                  </a:cubicBezTo>
                  <a:lnTo>
                    <a:pt x="9026" y="28379"/>
                  </a:lnTo>
                  <a:lnTo>
                    <a:pt x="9026" y="61124"/>
                  </a:lnTo>
                  <a:cubicBezTo>
                    <a:pt x="9026" y="63628"/>
                    <a:pt x="7004" y="65659"/>
                    <a:pt x="4513" y="65659"/>
                  </a:cubicBezTo>
                  <a:close/>
                </a:path>
              </a:pathLst>
            </a:custGeom>
            <a:solidFill>
              <a:srgbClr val="D1D3D4"/>
            </a:solidFill>
            <a:ln w="9025" cap="flat">
              <a:noFill/>
              <a:prstDash val="solid"/>
              <a:miter/>
            </a:ln>
          </p:spPr>
          <p:txBody>
            <a:bodyPr rtlCol="0" anchor="ctr"/>
            <a:lstStyle/>
            <a:p>
              <a:endParaRPr lang="zh-CN" altLang="en-US"/>
            </a:p>
          </p:txBody>
        </p:sp>
        <p:sp>
          <p:nvSpPr>
            <p:cNvPr id="406" name="任意多边形: 形状 405">
              <a:extLst>
                <a:ext uri="{FF2B5EF4-FFF2-40B4-BE49-F238E27FC236}">
                  <a16:creationId xmlns:a16="http://schemas.microsoft.com/office/drawing/2014/main" id="{C786BF5D-9286-0CF9-EE6A-CC1D3F50D3E5}"/>
                </a:ext>
              </a:extLst>
            </p:cNvPr>
            <p:cNvSpPr/>
            <p:nvPr/>
          </p:nvSpPr>
          <p:spPr>
            <a:xfrm>
              <a:off x="2142132" y="2354274"/>
              <a:ext cx="7869" cy="1373"/>
            </a:xfrm>
            <a:custGeom>
              <a:avLst/>
              <a:gdLst>
                <a:gd name="connsiteX0" fmla="*/ 47478 w 51991"/>
                <a:gd name="connsiteY0" fmla="*/ 9071 h 9070"/>
                <a:gd name="connsiteX1" fmla="*/ 4513 w 51991"/>
                <a:gd name="connsiteY1" fmla="*/ 9071 h 9070"/>
                <a:gd name="connsiteX2" fmla="*/ 0 w 51991"/>
                <a:gd name="connsiteY2" fmla="*/ 4535 h 9070"/>
                <a:gd name="connsiteX3" fmla="*/ 4513 w 51991"/>
                <a:gd name="connsiteY3" fmla="*/ 0 h 9070"/>
                <a:gd name="connsiteX4" fmla="*/ 47478 w 51991"/>
                <a:gd name="connsiteY4" fmla="*/ 0 h 9070"/>
                <a:gd name="connsiteX5" fmla="*/ 51991 w 51991"/>
                <a:gd name="connsiteY5" fmla="*/ 4535 h 9070"/>
                <a:gd name="connsiteX6" fmla="*/ 47478 w 51991"/>
                <a:gd name="connsiteY6" fmla="*/ 9071 h 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91" h="9070">
                  <a:moveTo>
                    <a:pt x="47478" y="9071"/>
                  </a:moveTo>
                  <a:lnTo>
                    <a:pt x="4513" y="9071"/>
                  </a:lnTo>
                  <a:cubicBezTo>
                    <a:pt x="2022" y="9071"/>
                    <a:pt x="0" y="7040"/>
                    <a:pt x="0" y="4535"/>
                  </a:cubicBezTo>
                  <a:cubicBezTo>
                    <a:pt x="45" y="2051"/>
                    <a:pt x="2040" y="48"/>
                    <a:pt x="4513" y="0"/>
                  </a:cubicBezTo>
                  <a:lnTo>
                    <a:pt x="47478" y="0"/>
                  </a:lnTo>
                  <a:cubicBezTo>
                    <a:pt x="49969" y="0"/>
                    <a:pt x="51991" y="2031"/>
                    <a:pt x="51991" y="4535"/>
                  </a:cubicBezTo>
                  <a:cubicBezTo>
                    <a:pt x="51991" y="7040"/>
                    <a:pt x="49969" y="9071"/>
                    <a:pt x="47478" y="9071"/>
                  </a:cubicBezTo>
                  <a:close/>
                </a:path>
              </a:pathLst>
            </a:custGeom>
            <a:solidFill>
              <a:srgbClr val="D1D3D4"/>
            </a:solidFill>
            <a:ln w="9025" cap="flat">
              <a:noFill/>
              <a:prstDash val="solid"/>
              <a:miter/>
            </a:ln>
          </p:spPr>
          <p:txBody>
            <a:bodyPr rtlCol="0" anchor="ctr"/>
            <a:lstStyle/>
            <a:p>
              <a:endParaRPr lang="zh-CN" altLang="en-US"/>
            </a:p>
          </p:txBody>
        </p:sp>
        <p:sp>
          <p:nvSpPr>
            <p:cNvPr id="407" name="任意多边形: 形状 406">
              <a:extLst>
                <a:ext uri="{FF2B5EF4-FFF2-40B4-BE49-F238E27FC236}">
                  <a16:creationId xmlns:a16="http://schemas.microsoft.com/office/drawing/2014/main" id="{D2FCBA75-2423-D22E-E6A3-12A3A85B91CD}"/>
                </a:ext>
              </a:extLst>
            </p:cNvPr>
            <p:cNvSpPr/>
            <p:nvPr/>
          </p:nvSpPr>
          <p:spPr>
            <a:xfrm>
              <a:off x="2064489" y="2387376"/>
              <a:ext cx="59076" cy="59367"/>
            </a:xfrm>
            <a:custGeom>
              <a:avLst/>
              <a:gdLst>
                <a:gd name="connsiteX0" fmla="*/ 390294 w 390293"/>
                <a:gd name="connsiteY0" fmla="*/ 196108 h 392216"/>
                <a:gd name="connsiteX1" fmla="*/ 195147 w 390293"/>
                <a:gd name="connsiteY1" fmla="*/ 392217 h 392216"/>
                <a:gd name="connsiteX2" fmla="*/ 0 w 390293"/>
                <a:gd name="connsiteY2" fmla="*/ 196108 h 392216"/>
                <a:gd name="connsiteX3" fmla="*/ 195147 w 390293"/>
                <a:gd name="connsiteY3" fmla="*/ 0 h 392216"/>
                <a:gd name="connsiteX4" fmla="*/ 390294 w 390293"/>
                <a:gd name="connsiteY4" fmla="*/ 196108 h 392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93" h="392216">
                  <a:moveTo>
                    <a:pt x="390294" y="196108"/>
                  </a:moveTo>
                  <a:cubicBezTo>
                    <a:pt x="390294" y="304416"/>
                    <a:pt x="302924" y="392217"/>
                    <a:pt x="195147" y="392217"/>
                  </a:cubicBezTo>
                  <a:cubicBezTo>
                    <a:pt x="87370" y="392217"/>
                    <a:pt x="0" y="304416"/>
                    <a:pt x="0" y="196108"/>
                  </a:cubicBezTo>
                  <a:cubicBezTo>
                    <a:pt x="0" y="87801"/>
                    <a:pt x="87370" y="0"/>
                    <a:pt x="195147" y="0"/>
                  </a:cubicBezTo>
                  <a:cubicBezTo>
                    <a:pt x="302924" y="0"/>
                    <a:pt x="390294" y="87801"/>
                    <a:pt x="390294" y="196108"/>
                  </a:cubicBezTo>
                  <a:close/>
                </a:path>
              </a:pathLst>
            </a:custGeom>
            <a:solidFill>
              <a:schemeClr val="bg1"/>
            </a:solidFill>
            <a:ln w="9025" cap="flat">
              <a:noFill/>
              <a:prstDash val="solid"/>
              <a:miter/>
            </a:ln>
          </p:spPr>
          <p:txBody>
            <a:bodyPr rtlCol="0" anchor="ctr"/>
            <a:lstStyle/>
            <a:p>
              <a:endParaRPr lang="zh-CN" altLang="en-US"/>
            </a:p>
          </p:txBody>
        </p:sp>
        <p:sp>
          <p:nvSpPr>
            <p:cNvPr id="408" name="任意多边形: 形状 407">
              <a:extLst>
                <a:ext uri="{FF2B5EF4-FFF2-40B4-BE49-F238E27FC236}">
                  <a16:creationId xmlns:a16="http://schemas.microsoft.com/office/drawing/2014/main" id="{16959F21-B21B-B7B2-58F3-3B789DC6D775}"/>
                </a:ext>
              </a:extLst>
            </p:cNvPr>
            <p:cNvSpPr/>
            <p:nvPr/>
          </p:nvSpPr>
          <p:spPr>
            <a:xfrm>
              <a:off x="2063806" y="2386690"/>
              <a:ext cx="60442" cy="60740"/>
            </a:xfrm>
            <a:custGeom>
              <a:avLst/>
              <a:gdLst>
                <a:gd name="connsiteX0" fmla="*/ 199660 w 399319"/>
                <a:gd name="connsiteY0" fmla="*/ 401287 h 401287"/>
                <a:gd name="connsiteX1" fmla="*/ 0 w 399319"/>
                <a:gd name="connsiteY1" fmla="*/ 200644 h 401287"/>
                <a:gd name="connsiteX2" fmla="*/ 199660 w 399319"/>
                <a:gd name="connsiteY2" fmla="*/ 0 h 401287"/>
                <a:gd name="connsiteX3" fmla="*/ 399320 w 399319"/>
                <a:gd name="connsiteY3" fmla="*/ 200644 h 401287"/>
                <a:gd name="connsiteX4" fmla="*/ 199660 w 399319"/>
                <a:gd name="connsiteY4" fmla="*/ 401287 h 401287"/>
                <a:gd name="connsiteX5" fmla="*/ 199660 w 399319"/>
                <a:gd name="connsiteY5" fmla="*/ 9071 h 401287"/>
                <a:gd name="connsiteX6" fmla="*/ 9026 w 399319"/>
                <a:gd name="connsiteY6" fmla="*/ 200644 h 401287"/>
                <a:gd name="connsiteX7" fmla="*/ 199660 w 399319"/>
                <a:gd name="connsiteY7" fmla="*/ 392217 h 401287"/>
                <a:gd name="connsiteX8" fmla="*/ 390294 w 399319"/>
                <a:gd name="connsiteY8" fmla="*/ 200644 h 401287"/>
                <a:gd name="connsiteX9" fmla="*/ 199660 w 399319"/>
                <a:gd name="connsiteY9" fmla="*/ 9071 h 40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319" h="401287">
                  <a:moveTo>
                    <a:pt x="199660" y="401287"/>
                  </a:moveTo>
                  <a:cubicBezTo>
                    <a:pt x="89387" y="401287"/>
                    <a:pt x="0" y="311460"/>
                    <a:pt x="0" y="200644"/>
                  </a:cubicBezTo>
                  <a:cubicBezTo>
                    <a:pt x="0" y="89832"/>
                    <a:pt x="89387" y="0"/>
                    <a:pt x="199660" y="0"/>
                  </a:cubicBezTo>
                  <a:cubicBezTo>
                    <a:pt x="309933" y="0"/>
                    <a:pt x="399320" y="89832"/>
                    <a:pt x="399320" y="200644"/>
                  </a:cubicBezTo>
                  <a:cubicBezTo>
                    <a:pt x="399167" y="311397"/>
                    <a:pt x="309870" y="401133"/>
                    <a:pt x="199660" y="401287"/>
                  </a:cubicBezTo>
                  <a:close/>
                  <a:moveTo>
                    <a:pt x="199660" y="9071"/>
                  </a:moveTo>
                  <a:cubicBezTo>
                    <a:pt x="94378" y="9071"/>
                    <a:pt x="9026" y="94841"/>
                    <a:pt x="9026" y="200644"/>
                  </a:cubicBezTo>
                  <a:cubicBezTo>
                    <a:pt x="9026" y="306444"/>
                    <a:pt x="94378" y="392217"/>
                    <a:pt x="199660" y="392217"/>
                  </a:cubicBezTo>
                  <a:cubicBezTo>
                    <a:pt x="304942" y="392217"/>
                    <a:pt x="390294" y="306444"/>
                    <a:pt x="390294" y="200644"/>
                  </a:cubicBezTo>
                  <a:cubicBezTo>
                    <a:pt x="390140" y="94903"/>
                    <a:pt x="304879" y="9220"/>
                    <a:pt x="199660" y="9071"/>
                  </a:cubicBezTo>
                  <a:close/>
                </a:path>
              </a:pathLst>
            </a:custGeom>
            <a:solidFill>
              <a:srgbClr val="231F20"/>
            </a:solidFill>
            <a:ln w="9025" cap="flat">
              <a:noFill/>
              <a:prstDash val="solid"/>
              <a:miter/>
            </a:ln>
          </p:spPr>
          <p:txBody>
            <a:bodyPr rtlCol="0" anchor="ctr"/>
            <a:lstStyle/>
            <a:p>
              <a:endParaRPr lang="zh-CN" altLang="en-US"/>
            </a:p>
          </p:txBody>
        </p:sp>
        <p:sp>
          <p:nvSpPr>
            <p:cNvPr id="409" name="任意多边形: 形状 408">
              <a:extLst>
                <a:ext uri="{FF2B5EF4-FFF2-40B4-BE49-F238E27FC236}">
                  <a16:creationId xmlns:a16="http://schemas.microsoft.com/office/drawing/2014/main" id="{FC554FCE-8797-5CFF-ADD7-A5AF75DCAAC3}"/>
                </a:ext>
              </a:extLst>
            </p:cNvPr>
            <p:cNvSpPr/>
            <p:nvPr/>
          </p:nvSpPr>
          <p:spPr>
            <a:xfrm>
              <a:off x="2074353" y="2397289"/>
              <a:ext cx="39347" cy="39541"/>
            </a:xfrm>
            <a:custGeom>
              <a:avLst/>
              <a:gdLst>
                <a:gd name="connsiteX0" fmla="*/ 259955 w 259955"/>
                <a:gd name="connsiteY0" fmla="*/ 130618 h 261235"/>
                <a:gd name="connsiteX1" fmla="*/ 129978 w 259955"/>
                <a:gd name="connsiteY1" fmla="*/ 261236 h 261235"/>
                <a:gd name="connsiteX2" fmla="*/ 0 w 259955"/>
                <a:gd name="connsiteY2" fmla="*/ 130618 h 261235"/>
                <a:gd name="connsiteX3" fmla="*/ 129978 w 259955"/>
                <a:gd name="connsiteY3" fmla="*/ 0 h 261235"/>
                <a:gd name="connsiteX4" fmla="*/ 259955 w 259955"/>
                <a:gd name="connsiteY4" fmla="*/ 130618 h 261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955" h="261235">
                  <a:moveTo>
                    <a:pt x="259955" y="130618"/>
                  </a:moveTo>
                  <a:cubicBezTo>
                    <a:pt x="259955" y="202756"/>
                    <a:pt x="201762" y="261236"/>
                    <a:pt x="129978" y="261236"/>
                  </a:cubicBezTo>
                  <a:cubicBezTo>
                    <a:pt x="58193" y="261236"/>
                    <a:pt x="0" y="202756"/>
                    <a:pt x="0" y="130618"/>
                  </a:cubicBezTo>
                  <a:cubicBezTo>
                    <a:pt x="0" y="58480"/>
                    <a:pt x="58193" y="0"/>
                    <a:pt x="129978" y="0"/>
                  </a:cubicBezTo>
                  <a:cubicBezTo>
                    <a:pt x="201762" y="0"/>
                    <a:pt x="259955" y="58480"/>
                    <a:pt x="259955" y="130618"/>
                  </a:cubicBezTo>
                  <a:close/>
                </a:path>
              </a:pathLst>
            </a:custGeom>
            <a:solidFill>
              <a:schemeClr val="bg1"/>
            </a:solidFill>
            <a:ln w="9025" cap="flat">
              <a:noFill/>
              <a:prstDash val="solid"/>
              <a:miter/>
            </a:ln>
          </p:spPr>
          <p:txBody>
            <a:bodyPr rtlCol="0" anchor="ctr"/>
            <a:lstStyle/>
            <a:p>
              <a:endParaRPr lang="zh-CN" altLang="en-US"/>
            </a:p>
          </p:txBody>
        </p:sp>
        <p:sp>
          <p:nvSpPr>
            <p:cNvPr id="410" name="任意多边形: 形状 409">
              <a:extLst>
                <a:ext uri="{FF2B5EF4-FFF2-40B4-BE49-F238E27FC236}">
                  <a16:creationId xmlns:a16="http://schemas.microsoft.com/office/drawing/2014/main" id="{89B82594-671D-1ABE-8987-AB15A8619B0C}"/>
                </a:ext>
              </a:extLst>
            </p:cNvPr>
            <p:cNvSpPr/>
            <p:nvPr/>
          </p:nvSpPr>
          <p:spPr>
            <a:xfrm>
              <a:off x="2073656" y="2396603"/>
              <a:ext cx="40714" cy="40914"/>
            </a:xfrm>
            <a:custGeom>
              <a:avLst/>
              <a:gdLst>
                <a:gd name="connsiteX0" fmla="*/ 134581 w 268981"/>
                <a:gd name="connsiteY0" fmla="*/ 270306 h 270306"/>
                <a:gd name="connsiteX1" fmla="*/ 0 w 268981"/>
                <a:gd name="connsiteY1" fmla="*/ 135244 h 270306"/>
                <a:gd name="connsiteX2" fmla="*/ 134400 w 268981"/>
                <a:gd name="connsiteY2" fmla="*/ 0 h 270306"/>
                <a:gd name="connsiteX3" fmla="*/ 268982 w 268981"/>
                <a:gd name="connsiteY3" fmla="*/ 135063 h 270306"/>
                <a:gd name="connsiteX4" fmla="*/ 268982 w 268981"/>
                <a:gd name="connsiteY4" fmla="*/ 135153 h 270306"/>
                <a:gd name="connsiteX5" fmla="*/ 134581 w 268981"/>
                <a:gd name="connsiteY5" fmla="*/ 270306 h 270306"/>
                <a:gd name="connsiteX6" fmla="*/ 134581 w 268981"/>
                <a:gd name="connsiteY6" fmla="*/ 9071 h 270306"/>
                <a:gd name="connsiteX7" fmla="*/ 9026 w 268981"/>
                <a:gd name="connsiteY7" fmla="*/ 135063 h 270306"/>
                <a:gd name="connsiteX8" fmla="*/ 134400 w 268981"/>
                <a:gd name="connsiteY8" fmla="*/ 261236 h 270306"/>
                <a:gd name="connsiteX9" fmla="*/ 259955 w 268981"/>
                <a:gd name="connsiteY9" fmla="*/ 135244 h 270306"/>
                <a:gd name="connsiteX10" fmla="*/ 259955 w 268981"/>
                <a:gd name="connsiteY10" fmla="*/ 135153 h 270306"/>
                <a:gd name="connsiteX11" fmla="*/ 134581 w 268981"/>
                <a:gd name="connsiteY11" fmla="*/ 9071 h 27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981" h="270306">
                  <a:moveTo>
                    <a:pt x="134581" y="270306"/>
                  </a:moveTo>
                  <a:cubicBezTo>
                    <a:pt x="60304" y="270361"/>
                    <a:pt x="54" y="209887"/>
                    <a:pt x="0" y="135244"/>
                  </a:cubicBezTo>
                  <a:cubicBezTo>
                    <a:pt x="-54" y="60601"/>
                    <a:pt x="60124" y="50"/>
                    <a:pt x="134400" y="0"/>
                  </a:cubicBezTo>
                  <a:cubicBezTo>
                    <a:pt x="208677" y="-50"/>
                    <a:pt x="268927" y="60420"/>
                    <a:pt x="268982" y="135063"/>
                  </a:cubicBezTo>
                  <a:cubicBezTo>
                    <a:pt x="268982" y="135090"/>
                    <a:pt x="268982" y="135126"/>
                    <a:pt x="268982" y="135153"/>
                  </a:cubicBezTo>
                  <a:cubicBezTo>
                    <a:pt x="268882" y="209723"/>
                    <a:pt x="208786" y="270152"/>
                    <a:pt x="134581" y="270306"/>
                  </a:cubicBezTo>
                  <a:close/>
                  <a:moveTo>
                    <a:pt x="134581" y="9071"/>
                  </a:moveTo>
                  <a:cubicBezTo>
                    <a:pt x="65287" y="9021"/>
                    <a:pt x="9080" y="65427"/>
                    <a:pt x="9026" y="135063"/>
                  </a:cubicBezTo>
                  <a:cubicBezTo>
                    <a:pt x="8972" y="204698"/>
                    <a:pt x="65106" y="261181"/>
                    <a:pt x="134400" y="261236"/>
                  </a:cubicBezTo>
                  <a:cubicBezTo>
                    <a:pt x="203695" y="261290"/>
                    <a:pt x="259901" y="204880"/>
                    <a:pt x="259955" y="135244"/>
                  </a:cubicBezTo>
                  <a:cubicBezTo>
                    <a:pt x="259955" y="135217"/>
                    <a:pt x="259955" y="135180"/>
                    <a:pt x="259955" y="135153"/>
                  </a:cubicBezTo>
                  <a:cubicBezTo>
                    <a:pt x="259856" y="65599"/>
                    <a:pt x="203794" y="9220"/>
                    <a:pt x="134581" y="9071"/>
                  </a:cubicBezTo>
                  <a:close/>
                </a:path>
              </a:pathLst>
            </a:custGeom>
            <a:solidFill>
              <a:srgbClr val="231F20"/>
            </a:solidFill>
            <a:ln w="9025" cap="flat">
              <a:noFill/>
              <a:prstDash val="solid"/>
              <a:miter/>
            </a:ln>
          </p:spPr>
          <p:txBody>
            <a:bodyPr rtlCol="0" anchor="ctr"/>
            <a:lstStyle/>
            <a:p>
              <a:endParaRPr lang="zh-CN" altLang="en-US"/>
            </a:p>
          </p:txBody>
        </p:sp>
        <p:sp>
          <p:nvSpPr>
            <p:cNvPr id="411" name="任意多边形: 形状 410">
              <a:extLst>
                <a:ext uri="{FF2B5EF4-FFF2-40B4-BE49-F238E27FC236}">
                  <a16:creationId xmlns:a16="http://schemas.microsoft.com/office/drawing/2014/main" id="{BC9051FF-DE17-E91B-6D55-2B44E14A8E43}"/>
                </a:ext>
              </a:extLst>
            </p:cNvPr>
            <p:cNvSpPr/>
            <p:nvPr/>
          </p:nvSpPr>
          <p:spPr>
            <a:xfrm>
              <a:off x="2083930" y="2406914"/>
              <a:ext cx="20193" cy="20292"/>
            </a:xfrm>
            <a:custGeom>
              <a:avLst/>
              <a:gdLst>
                <a:gd name="connsiteX0" fmla="*/ 133408 w 133407"/>
                <a:gd name="connsiteY0" fmla="*/ 67032 h 134064"/>
                <a:gd name="connsiteX1" fmla="*/ 66704 w 133407"/>
                <a:gd name="connsiteY1" fmla="*/ 134065 h 134064"/>
                <a:gd name="connsiteX2" fmla="*/ 0 w 133407"/>
                <a:gd name="connsiteY2" fmla="*/ 67032 h 134064"/>
                <a:gd name="connsiteX3" fmla="*/ 66704 w 133407"/>
                <a:gd name="connsiteY3" fmla="*/ 0 h 134064"/>
                <a:gd name="connsiteX4" fmla="*/ 133408 w 133407"/>
                <a:gd name="connsiteY4" fmla="*/ 67032 h 134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407" h="134064">
                  <a:moveTo>
                    <a:pt x="133408" y="67032"/>
                  </a:moveTo>
                  <a:cubicBezTo>
                    <a:pt x="133408" y="104053"/>
                    <a:pt x="103543" y="134065"/>
                    <a:pt x="66704" y="134065"/>
                  </a:cubicBezTo>
                  <a:cubicBezTo>
                    <a:pt x="29864" y="134065"/>
                    <a:pt x="0" y="104053"/>
                    <a:pt x="0" y="67032"/>
                  </a:cubicBezTo>
                  <a:cubicBezTo>
                    <a:pt x="0" y="30011"/>
                    <a:pt x="29864" y="0"/>
                    <a:pt x="66704" y="0"/>
                  </a:cubicBezTo>
                  <a:cubicBezTo>
                    <a:pt x="103543" y="0"/>
                    <a:pt x="133408" y="30011"/>
                    <a:pt x="133408" y="67032"/>
                  </a:cubicBezTo>
                  <a:close/>
                </a:path>
              </a:pathLst>
            </a:custGeom>
            <a:solidFill>
              <a:srgbClr val="FFFFFF"/>
            </a:solidFill>
            <a:ln w="9025" cap="flat">
              <a:noFill/>
              <a:prstDash val="solid"/>
              <a:miter/>
            </a:ln>
          </p:spPr>
          <p:txBody>
            <a:bodyPr rtlCol="0" anchor="ctr"/>
            <a:lstStyle/>
            <a:p>
              <a:endParaRPr lang="zh-CN" altLang="en-US"/>
            </a:p>
          </p:txBody>
        </p:sp>
        <p:sp>
          <p:nvSpPr>
            <p:cNvPr id="412" name="任意多边形: 形状 411">
              <a:extLst>
                <a:ext uri="{FF2B5EF4-FFF2-40B4-BE49-F238E27FC236}">
                  <a16:creationId xmlns:a16="http://schemas.microsoft.com/office/drawing/2014/main" id="{C3313767-0409-23BB-AD00-5C42E5BF060D}"/>
                </a:ext>
              </a:extLst>
            </p:cNvPr>
            <p:cNvSpPr/>
            <p:nvPr/>
          </p:nvSpPr>
          <p:spPr>
            <a:xfrm>
              <a:off x="2083247" y="2406227"/>
              <a:ext cx="21559" cy="21665"/>
            </a:xfrm>
            <a:custGeom>
              <a:avLst/>
              <a:gdLst>
                <a:gd name="connsiteX0" fmla="*/ 71217 w 142433"/>
                <a:gd name="connsiteY0" fmla="*/ 143136 h 143135"/>
                <a:gd name="connsiteX1" fmla="*/ 0 w 142433"/>
                <a:gd name="connsiteY1" fmla="*/ 71568 h 143135"/>
                <a:gd name="connsiteX2" fmla="*/ 71217 w 142433"/>
                <a:gd name="connsiteY2" fmla="*/ 0 h 143135"/>
                <a:gd name="connsiteX3" fmla="*/ 142434 w 142433"/>
                <a:gd name="connsiteY3" fmla="*/ 71568 h 143135"/>
                <a:gd name="connsiteX4" fmla="*/ 71217 w 142433"/>
                <a:gd name="connsiteY4" fmla="*/ 143136 h 143135"/>
                <a:gd name="connsiteX5" fmla="*/ 71217 w 142433"/>
                <a:gd name="connsiteY5" fmla="*/ 9071 h 143135"/>
                <a:gd name="connsiteX6" fmla="*/ 9026 w 142433"/>
                <a:gd name="connsiteY6" fmla="*/ 71568 h 143135"/>
                <a:gd name="connsiteX7" fmla="*/ 71217 w 142433"/>
                <a:gd name="connsiteY7" fmla="*/ 134065 h 143135"/>
                <a:gd name="connsiteX8" fmla="*/ 133408 w 142433"/>
                <a:gd name="connsiteY8" fmla="*/ 71568 h 143135"/>
                <a:gd name="connsiteX9" fmla="*/ 71217 w 142433"/>
                <a:gd name="connsiteY9" fmla="*/ 9071 h 14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433" h="143135">
                  <a:moveTo>
                    <a:pt x="71217" y="143136"/>
                  </a:moveTo>
                  <a:cubicBezTo>
                    <a:pt x="31881" y="143136"/>
                    <a:pt x="0" y="111098"/>
                    <a:pt x="0" y="71568"/>
                  </a:cubicBezTo>
                  <a:cubicBezTo>
                    <a:pt x="0" y="32038"/>
                    <a:pt x="31881" y="0"/>
                    <a:pt x="71217" y="0"/>
                  </a:cubicBezTo>
                  <a:cubicBezTo>
                    <a:pt x="110553" y="0"/>
                    <a:pt x="142434" y="32038"/>
                    <a:pt x="142434" y="71568"/>
                  </a:cubicBezTo>
                  <a:cubicBezTo>
                    <a:pt x="142380" y="111071"/>
                    <a:pt x="110526" y="143081"/>
                    <a:pt x="71217" y="143136"/>
                  </a:cubicBezTo>
                  <a:close/>
                  <a:moveTo>
                    <a:pt x="71217" y="9071"/>
                  </a:moveTo>
                  <a:cubicBezTo>
                    <a:pt x="36872" y="9071"/>
                    <a:pt x="9026" y="37054"/>
                    <a:pt x="9026" y="71568"/>
                  </a:cubicBezTo>
                  <a:cubicBezTo>
                    <a:pt x="9026" y="106082"/>
                    <a:pt x="36872" y="134065"/>
                    <a:pt x="71217" y="134065"/>
                  </a:cubicBezTo>
                  <a:cubicBezTo>
                    <a:pt x="105562" y="134065"/>
                    <a:pt x="133408" y="106082"/>
                    <a:pt x="133408" y="71568"/>
                  </a:cubicBezTo>
                  <a:cubicBezTo>
                    <a:pt x="133353" y="37072"/>
                    <a:pt x="105544" y="9125"/>
                    <a:pt x="71217" y="9071"/>
                  </a:cubicBezTo>
                  <a:close/>
                </a:path>
              </a:pathLst>
            </a:custGeom>
            <a:solidFill>
              <a:srgbClr val="231F20"/>
            </a:solidFill>
            <a:ln w="9025" cap="flat">
              <a:noFill/>
              <a:prstDash val="solid"/>
              <a:miter/>
            </a:ln>
          </p:spPr>
          <p:txBody>
            <a:bodyPr rtlCol="0" anchor="ctr"/>
            <a:lstStyle/>
            <a:p>
              <a:endParaRPr lang="zh-CN" altLang="en-US"/>
            </a:p>
          </p:txBody>
        </p:sp>
        <p:sp>
          <p:nvSpPr>
            <p:cNvPr id="413" name="任意多边形: 形状 412">
              <a:extLst>
                <a:ext uri="{FF2B5EF4-FFF2-40B4-BE49-F238E27FC236}">
                  <a16:creationId xmlns:a16="http://schemas.microsoft.com/office/drawing/2014/main" id="{23B0CADC-3D16-E0EA-FECB-24EE30DF7531}"/>
                </a:ext>
              </a:extLst>
            </p:cNvPr>
            <p:cNvSpPr/>
            <p:nvPr/>
          </p:nvSpPr>
          <p:spPr>
            <a:xfrm>
              <a:off x="2085452" y="2410046"/>
              <a:ext cx="18010" cy="12740"/>
            </a:xfrm>
            <a:custGeom>
              <a:avLst/>
              <a:gdLst>
                <a:gd name="connsiteX0" fmla="*/ 114508 w 118986"/>
                <a:gd name="connsiteY0" fmla="*/ 84166 h 84166"/>
                <a:gd name="connsiteX1" fmla="*/ 111890 w 118986"/>
                <a:gd name="connsiteY1" fmla="*/ 83350 h 84166"/>
                <a:gd name="connsiteX2" fmla="*/ 1951 w 118986"/>
                <a:gd name="connsiteY2" fmla="*/ 8335 h 84166"/>
                <a:gd name="connsiteX3" fmla="*/ 777 w 118986"/>
                <a:gd name="connsiteY3" fmla="*/ 1986 h 84166"/>
                <a:gd name="connsiteX4" fmla="*/ 6906 w 118986"/>
                <a:gd name="connsiteY4" fmla="*/ 743 h 84166"/>
                <a:gd name="connsiteX5" fmla="*/ 7006 w 118986"/>
                <a:gd name="connsiteY5" fmla="*/ 806 h 84166"/>
                <a:gd name="connsiteX6" fmla="*/ 117035 w 118986"/>
                <a:gd name="connsiteY6" fmla="*/ 76002 h 84166"/>
                <a:gd name="connsiteX7" fmla="*/ 118209 w 118986"/>
                <a:gd name="connsiteY7" fmla="*/ 82352 h 84166"/>
                <a:gd name="connsiteX8" fmla="*/ 114508 w 118986"/>
                <a:gd name="connsiteY8" fmla="*/ 84166 h 84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986" h="84166">
                  <a:moveTo>
                    <a:pt x="114508" y="84166"/>
                  </a:moveTo>
                  <a:cubicBezTo>
                    <a:pt x="113578" y="84166"/>
                    <a:pt x="112666" y="83876"/>
                    <a:pt x="111890" y="83350"/>
                  </a:cubicBezTo>
                  <a:lnTo>
                    <a:pt x="1951" y="8335"/>
                  </a:lnTo>
                  <a:cubicBezTo>
                    <a:pt x="-89" y="6893"/>
                    <a:pt x="-613" y="4072"/>
                    <a:pt x="777" y="1986"/>
                  </a:cubicBezTo>
                  <a:cubicBezTo>
                    <a:pt x="2131" y="-55"/>
                    <a:pt x="4875" y="-618"/>
                    <a:pt x="6906" y="743"/>
                  </a:cubicBezTo>
                  <a:cubicBezTo>
                    <a:pt x="6942" y="761"/>
                    <a:pt x="6969" y="779"/>
                    <a:pt x="7006" y="806"/>
                  </a:cubicBezTo>
                  <a:lnTo>
                    <a:pt x="117035" y="76002"/>
                  </a:lnTo>
                  <a:cubicBezTo>
                    <a:pt x="119075" y="77445"/>
                    <a:pt x="119599" y="80266"/>
                    <a:pt x="118209" y="82352"/>
                  </a:cubicBezTo>
                  <a:cubicBezTo>
                    <a:pt x="117333" y="83522"/>
                    <a:pt x="115961" y="84193"/>
                    <a:pt x="114508" y="84166"/>
                  </a:cubicBezTo>
                  <a:close/>
                </a:path>
              </a:pathLst>
            </a:custGeom>
            <a:solidFill>
              <a:srgbClr val="231F20"/>
            </a:solidFill>
            <a:ln w="9025" cap="flat">
              <a:noFill/>
              <a:prstDash val="solid"/>
              <a:miter/>
            </a:ln>
          </p:spPr>
          <p:txBody>
            <a:bodyPr rtlCol="0" anchor="ctr"/>
            <a:lstStyle/>
            <a:p>
              <a:endParaRPr lang="zh-CN" altLang="en-US"/>
            </a:p>
          </p:txBody>
        </p:sp>
        <p:sp>
          <p:nvSpPr>
            <p:cNvPr id="414" name="任意多边形: 形状 413">
              <a:extLst>
                <a:ext uri="{FF2B5EF4-FFF2-40B4-BE49-F238E27FC236}">
                  <a16:creationId xmlns:a16="http://schemas.microsoft.com/office/drawing/2014/main" id="{1FD9F10F-619E-7759-2B78-37A9BAF48CB4}"/>
                </a:ext>
              </a:extLst>
            </p:cNvPr>
            <p:cNvSpPr/>
            <p:nvPr/>
          </p:nvSpPr>
          <p:spPr>
            <a:xfrm>
              <a:off x="2083652" y="2413297"/>
              <a:ext cx="17556" cy="12208"/>
            </a:xfrm>
            <a:custGeom>
              <a:avLst/>
              <a:gdLst>
                <a:gd name="connsiteX0" fmla="*/ 111507 w 115986"/>
                <a:gd name="connsiteY0" fmla="*/ 80645 h 80651"/>
                <a:gd name="connsiteX1" fmla="*/ 108980 w 115986"/>
                <a:gd name="connsiteY1" fmla="*/ 79828 h 80651"/>
                <a:gd name="connsiteX2" fmla="*/ 2380 w 115986"/>
                <a:gd name="connsiteY2" fmla="*/ 8533 h 80651"/>
                <a:gd name="connsiteX3" fmla="*/ 539 w 115986"/>
                <a:gd name="connsiteY3" fmla="*/ 2392 h 80651"/>
                <a:gd name="connsiteX4" fmla="*/ 6650 w 115986"/>
                <a:gd name="connsiteY4" fmla="*/ 541 h 80651"/>
                <a:gd name="connsiteX5" fmla="*/ 7345 w 115986"/>
                <a:gd name="connsiteY5" fmla="*/ 1004 h 80651"/>
                <a:gd name="connsiteX6" fmla="*/ 113944 w 115986"/>
                <a:gd name="connsiteY6" fmla="*/ 72662 h 80651"/>
                <a:gd name="connsiteX7" fmla="*/ 115289 w 115986"/>
                <a:gd name="connsiteY7" fmla="*/ 78803 h 80651"/>
                <a:gd name="connsiteX8" fmla="*/ 115208 w 115986"/>
                <a:gd name="connsiteY8" fmla="*/ 78921 h 80651"/>
                <a:gd name="connsiteX9" fmla="*/ 111507 w 115986"/>
                <a:gd name="connsiteY9" fmla="*/ 80645 h 80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5986" h="80651">
                  <a:moveTo>
                    <a:pt x="111507" y="80645"/>
                  </a:moveTo>
                  <a:cubicBezTo>
                    <a:pt x="110605" y="80636"/>
                    <a:pt x="109720" y="80354"/>
                    <a:pt x="108980" y="79828"/>
                  </a:cubicBezTo>
                  <a:lnTo>
                    <a:pt x="2380" y="8533"/>
                  </a:lnTo>
                  <a:cubicBezTo>
                    <a:pt x="187" y="7344"/>
                    <a:pt x="-644" y="4596"/>
                    <a:pt x="539" y="2392"/>
                  </a:cubicBezTo>
                  <a:cubicBezTo>
                    <a:pt x="1712" y="188"/>
                    <a:pt x="4447" y="-647"/>
                    <a:pt x="6650" y="541"/>
                  </a:cubicBezTo>
                  <a:cubicBezTo>
                    <a:pt x="6893" y="668"/>
                    <a:pt x="7128" y="832"/>
                    <a:pt x="7345" y="1004"/>
                  </a:cubicBezTo>
                  <a:lnTo>
                    <a:pt x="113944" y="72662"/>
                  </a:lnTo>
                  <a:cubicBezTo>
                    <a:pt x="116002" y="73987"/>
                    <a:pt x="116607" y="76735"/>
                    <a:pt x="115289" y="78803"/>
                  </a:cubicBezTo>
                  <a:cubicBezTo>
                    <a:pt x="115262" y="78840"/>
                    <a:pt x="115235" y="78885"/>
                    <a:pt x="115208" y="78921"/>
                  </a:cubicBezTo>
                  <a:cubicBezTo>
                    <a:pt x="114341" y="80082"/>
                    <a:pt x="112951" y="80726"/>
                    <a:pt x="111507" y="80645"/>
                  </a:cubicBezTo>
                  <a:close/>
                </a:path>
              </a:pathLst>
            </a:custGeom>
            <a:solidFill>
              <a:srgbClr val="231F20"/>
            </a:solidFill>
            <a:ln w="9025" cap="flat">
              <a:noFill/>
              <a:prstDash val="solid"/>
              <a:miter/>
            </a:ln>
          </p:spPr>
          <p:txBody>
            <a:bodyPr rtlCol="0" anchor="ctr"/>
            <a:lstStyle/>
            <a:p>
              <a:endParaRPr lang="zh-CN" altLang="en-US"/>
            </a:p>
          </p:txBody>
        </p:sp>
        <p:sp>
          <p:nvSpPr>
            <p:cNvPr id="415" name="任意多边形: 形状 414">
              <a:extLst>
                <a:ext uri="{FF2B5EF4-FFF2-40B4-BE49-F238E27FC236}">
                  <a16:creationId xmlns:a16="http://schemas.microsoft.com/office/drawing/2014/main" id="{55B556C2-E113-B8F1-5B65-2567D66F3F24}"/>
                </a:ext>
              </a:extLst>
            </p:cNvPr>
            <p:cNvSpPr/>
            <p:nvPr/>
          </p:nvSpPr>
          <p:spPr>
            <a:xfrm rot="10800000">
              <a:off x="2094013" y="2531304"/>
              <a:ext cx="82411" cy="9473"/>
            </a:xfrm>
            <a:custGeom>
              <a:avLst/>
              <a:gdLst>
                <a:gd name="connsiteX0" fmla="*/ 513321 w 544461"/>
                <a:gd name="connsiteY0" fmla="*/ 0 h 62587"/>
                <a:gd name="connsiteX1" fmla="*/ 544462 w 544461"/>
                <a:gd name="connsiteY1" fmla="*/ 0 h 62587"/>
                <a:gd name="connsiteX2" fmla="*/ 544462 w 544461"/>
                <a:gd name="connsiteY2" fmla="*/ 62588 h 62587"/>
                <a:gd name="connsiteX3" fmla="*/ 513321 w 544461"/>
                <a:gd name="connsiteY3" fmla="*/ 62588 h 62587"/>
                <a:gd name="connsiteX4" fmla="*/ 31140 w 544461"/>
                <a:gd name="connsiteY4" fmla="*/ 62588 h 62587"/>
                <a:gd name="connsiteX5" fmla="*/ 0 w 544461"/>
                <a:gd name="connsiteY5" fmla="*/ 62588 h 62587"/>
                <a:gd name="connsiteX6" fmla="*/ 0 w 544461"/>
                <a:gd name="connsiteY6" fmla="*/ 0 h 62587"/>
                <a:gd name="connsiteX7" fmla="*/ 31140 w 544461"/>
                <a:gd name="connsiteY7" fmla="*/ 0 h 6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4461" h="62587">
                  <a:moveTo>
                    <a:pt x="513321" y="0"/>
                  </a:moveTo>
                  <a:cubicBezTo>
                    <a:pt x="530520" y="0"/>
                    <a:pt x="544462" y="0"/>
                    <a:pt x="544462" y="0"/>
                  </a:cubicBezTo>
                  <a:lnTo>
                    <a:pt x="544462" y="62588"/>
                  </a:lnTo>
                  <a:cubicBezTo>
                    <a:pt x="544462" y="62588"/>
                    <a:pt x="530520" y="62588"/>
                    <a:pt x="513321" y="62588"/>
                  </a:cubicBezTo>
                  <a:lnTo>
                    <a:pt x="31140" y="62588"/>
                  </a:lnTo>
                  <a:cubicBezTo>
                    <a:pt x="13942" y="62588"/>
                    <a:pt x="0" y="62588"/>
                    <a:pt x="0" y="62588"/>
                  </a:cubicBezTo>
                  <a:lnTo>
                    <a:pt x="0" y="0"/>
                  </a:lnTo>
                  <a:cubicBezTo>
                    <a:pt x="0" y="0"/>
                    <a:pt x="13942" y="0"/>
                    <a:pt x="31140" y="0"/>
                  </a:cubicBezTo>
                  <a:close/>
                </a:path>
              </a:pathLst>
            </a:custGeom>
            <a:solidFill>
              <a:schemeClr val="bg1"/>
            </a:solidFill>
            <a:ln w="9025" cap="flat">
              <a:noFill/>
              <a:prstDash val="solid"/>
              <a:miter/>
            </a:ln>
          </p:spPr>
          <p:txBody>
            <a:bodyPr rtlCol="0" anchor="ctr"/>
            <a:lstStyle/>
            <a:p>
              <a:endParaRPr lang="zh-CN" altLang="en-US"/>
            </a:p>
          </p:txBody>
        </p:sp>
        <p:sp>
          <p:nvSpPr>
            <p:cNvPr id="416" name="任意多边形: 形状 415">
              <a:extLst>
                <a:ext uri="{FF2B5EF4-FFF2-40B4-BE49-F238E27FC236}">
                  <a16:creationId xmlns:a16="http://schemas.microsoft.com/office/drawing/2014/main" id="{68009410-E647-32D3-EF67-3959849E0044}"/>
                </a:ext>
              </a:extLst>
            </p:cNvPr>
            <p:cNvSpPr/>
            <p:nvPr/>
          </p:nvSpPr>
          <p:spPr>
            <a:xfrm>
              <a:off x="2094122" y="2530618"/>
              <a:ext cx="82433" cy="10846"/>
            </a:xfrm>
            <a:custGeom>
              <a:avLst/>
              <a:gdLst>
                <a:gd name="connsiteX0" fmla="*/ 512604 w 544608"/>
                <a:gd name="connsiteY0" fmla="*/ 71658 h 71658"/>
                <a:gd name="connsiteX1" fmla="*/ 30423 w 544608"/>
                <a:gd name="connsiteY1" fmla="*/ 71658 h 71658"/>
                <a:gd name="connsiteX2" fmla="*/ 456 w 544608"/>
                <a:gd name="connsiteY2" fmla="*/ 30115 h 71658"/>
                <a:gd name="connsiteX3" fmla="*/ 30423 w 544608"/>
                <a:gd name="connsiteY3" fmla="*/ 0 h 71658"/>
                <a:gd name="connsiteX4" fmla="*/ 512604 w 544608"/>
                <a:gd name="connsiteY4" fmla="*/ 0 h 71658"/>
                <a:gd name="connsiteX5" fmla="*/ 542571 w 544608"/>
                <a:gd name="connsiteY5" fmla="*/ 41544 h 71658"/>
                <a:gd name="connsiteX6" fmla="*/ 512604 w 544608"/>
                <a:gd name="connsiteY6" fmla="*/ 71658 h 71658"/>
                <a:gd name="connsiteX7" fmla="*/ 30423 w 544608"/>
                <a:gd name="connsiteY7" fmla="*/ 9071 h 71658"/>
                <a:gd name="connsiteX8" fmla="*/ 8715 w 544608"/>
                <a:gd name="connsiteY8" fmla="*/ 40773 h 71658"/>
                <a:gd name="connsiteX9" fmla="*/ 30423 w 544608"/>
                <a:gd name="connsiteY9" fmla="*/ 62588 h 71658"/>
                <a:gd name="connsiteX10" fmla="*/ 512604 w 544608"/>
                <a:gd name="connsiteY10" fmla="*/ 62588 h 71658"/>
                <a:gd name="connsiteX11" fmla="*/ 544151 w 544608"/>
                <a:gd name="connsiteY11" fmla="*/ 40773 h 71658"/>
                <a:gd name="connsiteX12" fmla="*/ 522452 w 544608"/>
                <a:gd name="connsiteY12" fmla="*/ 9071 h 71658"/>
                <a:gd name="connsiteX13" fmla="*/ 512604 w 544608"/>
                <a:gd name="connsiteY13" fmla="*/ 9071 h 71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4608" h="71658">
                  <a:moveTo>
                    <a:pt x="512604" y="71658"/>
                  </a:moveTo>
                  <a:lnTo>
                    <a:pt x="30423" y="71658"/>
                  </a:lnTo>
                  <a:cubicBezTo>
                    <a:pt x="10728" y="68502"/>
                    <a:pt x="-2685" y="49898"/>
                    <a:pt x="456" y="30115"/>
                  </a:cubicBezTo>
                  <a:cubicBezTo>
                    <a:pt x="2920" y="14622"/>
                    <a:pt x="15006" y="2476"/>
                    <a:pt x="30423" y="0"/>
                  </a:cubicBezTo>
                  <a:lnTo>
                    <a:pt x="512604" y="0"/>
                  </a:lnTo>
                  <a:cubicBezTo>
                    <a:pt x="532299" y="3157"/>
                    <a:pt x="545712" y="21761"/>
                    <a:pt x="542571" y="41544"/>
                  </a:cubicBezTo>
                  <a:cubicBezTo>
                    <a:pt x="540107" y="57036"/>
                    <a:pt x="528021" y="69182"/>
                    <a:pt x="512604" y="71658"/>
                  </a:cubicBezTo>
                  <a:close/>
                  <a:moveTo>
                    <a:pt x="30423" y="9071"/>
                  </a:moveTo>
                  <a:cubicBezTo>
                    <a:pt x="15720" y="11801"/>
                    <a:pt x="5998" y="25997"/>
                    <a:pt x="8715" y="40773"/>
                  </a:cubicBezTo>
                  <a:cubicBezTo>
                    <a:pt x="10755" y="51866"/>
                    <a:pt x="19393" y="60538"/>
                    <a:pt x="30423" y="62588"/>
                  </a:cubicBezTo>
                  <a:lnTo>
                    <a:pt x="512604" y="62588"/>
                  </a:lnTo>
                  <a:cubicBezTo>
                    <a:pt x="527308" y="65318"/>
                    <a:pt x="541434" y="55558"/>
                    <a:pt x="544151" y="40773"/>
                  </a:cubicBezTo>
                  <a:cubicBezTo>
                    <a:pt x="546877" y="25997"/>
                    <a:pt x="537155" y="11801"/>
                    <a:pt x="522452" y="9071"/>
                  </a:cubicBezTo>
                  <a:cubicBezTo>
                    <a:pt x="519193" y="8463"/>
                    <a:pt x="515863" y="8463"/>
                    <a:pt x="512604" y="9071"/>
                  </a:cubicBezTo>
                  <a:close/>
                </a:path>
              </a:pathLst>
            </a:custGeom>
            <a:solidFill>
              <a:srgbClr val="231F20"/>
            </a:solidFill>
            <a:ln w="9025" cap="flat">
              <a:noFill/>
              <a:prstDash val="solid"/>
              <a:miter/>
            </a:ln>
          </p:spPr>
          <p:txBody>
            <a:bodyPr rtlCol="0" anchor="ctr"/>
            <a:lstStyle/>
            <a:p>
              <a:endParaRPr lang="zh-CN" altLang="en-US"/>
            </a:p>
          </p:txBody>
        </p:sp>
        <p:sp>
          <p:nvSpPr>
            <p:cNvPr id="417" name="任意多边形: 形状 416">
              <a:extLst>
                <a:ext uri="{FF2B5EF4-FFF2-40B4-BE49-F238E27FC236}">
                  <a16:creationId xmlns:a16="http://schemas.microsoft.com/office/drawing/2014/main" id="{D437B279-DEE3-A36C-3929-07F0E0ACE791}"/>
                </a:ext>
              </a:extLst>
            </p:cNvPr>
            <p:cNvSpPr/>
            <p:nvPr/>
          </p:nvSpPr>
          <p:spPr>
            <a:xfrm>
              <a:off x="2066115" y="2555633"/>
              <a:ext cx="68831" cy="69170"/>
            </a:xfrm>
            <a:custGeom>
              <a:avLst/>
              <a:gdLst>
                <a:gd name="connsiteX0" fmla="*/ 454741 w 454741"/>
                <a:gd name="connsiteY0" fmla="*/ 228491 h 456981"/>
                <a:gd name="connsiteX1" fmla="*/ 227371 w 454741"/>
                <a:gd name="connsiteY1" fmla="*/ 456981 h 456981"/>
                <a:gd name="connsiteX2" fmla="*/ 0 w 454741"/>
                <a:gd name="connsiteY2" fmla="*/ 228491 h 456981"/>
                <a:gd name="connsiteX3" fmla="*/ 227371 w 454741"/>
                <a:gd name="connsiteY3" fmla="*/ 0 h 456981"/>
                <a:gd name="connsiteX4" fmla="*/ 454741 w 454741"/>
                <a:gd name="connsiteY4" fmla="*/ 228491 h 456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741" h="456981">
                  <a:moveTo>
                    <a:pt x="454741" y="228491"/>
                  </a:moveTo>
                  <a:cubicBezTo>
                    <a:pt x="454741" y="354682"/>
                    <a:pt x="352944" y="456981"/>
                    <a:pt x="227371" y="456981"/>
                  </a:cubicBezTo>
                  <a:cubicBezTo>
                    <a:pt x="101797" y="456981"/>
                    <a:pt x="0" y="354682"/>
                    <a:pt x="0" y="228491"/>
                  </a:cubicBezTo>
                  <a:cubicBezTo>
                    <a:pt x="0" y="102299"/>
                    <a:pt x="101797" y="0"/>
                    <a:pt x="227371" y="0"/>
                  </a:cubicBezTo>
                  <a:cubicBezTo>
                    <a:pt x="352944" y="0"/>
                    <a:pt x="454741" y="102299"/>
                    <a:pt x="454741" y="228491"/>
                  </a:cubicBezTo>
                  <a:close/>
                </a:path>
              </a:pathLst>
            </a:custGeom>
            <a:solidFill>
              <a:srgbClr val="FFFFFF"/>
            </a:solidFill>
            <a:ln w="9025" cap="flat">
              <a:noFill/>
              <a:prstDash val="solid"/>
              <a:miter/>
            </a:ln>
          </p:spPr>
          <p:txBody>
            <a:bodyPr rtlCol="0" anchor="ctr"/>
            <a:lstStyle/>
            <a:p>
              <a:endParaRPr lang="zh-CN" altLang="en-US"/>
            </a:p>
          </p:txBody>
        </p:sp>
        <p:sp>
          <p:nvSpPr>
            <p:cNvPr id="418" name="任意多边形: 形状 417">
              <a:extLst>
                <a:ext uri="{FF2B5EF4-FFF2-40B4-BE49-F238E27FC236}">
                  <a16:creationId xmlns:a16="http://schemas.microsoft.com/office/drawing/2014/main" id="{887C8615-B13A-FE73-272F-3E082E700D6E}"/>
                </a:ext>
              </a:extLst>
            </p:cNvPr>
            <p:cNvSpPr/>
            <p:nvPr/>
          </p:nvSpPr>
          <p:spPr>
            <a:xfrm>
              <a:off x="2065431" y="2554947"/>
              <a:ext cx="70197" cy="70543"/>
            </a:xfrm>
            <a:custGeom>
              <a:avLst/>
              <a:gdLst>
                <a:gd name="connsiteX0" fmla="*/ 231884 w 463767"/>
                <a:gd name="connsiteY0" fmla="*/ 466052 h 466051"/>
                <a:gd name="connsiteX1" fmla="*/ 0 w 463767"/>
                <a:gd name="connsiteY1" fmla="*/ 233026 h 466051"/>
                <a:gd name="connsiteX2" fmla="*/ 231884 w 463767"/>
                <a:gd name="connsiteY2" fmla="*/ 0 h 466051"/>
                <a:gd name="connsiteX3" fmla="*/ 463767 w 463767"/>
                <a:gd name="connsiteY3" fmla="*/ 233026 h 466051"/>
                <a:gd name="connsiteX4" fmla="*/ 231884 w 463767"/>
                <a:gd name="connsiteY4" fmla="*/ 466052 h 466051"/>
                <a:gd name="connsiteX5" fmla="*/ 231884 w 463767"/>
                <a:gd name="connsiteY5" fmla="*/ 9071 h 466051"/>
                <a:gd name="connsiteX6" fmla="*/ 9026 w 463767"/>
                <a:gd name="connsiteY6" fmla="*/ 233026 h 466051"/>
                <a:gd name="connsiteX7" fmla="*/ 231884 w 463767"/>
                <a:gd name="connsiteY7" fmla="*/ 456981 h 466051"/>
                <a:gd name="connsiteX8" fmla="*/ 454741 w 463767"/>
                <a:gd name="connsiteY8" fmla="*/ 233026 h 466051"/>
                <a:gd name="connsiteX9" fmla="*/ 231884 w 463767"/>
                <a:gd name="connsiteY9" fmla="*/ 9071 h 466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3767" h="466051">
                  <a:moveTo>
                    <a:pt x="231884" y="466052"/>
                  </a:moveTo>
                  <a:cubicBezTo>
                    <a:pt x="103820" y="466052"/>
                    <a:pt x="0" y="361721"/>
                    <a:pt x="0" y="233026"/>
                  </a:cubicBezTo>
                  <a:cubicBezTo>
                    <a:pt x="0" y="104331"/>
                    <a:pt x="103820" y="0"/>
                    <a:pt x="231884" y="0"/>
                  </a:cubicBezTo>
                  <a:cubicBezTo>
                    <a:pt x="359948" y="0"/>
                    <a:pt x="463767" y="104331"/>
                    <a:pt x="463767" y="233026"/>
                  </a:cubicBezTo>
                  <a:cubicBezTo>
                    <a:pt x="463614" y="361657"/>
                    <a:pt x="359885" y="465898"/>
                    <a:pt x="231884" y="466052"/>
                  </a:cubicBezTo>
                  <a:close/>
                  <a:moveTo>
                    <a:pt x="231884" y="9071"/>
                  </a:moveTo>
                  <a:cubicBezTo>
                    <a:pt x="108802" y="9071"/>
                    <a:pt x="9026" y="109338"/>
                    <a:pt x="9026" y="233026"/>
                  </a:cubicBezTo>
                  <a:cubicBezTo>
                    <a:pt x="9026" y="356714"/>
                    <a:pt x="108802" y="456981"/>
                    <a:pt x="231884" y="456981"/>
                  </a:cubicBezTo>
                  <a:cubicBezTo>
                    <a:pt x="354965" y="456981"/>
                    <a:pt x="454741" y="356714"/>
                    <a:pt x="454741" y="233026"/>
                  </a:cubicBezTo>
                  <a:cubicBezTo>
                    <a:pt x="454588" y="109401"/>
                    <a:pt x="354902" y="9225"/>
                    <a:pt x="231884" y="9071"/>
                  </a:cubicBezTo>
                  <a:close/>
                </a:path>
              </a:pathLst>
            </a:custGeom>
            <a:solidFill>
              <a:srgbClr val="231F20"/>
            </a:solidFill>
            <a:ln w="9025" cap="flat">
              <a:noFill/>
              <a:prstDash val="solid"/>
              <a:miter/>
            </a:ln>
          </p:spPr>
          <p:txBody>
            <a:bodyPr rtlCol="0" anchor="ctr"/>
            <a:lstStyle/>
            <a:p>
              <a:endParaRPr lang="zh-CN" altLang="en-US"/>
            </a:p>
          </p:txBody>
        </p:sp>
        <p:sp>
          <p:nvSpPr>
            <p:cNvPr id="419" name="任意多边形: 形状 418">
              <a:extLst>
                <a:ext uri="{FF2B5EF4-FFF2-40B4-BE49-F238E27FC236}">
                  <a16:creationId xmlns:a16="http://schemas.microsoft.com/office/drawing/2014/main" id="{CC0D5E9B-238A-7DD4-35AD-819B5AEBAE0F}"/>
                </a:ext>
              </a:extLst>
            </p:cNvPr>
            <p:cNvSpPr/>
            <p:nvPr/>
          </p:nvSpPr>
          <p:spPr>
            <a:xfrm>
              <a:off x="2075514" y="2565079"/>
              <a:ext cx="50031" cy="50278"/>
            </a:xfrm>
            <a:custGeom>
              <a:avLst/>
              <a:gdLst>
                <a:gd name="connsiteX0" fmla="*/ 165270 w 330540"/>
                <a:gd name="connsiteY0" fmla="*/ 332169 h 332168"/>
                <a:gd name="connsiteX1" fmla="*/ 0 w 330540"/>
                <a:gd name="connsiteY1" fmla="*/ 166084 h 332168"/>
                <a:gd name="connsiteX2" fmla="*/ 165270 w 330540"/>
                <a:gd name="connsiteY2" fmla="*/ 0 h 332168"/>
                <a:gd name="connsiteX3" fmla="*/ 330540 w 330540"/>
                <a:gd name="connsiteY3" fmla="*/ 166084 h 332168"/>
                <a:gd name="connsiteX4" fmla="*/ 165270 w 330540"/>
                <a:gd name="connsiteY4" fmla="*/ 332169 h 332168"/>
                <a:gd name="connsiteX5" fmla="*/ 165270 w 330540"/>
                <a:gd name="connsiteY5" fmla="*/ 9071 h 332168"/>
                <a:gd name="connsiteX6" fmla="*/ 9026 w 330540"/>
                <a:gd name="connsiteY6" fmla="*/ 166084 h 332168"/>
                <a:gd name="connsiteX7" fmla="*/ 165270 w 330540"/>
                <a:gd name="connsiteY7" fmla="*/ 323098 h 332168"/>
                <a:gd name="connsiteX8" fmla="*/ 321514 w 330540"/>
                <a:gd name="connsiteY8" fmla="*/ 166084 h 332168"/>
                <a:gd name="connsiteX9" fmla="*/ 165270 w 330540"/>
                <a:gd name="connsiteY9" fmla="*/ 9071 h 332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0540" h="332168">
                  <a:moveTo>
                    <a:pt x="165270" y="332169"/>
                  </a:moveTo>
                  <a:cubicBezTo>
                    <a:pt x="73997" y="332169"/>
                    <a:pt x="0" y="257807"/>
                    <a:pt x="0" y="166084"/>
                  </a:cubicBezTo>
                  <a:cubicBezTo>
                    <a:pt x="0" y="74362"/>
                    <a:pt x="73997" y="0"/>
                    <a:pt x="165270" y="0"/>
                  </a:cubicBezTo>
                  <a:cubicBezTo>
                    <a:pt x="256543" y="0"/>
                    <a:pt x="330540" y="74362"/>
                    <a:pt x="330540" y="166084"/>
                  </a:cubicBezTo>
                  <a:cubicBezTo>
                    <a:pt x="330441" y="257771"/>
                    <a:pt x="256507" y="332069"/>
                    <a:pt x="165270" y="332169"/>
                  </a:cubicBezTo>
                  <a:close/>
                  <a:moveTo>
                    <a:pt x="165270" y="9071"/>
                  </a:moveTo>
                  <a:cubicBezTo>
                    <a:pt x="78979" y="9071"/>
                    <a:pt x="9026" y="79369"/>
                    <a:pt x="9026" y="166084"/>
                  </a:cubicBezTo>
                  <a:cubicBezTo>
                    <a:pt x="9026" y="252800"/>
                    <a:pt x="78979" y="323098"/>
                    <a:pt x="165270" y="323098"/>
                  </a:cubicBezTo>
                  <a:cubicBezTo>
                    <a:pt x="251561" y="323098"/>
                    <a:pt x="321514" y="252800"/>
                    <a:pt x="321514" y="166084"/>
                  </a:cubicBezTo>
                  <a:cubicBezTo>
                    <a:pt x="321460" y="79387"/>
                    <a:pt x="251543" y="9125"/>
                    <a:pt x="165270" y="9071"/>
                  </a:cubicBezTo>
                  <a:close/>
                </a:path>
              </a:pathLst>
            </a:custGeom>
            <a:solidFill>
              <a:srgbClr val="D1D3D4"/>
            </a:solidFill>
            <a:ln w="9025" cap="flat">
              <a:noFill/>
              <a:prstDash val="solid"/>
              <a:miter/>
            </a:ln>
          </p:spPr>
          <p:txBody>
            <a:bodyPr rtlCol="0" anchor="ctr"/>
            <a:lstStyle/>
            <a:p>
              <a:endParaRPr lang="zh-CN" altLang="en-US"/>
            </a:p>
          </p:txBody>
        </p:sp>
        <p:sp>
          <p:nvSpPr>
            <p:cNvPr id="420" name="任意多边形: 形状 419">
              <a:extLst>
                <a:ext uri="{FF2B5EF4-FFF2-40B4-BE49-F238E27FC236}">
                  <a16:creationId xmlns:a16="http://schemas.microsoft.com/office/drawing/2014/main" id="{FDE1CFD3-DD52-45DA-AC3B-302517D812D5}"/>
                </a:ext>
              </a:extLst>
            </p:cNvPr>
            <p:cNvSpPr/>
            <p:nvPr/>
          </p:nvSpPr>
          <p:spPr>
            <a:xfrm>
              <a:off x="2080148" y="2575172"/>
              <a:ext cx="43830" cy="24369"/>
            </a:xfrm>
            <a:custGeom>
              <a:avLst/>
              <a:gdLst>
                <a:gd name="connsiteX0" fmla="*/ 285037 w 289566"/>
                <a:gd name="connsiteY0" fmla="*/ 160998 h 160998"/>
                <a:gd name="connsiteX1" fmla="*/ 282870 w 289566"/>
                <a:gd name="connsiteY1" fmla="*/ 160454 h 160998"/>
                <a:gd name="connsiteX2" fmla="*/ 2426 w 289566"/>
                <a:gd name="connsiteY2" fmla="*/ 8520 h 160998"/>
                <a:gd name="connsiteX3" fmla="*/ 476 w 289566"/>
                <a:gd name="connsiteY3" fmla="*/ 2552 h 160998"/>
                <a:gd name="connsiteX4" fmla="*/ 530 w 289566"/>
                <a:gd name="connsiteY4" fmla="*/ 2443 h 160998"/>
                <a:gd name="connsiteX5" fmla="*/ 6614 w 289566"/>
                <a:gd name="connsiteY5" fmla="*/ 511 h 160998"/>
                <a:gd name="connsiteX6" fmla="*/ 6668 w 289566"/>
                <a:gd name="connsiteY6" fmla="*/ 538 h 160998"/>
                <a:gd name="connsiteX7" fmla="*/ 287203 w 289566"/>
                <a:gd name="connsiteY7" fmla="*/ 152472 h 160998"/>
                <a:gd name="connsiteX8" fmla="*/ 289017 w 289566"/>
                <a:gd name="connsiteY8" fmla="*/ 158622 h 160998"/>
                <a:gd name="connsiteX9" fmla="*/ 289008 w 289566"/>
                <a:gd name="connsiteY9" fmla="*/ 158640 h 160998"/>
                <a:gd name="connsiteX10" fmla="*/ 285037 w 289566"/>
                <a:gd name="connsiteY10" fmla="*/ 160998 h 16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9566" h="160998">
                  <a:moveTo>
                    <a:pt x="285037" y="160998"/>
                  </a:moveTo>
                  <a:cubicBezTo>
                    <a:pt x="284278" y="160989"/>
                    <a:pt x="283538" y="160808"/>
                    <a:pt x="282870" y="160454"/>
                  </a:cubicBezTo>
                  <a:lnTo>
                    <a:pt x="2426" y="8520"/>
                  </a:lnTo>
                  <a:cubicBezTo>
                    <a:pt x="250" y="7413"/>
                    <a:pt x="-625" y="4738"/>
                    <a:pt x="476" y="2552"/>
                  </a:cubicBezTo>
                  <a:cubicBezTo>
                    <a:pt x="494" y="2515"/>
                    <a:pt x="512" y="2479"/>
                    <a:pt x="530" y="2443"/>
                  </a:cubicBezTo>
                  <a:cubicBezTo>
                    <a:pt x="1676" y="220"/>
                    <a:pt x="4402" y="-641"/>
                    <a:pt x="6614" y="511"/>
                  </a:cubicBezTo>
                  <a:cubicBezTo>
                    <a:pt x="6632" y="520"/>
                    <a:pt x="6650" y="529"/>
                    <a:pt x="6668" y="538"/>
                  </a:cubicBezTo>
                  <a:lnTo>
                    <a:pt x="287203" y="152472"/>
                  </a:lnTo>
                  <a:cubicBezTo>
                    <a:pt x="289396" y="153669"/>
                    <a:pt x="290209" y="156418"/>
                    <a:pt x="289017" y="158622"/>
                  </a:cubicBezTo>
                  <a:cubicBezTo>
                    <a:pt x="289017" y="158631"/>
                    <a:pt x="289008" y="158631"/>
                    <a:pt x="289008" y="158640"/>
                  </a:cubicBezTo>
                  <a:cubicBezTo>
                    <a:pt x="288232" y="160109"/>
                    <a:pt x="286697" y="161026"/>
                    <a:pt x="285037" y="160998"/>
                  </a:cubicBezTo>
                  <a:close/>
                </a:path>
              </a:pathLst>
            </a:custGeom>
            <a:solidFill>
              <a:srgbClr val="D1D3D4"/>
            </a:solidFill>
            <a:ln w="9025" cap="flat">
              <a:noFill/>
              <a:prstDash val="solid"/>
              <a:miter/>
            </a:ln>
          </p:spPr>
          <p:txBody>
            <a:bodyPr rtlCol="0" anchor="ctr"/>
            <a:lstStyle/>
            <a:p>
              <a:endParaRPr lang="zh-CN" altLang="en-US"/>
            </a:p>
          </p:txBody>
        </p:sp>
        <p:sp>
          <p:nvSpPr>
            <p:cNvPr id="421" name="任意多边形: 形状 420">
              <a:extLst>
                <a:ext uri="{FF2B5EF4-FFF2-40B4-BE49-F238E27FC236}">
                  <a16:creationId xmlns:a16="http://schemas.microsoft.com/office/drawing/2014/main" id="{C3A73027-AEF0-C8F0-5D05-FD8A0634BB2B}"/>
                </a:ext>
              </a:extLst>
            </p:cNvPr>
            <p:cNvSpPr/>
            <p:nvPr/>
          </p:nvSpPr>
          <p:spPr>
            <a:xfrm>
              <a:off x="2076896" y="2581365"/>
              <a:ext cx="43839" cy="24165"/>
            </a:xfrm>
            <a:custGeom>
              <a:avLst/>
              <a:gdLst>
                <a:gd name="connsiteX0" fmla="*/ 284854 w 289631"/>
                <a:gd name="connsiteY0" fmla="*/ 159630 h 159650"/>
                <a:gd name="connsiteX1" fmla="*/ 282688 w 289631"/>
                <a:gd name="connsiteY1" fmla="*/ 159086 h 159650"/>
                <a:gd name="connsiteX2" fmla="*/ 2423 w 289631"/>
                <a:gd name="connsiteY2" fmla="*/ 8603 h 159650"/>
                <a:gd name="connsiteX3" fmla="*/ 528 w 289631"/>
                <a:gd name="connsiteY3" fmla="*/ 2435 h 159650"/>
                <a:gd name="connsiteX4" fmla="*/ 6666 w 289631"/>
                <a:gd name="connsiteY4" fmla="*/ 530 h 159650"/>
                <a:gd name="connsiteX5" fmla="*/ 287201 w 289631"/>
                <a:gd name="connsiteY5" fmla="*/ 151285 h 159650"/>
                <a:gd name="connsiteX6" fmla="*/ 289123 w 289631"/>
                <a:gd name="connsiteY6" fmla="*/ 157399 h 159650"/>
                <a:gd name="connsiteX7" fmla="*/ 289096 w 289631"/>
                <a:gd name="connsiteY7" fmla="*/ 157453 h 159650"/>
                <a:gd name="connsiteX8" fmla="*/ 284854 w 289631"/>
                <a:gd name="connsiteY8" fmla="*/ 159630 h 15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631" h="159650">
                  <a:moveTo>
                    <a:pt x="284854" y="159630"/>
                  </a:moveTo>
                  <a:cubicBezTo>
                    <a:pt x="284096" y="159621"/>
                    <a:pt x="283356" y="159440"/>
                    <a:pt x="282688" y="159086"/>
                  </a:cubicBezTo>
                  <a:lnTo>
                    <a:pt x="2423" y="8603"/>
                  </a:lnTo>
                  <a:cubicBezTo>
                    <a:pt x="203" y="7424"/>
                    <a:pt x="-646" y="4667"/>
                    <a:pt x="528" y="2435"/>
                  </a:cubicBezTo>
                  <a:cubicBezTo>
                    <a:pt x="1701" y="204"/>
                    <a:pt x="4445" y="-649"/>
                    <a:pt x="6666" y="530"/>
                  </a:cubicBezTo>
                  <a:lnTo>
                    <a:pt x="287201" y="151285"/>
                  </a:lnTo>
                  <a:cubicBezTo>
                    <a:pt x="289412" y="152437"/>
                    <a:pt x="290270" y="155177"/>
                    <a:pt x="289123" y="157399"/>
                  </a:cubicBezTo>
                  <a:cubicBezTo>
                    <a:pt x="289114" y="157417"/>
                    <a:pt x="289105" y="157435"/>
                    <a:pt x="289096" y="157453"/>
                  </a:cubicBezTo>
                  <a:cubicBezTo>
                    <a:pt x="288221" y="158950"/>
                    <a:pt x="286569" y="159794"/>
                    <a:pt x="284854" y="159630"/>
                  </a:cubicBezTo>
                  <a:close/>
                </a:path>
              </a:pathLst>
            </a:custGeom>
            <a:solidFill>
              <a:srgbClr val="D1D3D4"/>
            </a:solidFill>
            <a:ln w="9025" cap="flat">
              <a:noFill/>
              <a:prstDash val="solid"/>
              <a:miter/>
            </a:ln>
          </p:spPr>
          <p:txBody>
            <a:bodyPr rtlCol="0" anchor="ctr"/>
            <a:lstStyle/>
            <a:p>
              <a:endParaRPr lang="zh-CN" altLang="en-US"/>
            </a:p>
          </p:txBody>
        </p:sp>
        <p:sp>
          <p:nvSpPr>
            <p:cNvPr id="422" name="任意多边形: 形状 421">
              <a:extLst>
                <a:ext uri="{FF2B5EF4-FFF2-40B4-BE49-F238E27FC236}">
                  <a16:creationId xmlns:a16="http://schemas.microsoft.com/office/drawing/2014/main" id="{DE3F2450-CABE-A71A-85D9-7A1136E8B937}"/>
                </a:ext>
              </a:extLst>
            </p:cNvPr>
            <p:cNvSpPr/>
            <p:nvPr/>
          </p:nvSpPr>
          <p:spPr>
            <a:xfrm>
              <a:off x="2175700" y="2578617"/>
              <a:ext cx="38364" cy="1373"/>
            </a:xfrm>
            <a:custGeom>
              <a:avLst/>
              <a:gdLst>
                <a:gd name="connsiteX0" fmla="*/ 249214 w 253456"/>
                <a:gd name="connsiteY0" fmla="*/ 9071 h 9070"/>
                <a:gd name="connsiteX1" fmla="*/ 4513 w 253456"/>
                <a:gd name="connsiteY1" fmla="*/ 9071 h 9070"/>
                <a:gd name="connsiteX2" fmla="*/ 0 w 253456"/>
                <a:gd name="connsiteY2" fmla="*/ 4535 h 9070"/>
                <a:gd name="connsiteX3" fmla="*/ 4513 w 253456"/>
                <a:gd name="connsiteY3" fmla="*/ 0 h 9070"/>
                <a:gd name="connsiteX4" fmla="*/ 248943 w 253456"/>
                <a:gd name="connsiteY4" fmla="*/ 0 h 9070"/>
                <a:gd name="connsiteX5" fmla="*/ 253456 w 253456"/>
                <a:gd name="connsiteY5" fmla="*/ 4535 h 9070"/>
                <a:gd name="connsiteX6" fmla="*/ 249214 w 253456"/>
                <a:gd name="connsiteY6" fmla="*/ 9071 h 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456" h="9070">
                  <a:moveTo>
                    <a:pt x="249214" y="9071"/>
                  </a:moveTo>
                  <a:lnTo>
                    <a:pt x="4513" y="9071"/>
                  </a:lnTo>
                  <a:cubicBezTo>
                    <a:pt x="2022" y="9071"/>
                    <a:pt x="0" y="7039"/>
                    <a:pt x="0" y="4535"/>
                  </a:cubicBezTo>
                  <a:cubicBezTo>
                    <a:pt x="45" y="2050"/>
                    <a:pt x="2040" y="45"/>
                    <a:pt x="4513" y="0"/>
                  </a:cubicBezTo>
                  <a:lnTo>
                    <a:pt x="248943" y="0"/>
                  </a:lnTo>
                  <a:cubicBezTo>
                    <a:pt x="251434" y="0"/>
                    <a:pt x="253456" y="2032"/>
                    <a:pt x="253456" y="4535"/>
                  </a:cubicBezTo>
                  <a:cubicBezTo>
                    <a:pt x="253456" y="6939"/>
                    <a:pt x="251597" y="8926"/>
                    <a:pt x="249214" y="9071"/>
                  </a:cubicBezTo>
                  <a:close/>
                </a:path>
              </a:pathLst>
            </a:custGeom>
            <a:solidFill>
              <a:srgbClr val="231F20"/>
            </a:solidFill>
            <a:ln w="9025" cap="flat">
              <a:noFill/>
              <a:prstDash val="solid"/>
              <a:miter/>
            </a:ln>
          </p:spPr>
          <p:txBody>
            <a:bodyPr rtlCol="0" anchor="ctr"/>
            <a:lstStyle/>
            <a:p>
              <a:endParaRPr lang="zh-CN" altLang="en-US"/>
            </a:p>
          </p:txBody>
        </p:sp>
        <p:sp>
          <p:nvSpPr>
            <p:cNvPr id="423" name="任意多边形: 形状 422">
              <a:extLst>
                <a:ext uri="{FF2B5EF4-FFF2-40B4-BE49-F238E27FC236}">
                  <a16:creationId xmlns:a16="http://schemas.microsoft.com/office/drawing/2014/main" id="{EB7F0ABE-2CC8-1648-6085-0C72B229DB28}"/>
                </a:ext>
              </a:extLst>
            </p:cNvPr>
            <p:cNvSpPr/>
            <p:nvPr/>
          </p:nvSpPr>
          <p:spPr>
            <a:xfrm>
              <a:off x="2190415" y="2405184"/>
              <a:ext cx="9017" cy="14691"/>
            </a:xfrm>
            <a:custGeom>
              <a:avLst/>
              <a:gdLst>
                <a:gd name="connsiteX0" fmla="*/ 59573 w 59573"/>
                <a:gd name="connsiteY0" fmla="*/ 48528 h 97056"/>
                <a:gd name="connsiteX1" fmla="*/ 29786 w 59573"/>
                <a:gd name="connsiteY1" fmla="*/ 97056 h 97056"/>
                <a:gd name="connsiteX2" fmla="*/ 0 w 59573"/>
                <a:gd name="connsiteY2" fmla="*/ 48528 h 97056"/>
                <a:gd name="connsiteX3" fmla="*/ 29786 w 59573"/>
                <a:gd name="connsiteY3" fmla="*/ 0 h 97056"/>
                <a:gd name="connsiteX4" fmla="*/ 59573 w 59573"/>
                <a:gd name="connsiteY4" fmla="*/ 48528 h 97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73" h="97056">
                  <a:moveTo>
                    <a:pt x="59573" y="48528"/>
                  </a:moveTo>
                  <a:cubicBezTo>
                    <a:pt x="59573" y="75330"/>
                    <a:pt x="46237" y="97056"/>
                    <a:pt x="29786" y="97056"/>
                  </a:cubicBezTo>
                  <a:cubicBezTo>
                    <a:pt x="13336" y="97056"/>
                    <a:pt x="0" y="75330"/>
                    <a:pt x="0" y="48528"/>
                  </a:cubicBezTo>
                  <a:cubicBezTo>
                    <a:pt x="0" y="21727"/>
                    <a:pt x="13336" y="0"/>
                    <a:pt x="29786" y="0"/>
                  </a:cubicBezTo>
                  <a:cubicBezTo>
                    <a:pt x="46237" y="0"/>
                    <a:pt x="59573" y="21727"/>
                    <a:pt x="59573" y="48528"/>
                  </a:cubicBezTo>
                  <a:close/>
                </a:path>
              </a:pathLst>
            </a:custGeom>
            <a:solidFill>
              <a:srgbClr val="231F20"/>
            </a:solidFill>
            <a:ln w="9025" cap="flat">
              <a:noFill/>
              <a:prstDash val="solid"/>
              <a:miter/>
            </a:ln>
          </p:spPr>
          <p:txBody>
            <a:bodyPr rtlCol="0" anchor="ctr"/>
            <a:lstStyle/>
            <a:p>
              <a:endParaRPr lang="zh-CN" altLang="en-US"/>
            </a:p>
          </p:txBody>
        </p:sp>
      </p:grpSp>
      <p:pic>
        <p:nvPicPr>
          <p:cNvPr id="56" name="图片 55">
            <a:extLst>
              <a:ext uri="{FF2B5EF4-FFF2-40B4-BE49-F238E27FC236}">
                <a16:creationId xmlns:a16="http://schemas.microsoft.com/office/drawing/2014/main" id="{E751B49A-E515-45A6-9FEB-971BF0C5E82F}"/>
              </a:ext>
            </a:extLst>
          </p:cNvPr>
          <p:cNvPicPr>
            <a:picLocks noChangeAspect="1"/>
          </p:cNvPicPr>
          <p:nvPr/>
        </p:nvPicPr>
        <p:blipFill>
          <a:blip r:embed="rId3"/>
          <a:stretch>
            <a:fillRect/>
          </a:stretch>
        </p:blipFill>
        <p:spPr>
          <a:xfrm>
            <a:off x="-6433262" y="1812346"/>
            <a:ext cx="4127350" cy="2944623"/>
          </a:xfrm>
          <a:prstGeom prst="rect">
            <a:avLst/>
          </a:prstGeom>
        </p:spPr>
      </p:pic>
      <p:pic>
        <p:nvPicPr>
          <p:cNvPr id="57" name="图片 56">
            <a:extLst>
              <a:ext uri="{FF2B5EF4-FFF2-40B4-BE49-F238E27FC236}">
                <a16:creationId xmlns:a16="http://schemas.microsoft.com/office/drawing/2014/main" id="{EF0022F8-58BE-4B94-8548-F5A578080784}"/>
              </a:ext>
            </a:extLst>
          </p:cNvPr>
          <p:cNvPicPr>
            <a:picLocks noChangeAspect="1"/>
          </p:cNvPicPr>
          <p:nvPr/>
        </p:nvPicPr>
        <p:blipFill>
          <a:blip r:embed="rId4"/>
          <a:stretch>
            <a:fillRect/>
          </a:stretch>
        </p:blipFill>
        <p:spPr>
          <a:xfrm>
            <a:off x="17407307" y="1812347"/>
            <a:ext cx="4109060" cy="2944623"/>
          </a:xfrm>
          <a:prstGeom prst="rect">
            <a:avLst/>
          </a:prstGeom>
        </p:spPr>
      </p:pic>
      <p:sp>
        <p:nvSpPr>
          <p:cNvPr id="58" name="Title">
            <a:extLst>
              <a:ext uri="{FF2B5EF4-FFF2-40B4-BE49-F238E27FC236}">
                <a16:creationId xmlns:a16="http://schemas.microsoft.com/office/drawing/2014/main" id="{51DCC7C2-C1C2-45CA-B29A-7924017784B5}"/>
              </a:ext>
            </a:extLst>
          </p:cNvPr>
          <p:cNvSpPr>
            <a:spLocks noChangeAspect="1"/>
          </p:cNvSpPr>
          <p:nvPr/>
        </p:nvSpPr>
        <p:spPr>
          <a:xfrm>
            <a:off x="666750" y="-1430211"/>
            <a:ext cx="10858500" cy="7173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zh-CN" altLang="en-US"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传统</a:t>
            </a:r>
            <a:r>
              <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Java</a:t>
            </a:r>
            <a:r>
              <a:rPr kumimoji="0" lang="zh-CN" altLang="en-US"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应用</a:t>
            </a:r>
            <a:r>
              <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AI</a:t>
            </a:r>
            <a:r>
              <a:rPr kumimoji="0" lang="zh-CN" altLang="en-US"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化面临的问题</a:t>
            </a:r>
            <a:endPar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endParaRPr>
          </a:p>
        </p:txBody>
      </p:sp>
    </p:spTree>
    <p:extLst>
      <p:ext uri="{BB962C8B-B14F-4D97-AF65-F5344CB8AC3E}">
        <p14:creationId xmlns:p14="http://schemas.microsoft.com/office/powerpoint/2010/main" val="31489264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0E5AB-53EC-D10F-F390-DC454679AFBB}"/>
            </a:ext>
          </a:extLst>
        </p:cNvPr>
        <p:cNvGrpSpPr/>
        <p:nvPr/>
      </p:nvGrpSpPr>
      <p:grpSpPr>
        <a:xfrm>
          <a:off x="0" y="0"/>
          <a:ext cx="0" cy="0"/>
          <a:chOff x="0" y="0"/>
          <a:chExt cx="0" cy="0"/>
        </a:xfrm>
      </p:grpSpPr>
      <p:sp>
        <p:nvSpPr>
          <p:cNvPr id="5" name="Title">
            <a:extLst>
              <a:ext uri="{FF2B5EF4-FFF2-40B4-BE49-F238E27FC236}">
                <a16:creationId xmlns:a16="http://schemas.microsoft.com/office/drawing/2014/main" id="{182775BB-9C7A-027C-9585-C926DE0FC4B5}"/>
              </a:ext>
            </a:extLst>
          </p:cNvPr>
          <p:cNvSpPr>
            <a:spLocks noChangeAspect="1"/>
          </p:cNvSpPr>
          <p:nvPr/>
        </p:nvSpPr>
        <p:spPr>
          <a:xfrm>
            <a:off x="666750" y="693218"/>
            <a:ext cx="10858500" cy="7173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zh-CN" altLang="en-US"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传统</a:t>
            </a:r>
            <a:r>
              <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Java</a:t>
            </a:r>
            <a:r>
              <a:rPr kumimoji="0" lang="zh-CN" altLang="en-US"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应用</a:t>
            </a:r>
            <a:r>
              <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AI</a:t>
            </a:r>
            <a:r>
              <a:rPr kumimoji="0" lang="zh-CN" altLang="en-US"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化面临的问题</a:t>
            </a:r>
            <a:endPar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endParaRPr>
          </a:p>
        </p:txBody>
      </p:sp>
      <p:cxnSp>
        <p:nvCxnSpPr>
          <p:cNvPr id="364" name="î$ḻidè">
            <a:extLst>
              <a:ext uri="{FF2B5EF4-FFF2-40B4-BE49-F238E27FC236}">
                <a16:creationId xmlns:a16="http://schemas.microsoft.com/office/drawing/2014/main" id="{032E961F-2EB9-B0B4-6EAA-D9A8D6C123B0}"/>
              </a:ext>
            </a:extLst>
          </p:cNvPr>
          <p:cNvCxnSpPr>
            <a:cxnSpLocks/>
          </p:cNvCxnSpPr>
          <p:nvPr/>
        </p:nvCxnSpPr>
        <p:spPr>
          <a:xfrm>
            <a:off x="3431406" y="3624329"/>
            <a:ext cx="0" cy="348577"/>
          </a:xfrm>
          <a:prstGeom prst="line">
            <a:avLst/>
          </a:prstGeom>
          <a:ln w="6350" cap="rnd">
            <a:solidFill>
              <a:schemeClr val="tx1">
                <a:alpha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365" name="î$ḻidè">
            <a:extLst>
              <a:ext uri="{FF2B5EF4-FFF2-40B4-BE49-F238E27FC236}">
                <a16:creationId xmlns:a16="http://schemas.microsoft.com/office/drawing/2014/main" id="{C021FB3D-6638-4F9F-5D1F-3E7AB10DD87D}"/>
              </a:ext>
            </a:extLst>
          </p:cNvPr>
          <p:cNvCxnSpPr>
            <a:cxnSpLocks/>
          </p:cNvCxnSpPr>
          <p:nvPr/>
        </p:nvCxnSpPr>
        <p:spPr>
          <a:xfrm>
            <a:off x="8773292" y="3593431"/>
            <a:ext cx="0" cy="348577"/>
          </a:xfrm>
          <a:prstGeom prst="line">
            <a:avLst/>
          </a:prstGeom>
          <a:ln w="6350" cap="rnd">
            <a:solidFill>
              <a:schemeClr val="tx1">
                <a:alpha val="50000"/>
              </a:schemeClr>
            </a:solidFill>
            <a:prstDash val="dash"/>
            <a:round/>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F109C67B-A8B5-E553-C2D3-E2C999173920}"/>
              </a:ext>
            </a:extLst>
          </p:cNvPr>
          <p:cNvPicPr>
            <a:picLocks noChangeAspect="1"/>
          </p:cNvPicPr>
          <p:nvPr/>
        </p:nvPicPr>
        <p:blipFill>
          <a:blip r:embed="rId3"/>
          <a:stretch>
            <a:fillRect/>
          </a:stretch>
        </p:blipFill>
        <p:spPr>
          <a:xfrm>
            <a:off x="1552498" y="2121118"/>
            <a:ext cx="4127350" cy="2944623"/>
          </a:xfrm>
          <a:prstGeom prst="rect">
            <a:avLst/>
          </a:prstGeom>
        </p:spPr>
      </p:pic>
      <p:pic>
        <p:nvPicPr>
          <p:cNvPr id="15" name="图片 14">
            <a:extLst>
              <a:ext uri="{FF2B5EF4-FFF2-40B4-BE49-F238E27FC236}">
                <a16:creationId xmlns:a16="http://schemas.microsoft.com/office/drawing/2014/main" id="{9FA595F3-9828-DF44-2DFB-F7CA2963D045}"/>
              </a:ext>
            </a:extLst>
          </p:cNvPr>
          <p:cNvPicPr>
            <a:picLocks noChangeAspect="1"/>
          </p:cNvPicPr>
          <p:nvPr/>
        </p:nvPicPr>
        <p:blipFill>
          <a:blip r:embed="rId4"/>
          <a:stretch>
            <a:fillRect/>
          </a:stretch>
        </p:blipFill>
        <p:spPr>
          <a:xfrm>
            <a:off x="7118570" y="2121119"/>
            <a:ext cx="4109060" cy="2944623"/>
          </a:xfrm>
          <a:prstGeom prst="rect">
            <a:avLst/>
          </a:prstGeom>
        </p:spPr>
      </p:pic>
    </p:spTree>
    <p:extLst>
      <p:ext uri="{BB962C8B-B14F-4D97-AF65-F5344CB8AC3E}">
        <p14:creationId xmlns:p14="http://schemas.microsoft.com/office/powerpoint/2010/main" val="18692111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7F154-3626-7895-5E52-96DAC248C781}"/>
            </a:ext>
          </a:extLst>
        </p:cNvPr>
        <p:cNvGrpSpPr/>
        <p:nvPr/>
      </p:nvGrpSpPr>
      <p:grpSpPr>
        <a:xfrm>
          <a:off x="0" y="0"/>
          <a:ext cx="0" cy="0"/>
          <a:chOff x="0" y="0"/>
          <a:chExt cx="0" cy="0"/>
        </a:xfrm>
      </p:grpSpPr>
      <p:sp>
        <p:nvSpPr>
          <p:cNvPr id="2248" name="Title">
            <a:extLst>
              <a:ext uri="{FF2B5EF4-FFF2-40B4-BE49-F238E27FC236}">
                <a16:creationId xmlns:a16="http://schemas.microsoft.com/office/drawing/2014/main" id="{82682259-6971-A76A-94F6-CF20B6C2D993}"/>
              </a:ext>
            </a:extLst>
          </p:cNvPr>
          <p:cNvSpPr>
            <a:spLocks noChangeAspect="1"/>
          </p:cNvSpPr>
          <p:nvPr/>
        </p:nvSpPr>
        <p:spPr>
          <a:xfrm>
            <a:off x="666750" y="-2706472"/>
            <a:ext cx="10858500" cy="8137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zh-CN" altLang="en-US"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传统</a:t>
            </a:r>
            <a:r>
              <a:rPr kumimoji="0" lang="en-US" altLang="zh-CN"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Java</a:t>
            </a:r>
            <a:r>
              <a:rPr kumimoji="0" lang="zh-CN" altLang="en-US"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应用</a:t>
            </a:r>
            <a:r>
              <a:rPr kumimoji="0" lang="en-US" altLang="zh-CN"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AI</a:t>
            </a:r>
            <a:r>
              <a:rPr kumimoji="0" lang="zh-CN" altLang="en-US"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化面临的问题</a:t>
            </a:r>
            <a:endPar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endParaRPr>
          </a:p>
        </p:txBody>
      </p:sp>
      <p:pic>
        <p:nvPicPr>
          <p:cNvPr id="2" name="图片 1">
            <a:extLst>
              <a:ext uri="{FF2B5EF4-FFF2-40B4-BE49-F238E27FC236}">
                <a16:creationId xmlns:a16="http://schemas.microsoft.com/office/drawing/2014/main" id="{F67FA611-9F09-3613-4E03-5D84E7CCA4DF}"/>
              </a:ext>
            </a:extLst>
          </p:cNvPr>
          <p:cNvPicPr>
            <a:picLocks noChangeAspect="1"/>
          </p:cNvPicPr>
          <p:nvPr/>
        </p:nvPicPr>
        <p:blipFill>
          <a:blip r:embed="rId2"/>
          <a:stretch>
            <a:fillRect/>
          </a:stretch>
        </p:blipFill>
        <p:spPr>
          <a:xfrm>
            <a:off x="-4864854" y="2019204"/>
            <a:ext cx="3907404" cy="3907404"/>
          </a:xfrm>
          <a:prstGeom prst="rect">
            <a:avLst/>
          </a:prstGeom>
        </p:spPr>
      </p:pic>
      <p:sp>
        <p:nvSpPr>
          <p:cNvPr id="3" name="文本框 2">
            <a:extLst>
              <a:ext uri="{FF2B5EF4-FFF2-40B4-BE49-F238E27FC236}">
                <a16:creationId xmlns:a16="http://schemas.microsoft.com/office/drawing/2014/main" id="{EB01A6A6-F721-6FD2-BDFB-859DD1AB8B38}"/>
              </a:ext>
            </a:extLst>
          </p:cNvPr>
          <p:cNvSpPr txBox="1"/>
          <p:nvPr/>
        </p:nvSpPr>
        <p:spPr>
          <a:xfrm>
            <a:off x="3516738" y="2615009"/>
            <a:ext cx="5158525"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600" b="0" i="0" u="none" strike="noStrike" kern="1200" cap="none" spc="0" normalizeH="0" baseline="0" noProof="0" dirty="0">
                <a:ln>
                  <a:noFill/>
                </a:ln>
                <a:solidFill>
                  <a:srgbClr val="2F2F2F"/>
                </a:solidFill>
                <a:effectLst/>
                <a:uLnTx/>
                <a:uFillTx/>
                <a:latin typeface="阿里巴巴普惠体"/>
                <a:cs typeface="+mn-cs"/>
              </a:rPr>
              <a:t>LangChain4j</a:t>
            </a:r>
            <a:endParaRPr kumimoji="0" lang="zh-CN" altLang="en-US" sz="6600" b="0" i="0" u="none" strike="noStrike" kern="1200" cap="none" spc="0" normalizeH="0" baseline="0" noProof="0" dirty="0">
              <a:ln>
                <a:noFill/>
              </a:ln>
              <a:solidFill>
                <a:srgbClr val="2F2F2F"/>
              </a:solidFill>
              <a:effectLst/>
              <a:uLnTx/>
              <a:uFillTx/>
              <a:latin typeface="阿里巴巴普惠体"/>
              <a:cs typeface="+mn-cs"/>
            </a:endParaRPr>
          </a:p>
        </p:txBody>
      </p:sp>
      <p:sp>
        <p:nvSpPr>
          <p:cNvPr id="10" name="矩形 9">
            <a:extLst>
              <a:ext uri="{FF2B5EF4-FFF2-40B4-BE49-F238E27FC236}">
                <a16:creationId xmlns:a16="http://schemas.microsoft.com/office/drawing/2014/main" id="{97720E4D-5861-0253-4FC7-C10DB3EFF744}"/>
              </a:ext>
            </a:extLst>
          </p:cNvPr>
          <p:cNvSpPr/>
          <p:nvPr/>
        </p:nvSpPr>
        <p:spPr>
          <a:xfrm>
            <a:off x="7084356" y="2164347"/>
            <a:ext cx="1926076" cy="22713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形 6">
            <a:extLst>
              <a:ext uri="{FF2B5EF4-FFF2-40B4-BE49-F238E27FC236}">
                <a16:creationId xmlns:a16="http://schemas.microsoft.com/office/drawing/2014/main" id="{961E4D48-58E7-4585-82D8-6E1C1D3071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49677" y="2019848"/>
            <a:ext cx="2196979" cy="2196979"/>
          </a:xfrm>
          <a:prstGeom prst="rect">
            <a:avLst/>
          </a:prstGeom>
          <a:effectLst>
            <a:outerShdw blurRad="152400" dist="317500" dir="5400000" sx="90000" sy="-19000" rotWithShape="0">
              <a:prstClr val="black">
                <a:alpha val="15000"/>
              </a:prstClr>
            </a:outerShdw>
          </a:effectLst>
        </p:spPr>
      </p:pic>
      <p:sp>
        <p:nvSpPr>
          <p:cNvPr id="8" name="文本框 7">
            <a:extLst>
              <a:ext uri="{FF2B5EF4-FFF2-40B4-BE49-F238E27FC236}">
                <a16:creationId xmlns:a16="http://schemas.microsoft.com/office/drawing/2014/main" id="{D3F89C28-6796-4DD5-A885-5E8A5F5158B0}"/>
              </a:ext>
            </a:extLst>
          </p:cNvPr>
          <p:cNvSpPr txBox="1"/>
          <p:nvPr/>
        </p:nvSpPr>
        <p:spPr>
          <a:xfrm>
            <a:off x="-3749678" y="4903837"/>
            <a:ext cx="2196980" cy="523220"/>
          </a:xfrm>
          <a:prstGeom prst="rect">
            <a:avLst/>
          </a:prstGeom>
          <a:noFill/>
        </p:spPr>
        <p:txBody>
          <a:bodyPr wrap="square" rtlCol="0">
            <a:spAutoFit/>
          </a:bodyPr>
          <a:lstStyle/>
          <a:p>
            <a:pPr algn="ctr"/>
            <a:r>
              <a:rPr lang="en-US" altLang="zh-CN" sz="2800">
                <a:latin typeface="+mj-ea"/>
                <a:ea typeface="+mj-ea"/>
              </a:rPr>
              <a:t>Spring AI</a:t>
            </a:r>
            <a:endParaRPr lang="zh-CN" altLang="en-US" sz="2800">
              <a:latin typeface="+mj-ea"/>
              <a:ea typeface="+mj-ea"/>
            </a:endParaRPr>
          </a:p>
        </p:txBody>
      </p:sp>
    </p:spTree>
    <p:extLst>
      <p:ext uri="{BB962C8B-B14F-4D97-AF65-F5344CB8AC3E}">
        <p14:creationId xmlns:p14="http://schemas.microsoft.com/office/powerpoint/2010/main" val="370362419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7F154-3626-7895-5E52-96DAC248C781}"/>
            </a:ext>
          </a:extLst>
        </p:cNvPr>
        <p:cNvGrpSpPr/>
        <p:nvPr/>
      </p:nvGrpSpPr>
      <p:grpSpPr>
        <a:xfrm>
          <a:off x="0" y="0"/>
          <a:ext cx="0" cy="0"/>
          <a:chOff x="0" y="0"/>
          <a:chExt cx="0" cy="0"/>
        </a:xfrm>
      </p:grpSpPr>
      <p:sp>
        <p:nvSpPr>
          <p:cNvPr id="2248" name="Title">
            <a:extLst>
              <a:ext uri="{FF2B5EF4-FFF2-40B4-BE49-F238E27FC236}">
                <a16:creationId xmlns:a16="http://schemas.microsoft.com/office/drawing/2014/main" id="{82682259-6971-A76A-94F6-CF20B6C2D993}"/>
              </a:ext>
            </a:extLst>
          </p:cNvPr>
          <p:cNvSpPr>
            <a:spLocks noChangeAspect="1"/>
          </p:cNvSpPr>
          <p:nvPr/>
        </p:nvSpPr>
        <p:spPr>
          <a:xfrm>
            <a:off x="666750" y="-2706472"/>
            <a:ext cx="10858500" cy="8137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zh-CN" altLang="en-US"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传统</a:t>
            </a:r>
            <a:r>
              <a:rPr kumimoji="0" lang="en-US" altLang="zh-CN"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Java</a:t>
            </a:r>
            <a:r>
              <a:rPr kumimoji="0" lang="zh-CN" altLang="en-US"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应用</a:t>
            </a:r>
            <a:r>
              <a:rPr kumimoji="0" lang="en-US" altLang="zh-CN"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AI</a:t>
            </a:r>
            <a:r>
              <a:rPr kumimoji="0" lang="zh-CN" altLang="en-US"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化面临的问题</a:t>
            </a:r>
            <a:endPar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endParaRPr>
          </a:p>
        </p:txBody>
      </p:sp>
      <p:pic>
        <p:nvPicPr>
          <p:cNvPr id="2" name="图片 1">
            <a:extLst>
              <a:ext uri="{FF2B5EF4-FFF2-40B4-BE49-F238E27FC236}">
                <a16:creationId xmlns:a16="http://schemas.microsoft.com/office/drawing/2014/main" id="{F67FA611-9F09-3613-4E03-5D84E7CCA4DF}"/>
              </a:ext>
            </a:extLst>
          </p:cNvPr>
          <p:cNvPicPr>
            <a:picLocks noChangeAspect="1"/>
          </p:cNvPicPr>
          <p:nvPr/>
        </p:nvPicPr>
        <p:blipFill>
          <a:blip r:embed="rId2"/>
          <a:stretch>
            <a:fillRect/>
          </a:stretch>
        </p:blipFill>
        <p:spPr>
          <a:xfrm>
            <a:off x="-4864854" y="2019204"/>
            <a:ext cx="3907404" cy="3907404"/>
          </a:xfrm>
          <a:prstGeom prst="rect">
            <a:avLst/>
          </a:prstGeom>
        </p:spPr>
      </p:pic>
      <p:pic>
        <p:nvPicPr>
          <p:cNvPr id="7" name="!!!a">
            <a:extLst>
              <a:ext uri="{FF2B5EF4-FFF2-40B4-BE49-F238E27FC236}">
                <a16:creationId xmlns:a16="http://schemas.microsoft.com/office/drawing/2014/main" id="{0B45B98D-BF2B-4A40-8F98-5D2BA76710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2137" y="1500554"/>
            <a:ext cx="3235568" cy="3235568"/>
          </a:xfrm>
          <a:prstGeom prst="rect">
            <a:avLst/>
          </a:prstGeom>
        </p:spPr>
      </p:pic>
      <p:pic>
        <p:nvPicPr>
          <p:cNvPr id="8" name="图形 7">
            <a:extLst>
              <a:ext uri="{FF2B5EF4-FFF2-40B4-BE49-F238E27FC236}">
                <a16:creationId xmlns:a16="http://schemas.microsoft.com/office/drawing/2014/main" id="{F5300E87-390A-4278-A4DF-D69074E3213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92249" y="2019848"/>
            <a:ext cx="2196979" cy="2196979"/>
          </a:xfrm>
          <a:prstGeom prst="rect">
            <a:avLst/>
          </a:prstGeom>
          <a:effectLst>
            <a:outerShdw blurRad="152400" dist="317500" dir="5400000" sx="90000" sy="-19000" rotWithShape="0">
              <a:prstClr val="black">
                <a:alpha val="15000"/>
              </a:prstClr>
            </a:outerShdw>
          </a:effectLst>
        </p:spPr>
      </p:pic>
      <p:sp>
        <p:nvSpPr>
          <p:cNvPr id="9" name="文本框 8">
            <a:extLst>
              <a:ext uri="{FF2B5EF4-FFF2-40B4-BE49-F238E27FC236}">
                <a16:creationId xmlns:a16="http://schemas.microsoft.com/office/drawing/2014/main" id="{F6F188DC-8800-4D3A-AEE0-9F1F4D7DC1F0}"/>
              </a:ext>
            </a:extLst>
          </p:cNvPr>
          <p:cNvSpPr txBox="1"/>
          <p:nvPr/>
        </p:nvSpPr>
        <p:spPr>
          <a:xfrm>
            <a:off x="2492248" y="4903837"/>
            <a:ext cx="2196980" cy="523220"/>
          </a:xfrm>
          <a:prstGeom prst="rect">
            <a:avLst/>
          </a:prstGeom>
          <a:noFill/>
        </p:spPr>
        <p:txBody>
          <a:bodyPr wrap="square" rtlCol="0">
            <a:spAutoFit/>
          </a:bodyPr>
          <a:lstStyle/>
          <a:p>
            <a:pPr algn="ctr"/>
            <a:r>
              <a:rPr lang="en-US" altLang="zh-CN" sz="2800">
                <a:latin typeface="+mj-ea"/>
                <a:ea typeface="+mj-ea"/>
              </a:rPr>
              <a:t>Spring AI</a:t>
            </a:r>
            <a:endParaRPr lang="zh-CN" altLang="en-US" sz="2800">
              <a:latin typeface="+mj-ea"/>
              <a:ea typeface="+mj-ea"/>
            </a:endParaRPr>
          </a:p>
        </p:txBody>
      </p:sp>
      <p:sp>
        <p:nvSpPr>
          <p:cNvPr id="11" name="文本框 10">
            <a:extLst>
              <a:ext uri="{FF2B5EF4-FFF2-40B4-BE49-F238E27FC236}">
                <a16:creationId xmlns:a16="http://schemas.microsoft.com/office/drawing/2014/main" id="{145485EC-E904-46F9-A7D2-C21C7BB87466}"/>
              </a:ext>
            </a:extLst>
          </p:cNvPr>
          <p:cNvSpPr txBox="1"/>
          <p:nvPr/>
        </p:nvSpPr>
        <p:spPr>
          <a:xfrm>
            <a:off x="7145213" y="4903837"/>
            <a:ext cx="2649416" cy="523220"/>
          </a:xfrm>
          <a:prstGeom prst="rect">
            <a:avLst/>
          </a:prstGeom>
          <a:noFill/>
        </p:spPr>
        <p:txBody>
          <a:bodyPr wrap="square" rtlCol="0">
            <a:spAutoFit/>
          </a:bodyPr>
          <a:lstStyle/>
          <a:p>
            <a:pPr algn="ctr"/>
            <a:r>
              <a:rPr lang="en-US" altLang="zh-CN" sz="2800" dirty="0">
                <a:latin typeface="+mj-ea"/>
                <a:ea typeface="+mj-ea"/>
              </a:rPr>
              <a:t>LangChain4j</a:t>
            </a:r>
            <a:endParaRPr lang="zh-CN" altLang="en-US" sz="2800" dirty="0">
              <a:latin typeface="+mj-ea"/>
              <a:ea typeface="+mj-ea"/>
            </a:endParaRPr>
          </a:p>
        </p:txBody>
      </p:sp>
    </p:spTree>
    <p:extLst>
      <p:ext uri="{BB962C8B-B14F-4D97-AF65-F5344CB8AC3E}">
        <p14:creationId xmlns:p14="http://schemas.microsoft.com/office/powerpoint/2010/main" val="1195345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56715-1465-67D9-112B-91A048CA1741}"/>
            </a:ext>
          </a:extLst>
        </p:cNvPr>
        <p:cNvGrpSpPr/>
        <p:nvPr/>
      </p:nvGrpSpPr>
      <p:grpSpPr>
        <a:xfrm>
          <a:off x="0" y="0"/>
          <a:ext cx="0" cy="0"/>
          <a:chOff x="0" y="0"/>
          <a:chExt cx="0" cy="0"/>
        </a:xfrm>
      </p:grpSpPr>
      <p:sp>
        <p:nvSpPr>
          <p:cNvPr id="2248" name="Title">
            <a:extLst>
              <a:ext uri="{FF2B5EF4-FFF2-40B4-BE49-F238E27FC236}">
                <a16:creationId xmlns:a16="http://schemas.microsoft.com/office/drawing/2014/main" id="{4CFDC3DA-E142-B1FC-1ECF-0222E308D1AE}"/>
              </a:ext>
            </a:extLst>
          </p:cNvPr>
          <p:cNvSpPr>
            <a:spLocks noChangeAspect="1"/>
          </p:cNvSpPr>
          <p:nvPr/>
        </p:nvSpPr>
        <p:spPr>
          <a:xfrm>
            <a:off x="666750" y="-2706472"/>
            <a:ext cx="10858500" cy="8137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zh-CN" altLang="en-US"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传统</a:t>
            </a:r>
            <a:r>
              <a:rPr kumimoji="0" lang="en-US" altLang="zh-CN"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Java</a:t>
            </a:r>
            <a:r>
              <a:rPr kumimoji="0" lang="zh-CN" altLang="en-US"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应用</a:t>
            </a:r>
            <a:r>
              <a:rPr kumimoji="0" lang="en-US" altLang="zh-CN"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AI</a:t>
            </a:r>
            <a:r>
              <a:rPr kumimoji="0" lang="zh-CN" altLang="en-US" sz="2800" b="1" i="0" u="none" strike="noStrike" kern="1200" cap="none" spc="0" normalizeH="0" baseline="0" noProof="0">
                <a:ln>
                  <a:noFill/>
                </a:ln>
                <a:solidFill>
                  <a:srgbClr val="2F2F2F"/>
                </a:solidFill>
                <a:effectLst/>
                <a:uLnTx/>
                <a:uFillTx/>
                <a:latin typeface="阿里巴巴普惠体"/>
                <a:cs typeface="+mn-ea"/>
                <a:sym typeface="Arial" panose="020B0604020202020204" pitchFamily="34" charset="0"/>
              </a:rPr>
              <a:t>化面临的问题</a:t>
            </a:r>
            <a:endPar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endParaRPr>
          </a:p>
        </p:txBody>
      </p:sp>
      <p:pic>
        <p:nvPicPr>
          <p:cNvPr id="2" name="图片 1">
            <a:extLst>
              <a:ext uri="{FF2B5EF4-FFF2-40B4-BE49-F238E27FC236}">
                <a16:creationId xmlns:a16="http://schemas.microsoft.com/office/drawing/2014/main" id="{27A7386D-9035-7E68-2EFA-3010EB7C198E}"/>
              </a:ext>
            </a:extLst>
          </p:cNvPr>
          <p:cNvPicPr>
            <a:picLocks noChangeAspect="1"/>
          </p:cNvPicPr>
          <p:nvPr/>
        </p:nvPicPr>
        <p:blipFill>
          <a:blip r:embed="rId2"/>
          <a:stretch>
            <a:fillRect/>
          </a:stretch>
        </p:blipFill>
        <p:spPr>
          <a:xfrm>
            <a:off x="-4864854" y="2019204"/>
            <a:ext cx="3907404" cy="3907404"/>
          </a:xfrm>
          <a:prstGeom prst="rect">
            <a:avLst/>
          </a:prstGeom>
        </p:spPr>
      </p:pic>
      <p:sp>
        <p:nvSpPr>
          <p:cNvPr id="7" name="文本框 6">
            <a:extLst>
              <a:ext uri="{FF2B5EF4-FFF2-40B4-BE49-F238E27FC236}">
                <a16:creationId xmlns:a16="http://schemas.microsoft.com/office/drawing/2014/main" id="{29D7A448-052C-40C2-8C3C-4669CDAC0623}"/>
              </a:ext>
            </a:extLst>
          </p:cNvPr>
          <p:cNvSpPr txBox="1"/>
          <p:nvPr/>
        </p:nvSpPr>
        <p:spPr>
          <a:xfrm>
            <a:off x="4579580" y="2615009"/>
            <a:ext cx="5158525"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600" b="0" i="0" u="none" strike="noStrike" kern="1200" cap="none" spc="0" normalizeH="0" baseline="0" noProof="0" dirty="0">
                <a:ln>
                  <a:noFill/>
                </a:ln>
                <a:solidFill>
                  <a:srgbClr val="2F2F2F"/>
                </a:solidFill>
                <a:effectLst/>
                <a:uLnTx/>
                <a:uFillTx/>
                <a:latin typeface="阿里巴巴普惠体"/>
                <a:cs typeface="+mn-cs"/>
              </a:rPr>
              <a:t>LangChain4j</a:t>
            </a:r>
            <a:endParaRPr kumimoji="0" lang="zh-CN" altLang="en-US" sz="6600" b="0" i="0" u="none" strike="noStrike" kern="1200" cap="none" spc="0" normalizeH="0" baseline="0" noProof="0" dirty="0">
              <a:ln>
                <a:noFill/>
              </a:ln>
              <a:solidFill>
                <a:srgbClr val="2F2F2F"/>
              </a:solidFill>
              <a:effectLst/>
              <a:uLnTx/>
              <a:uFillTx/>
              <a:latin typeface="阿里巴巴普惠体"/>
              <a:cs typeface="+mn-cs"/>
            </a:endParaRPr>
          </a:p>
        </p:txBody>
      </p:sp>
      <p:pic>
        <p:nvPicPr>
          <p:cNvPr id="8" name="!!!a">
            <a:extLst>
              <a:ext uri="{FF2B5EF4-FFF2-40B4-BE49-F238E27FC236}">
                <a16:creationId xmlns:a16="http://schemas.microsoft.com/office/drawing/2014/main" id="{3795472C-9E97-4E28-B917-7705478BE726}"/>
              </a:ext>
            </a:extLst>
          </p:cNvPr>
          <p:cNvPicPr>
            <a:picLocks noChangeAspect="1"/>
          </p:cNvPicPr>
          <p:nvPr/>
        </p:nvPicPr>
        <p:blipFill>
          <a:blip r:embed="rId3"/>
          <a:stretch>
            <a:fillRect/>
          </a:stretch>
        </p:blipFill>
        <p:spPr>
          <a:xfrm>
            <a:off x="3027006" y="2378432"/>
            <a:ext cx="1552575" cy="1581150"/>
          </a:xfrm>
          <a:prstGeom prst="rect">
            <a:avLst/>
          </a:prstGeom>
        </p:spPr>
      </p:pic>
      <p:pic>
        <p:nvPicPr>
          <p:cNvPr id="9" name="图形 8">
            <a:extLst>
              <a:ext uri="{FF2B5EF4-FFF2-40B4-BE49-F238E27FC236}">
                <a16:creationId xmlns:a16="http://schemas.microsoft.com/office/drawing/2014/main" id="{CC57578F-A248-4F26-879D-3B73AB718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49677" y="2019848"/>
            <a:ext cx="2196979" cy="2196979"/>
          </a:xfrm>
          <a:prstGeom prst="rect">
            <a:avLst/>
          </a:prstGeom>
          <a:effectLst>
            <a:outerShdw blurRad="152400" dist="317500" dir="5400000" sx="90000" sy="-19000" rotWithShape="0">
              <a:prstClr val="black">
                <a:alpha val="15000"/>
              </a:prstClr>
            </a:outerShdw>
          </a:effectLst>
        </p:spPr>
      </p:pic>
      <p:sp>
        <p:nvSpPr>
          <p:cNvPr id="10" name="文本框 9">
            <a:extLst>
              <a:ext uri="{FF2B5EF4-FFF2-40B4-BE49-F238E27FC236}">
                <a16:creationId xmlns:a16="http://schemas.microsoft.com/office/drawing/2014/main" id="{563FA01E-6309-4333-B081-FDA19ED1D92E}"/>
              </a:ext>
            </a:extLst>
          </p:cNvPr>
          <p:cNvSpPr txBox="1"/>
          <p:nvPr/>
        </p:nvSpPr>
        <p:spPr>
          <a:xfrm>
            <a:off x="-3749678" y="4903837"/>
            <a:ext cx="2196980" cy="523220"/>
          </a:xfrm>
          <a:prstGeom prst="rect">
            <a:avLst/>
          </a:prstGeom>
          <a:noFill/>
        </p:spPr>
        <p:txBody>
          <a:bodyPr wrap="square" rtlCol="0">
            <a:spAutoFit/>
          </a:bodyPr>
          <a:lstStyle/>
          <a:p>
            <a:pPr algn="ctr"/>
            <a:r>
              <a:rPr lang="en-US" altLang="zh-CN" sz="2800">
                <a:latin typeface="+mj-ea"/>
                <a:ea typeface="+mj-ea"/>
              </a:rPr>
              <a:t>Spring AI</a:t>
            </a:r>
            <a:endParaRPr lang="zh-CN" altLang="en-US" sz="2800">
              <a:latin typeface="+mj-ea"/>
              <a:ea typeface="+mj-ea"/>
            </a:endParaRPr>
          </a:p>
        </p:txBody>
      </p:sp>
      <p:pic>
        <p:nvPicPr>
          <p:cNvPr id="11" name="图片 10">
            <a:extLst>
              <a:ext uri="{FF2B5EF4-FFF2-40B4-BE49-F238E27FC236}">
                <a16:creationId xmlns:a16="http://schemas.microsoft.com/office/drawing/2014/main" id="{8EC05B92-4776-4130-8C87-26D24EED9076}"/>
              </a:ext>
            </a:extLst>
          </p:cNvPr>
          <p:cNvPicPr>
            <a:picLocks noChangeAspect="1"/>
          </p:cNvPicPr>
          <p:nvPr/>
        </p:nvPicPr>
        <p:blipFill>
          <a:blip r:embed="rId6"/>
          <a:stretch>
            <a:fillRect/>
          </a:stretch>
        </p:blipFill>
        <p:spPr>
          <a:xfrm>
            <a:off x="-6433262" y="1812346"/>
            <a:ext cx="4127350" cy="2944623"/>
          </a:xfrm>
          <a:prstGeom prst="rect">
            <a:avLst/>
          </a:prstGeom>
        </p:spPr>
      </p:pic>
      <p:pic>
        <p:nvPicPr>
          <p:cNvPr id="12" name="图片 11">
            <a:extLst>
              <a:ext uri="{FF2B5EF4-FFF2-40B4-BE49-F238E27FC236}">
                <a16:creationId xmlns:a16="http://schemas.microsoft.com/office/drawing/2014/main" id="{7FBFABB0-9687-4827-9254-4F0AA904550A}"/>
              </a:ext>
            </a:extLst>
          </p:cNvPr>
          <p:cNvPicPr>
            <a:picLocks noChangeAspect="1"/>
          </p:cNvPicPr>
          <p:nvPr/>
        </p:nvPicPr>
        <p:blipFill>
          <a:blip r:embed="rId7"/>
          <a:stretch>
            <a:fillRect/>
          </a:stretch>
        </p:blipFill>
        <p:spPr>
          <a:xfrm>
            <a:off x="17407307" y="1812347"/>
            <a:ext cx="4109060" cy="2944623"/>
          </a:xfrm>
          <a:prstGeom prst="rect">
            <a:avLst/>
          </a:prstGeom>
        </p:spPr>
      </p:pic>
    </p:spTree>
    <p:extLst>
      <p:ext uri="{BB962C8B-B14F-4D97-AF65-F5344CB8AC3E}">
        <p14:creationId xmlns:p14="http://schemas.microsoft.com/office/powerpoint/2010/main" val="2089342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0E5AB-53EC-D10F-F390-DC454679AFBB}"/>
            </a:ext>
          </a:extLst>
        </p:cNvPr>
        <p:cNvGrpSpPr/>
        <p:nvPr/>
      </p:nvGrpSpPr>
      <p:grpSpPr>
        <a:xfrm>
          <a:off x="0" y="0"/>
          <a:ext cx="0" cy="0"/>
          <a:chOff x="0" y="0"/>
          <a:chExt cx="0" cy="0"/>
        </a:xfrm>
      </p:grpSpPr>
      <p:sp>
        <p:nvSpPr>
          <p:cNvPr id="5" name="Title">
            <a:extLst>
              <a:ext uri="{FF2B5EF4-FFF2-40B4-BE49-F238E27FC236}">
                <a16:creationId xmlns:a16="http://schemas.microsoft.com/office/drawing/2014/main" id="{182775BB-9C7A-027C-9585-C926DE0FC4B5}"/>
              </a:ext>
            </a:extLst>
          </p:cNvPr>
          <p:cNvSpPr>
            <a:spLocks noChangeAspect="1"/>
          </p:cNvSpPr>
          <p:nvPr/>
        </p:nvSpPr>
        <p:spPr>
          <a:xfrm>
            <a:off x="666750" y="693218"/>
            <a:ext cx="10858500" cy="7173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zh-CN" altLang="en-US"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传统</a:t>
            </a:r>
            <a:r>
              <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Java</a:t>
            </a:r>
            <a:r>
              <a:rPr kumimoji="0" lang="zh-CN" altLang="en-US"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应用</a:t>
            </a:r>
            <a:r>
              <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AI</a:t>
            </a:r>
            <a:r>
              <a:rPr kumimoji="0" lang="zh-CN" altLang="en-US"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rPr>
              <a:t>化面临的问题</a:t>
            </a:r>
            <a:endParaRPr kumimoji="0" lang="en-US" altLang="zh-CN" sz="2800" b="1" i="0" u="none" strike="noStrike" kern="1200" cap="none" spc="0" normalizeH="0" baseline="0" noProof="0" dirty="0">
              <a:ln>
                <a:noFill/>
              </a:ln>
              <a:solidFill>
                <a:srgbClr val="2F2F2F"/>
              </a:solidFill>
              <a:effectLst/>
              <a:uLnTx/>
              <a:uFillTx/>
              <a:latin typeface="阿里巴巴普惠体"/>
              <a:cs typeface="+mn-ea"/>
              <a:sym typeface="Arial" panose="020B0604020202020204" pitchFamily="34" charset="0"/>
            </a:endParaRPr>
          </a:p>
        </p:txBody>
      </p:sp>
      <p:cxnSp>
        <p:nvCxnSpPr>
          <p:cNvPr id="364" name="î$ḻidè">
            <a:extLst>
              <a:ext uri="{FF2B5EF4-FFF2-40B4-BE49-F238E27FC236}">
                <a16:creationId xmlns:a16="http://schemas.microsoft.com/office/drawing/2014/main" id="{032E961F-2EB9-B0B4-6EAA-D9A8D6C123B0}"/>
              </a:ext>
            </a:extLst>
          </p:cNvPr>
          <p:cNvCxnSpPr>
            <a:cxnSpLocks/>
          </p:cNvCxnSpPr>
          <p:nvPr/>
        </p:nvCxnSpPr>
        <p:spPr>
          <a:xfrm>
            <a:off x="3431406" y="3624329"/>
            <a:ext cx="0" cy="348577"/>
          </a:xfrm>
          <a:prstGeom prst="line">
            <a:avLst/>
          </a:prstGeom>
          <a:ln w="6350" cap="rnd">
            <a:solidFill>
              <a:schemeClr val="tx1">
                <a:alpha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365" name="î$ḻidè">
            <a:extLst>
              <a:ext uri="{FF2B5EF4-FFF2-40B4-BE49-F238E27FC236}">
                <a16:creationId xmlns:a16="http://schemas.microsoft.com/office/drawing/2014/main" id="{C021FB3D-6638-4F9F-5D1F-3E7AB10DD87D}"/>
              </a:ext>
            </a:extLst>
          </p:cNvPr>
          <p:cNvCxnSpPr>
            <a:cxnSpLocks/>
          </p:cNvCxnSpPr>
          <p:nvPr/>
        </p:nvCxnSpPr>
        <p:spPr>
          <a:xfrm>
            <a:off x="8773292" y="3593431"/>
            <a:ext cx="0" cy="348577"/>
          </a:xfrm>
          <a:prstGeom prst="line">
            <a:avLst/>
          </a:prstGeom>
          <a:ln w="6350" cap="rnd">
            <a:solidFill>
              <a:schemeClr val="tx1">
                <a:alpha val="50000"/>
              </a:schemeClr>
            </a:solidFill>
            <a:prstDash val="dash"/>
            <a:round/>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F109C67B-A8B5-E553-C2D3-E2C999173920}"/>
              </a:ext>
            </a:extLst>
          </p:cNvPr>
          <p:cNvPicPr>
            <a:picLocks noChangeAspect="1"/>
          </p:cNvPicPr>
          <p:nvPr/>
        </p:nvPicPr>
        <p:blipFill>
          <a:blip r:embed="rId3"/>
          <a:stretch>
            <a:fillRect/>
          </a:stretch>
        </p:blipFill>
        <p:spPr>
          <a:xfrm>
            <a:off x="1552498" y="2121118"/>
            <a:ext cx="4127350" cy="2944623"/>
          </a:xfrm>
          <a:prstGeom prst="rect">
            <a:avLst/>
          </a:prstGeom>
        </p:spPr>
      </p:pic>
      <p:pic>
        <p:nvPicPr>
          <p:cNvPr id="15" name="图片 14">
            <a:extLst>
              <a:ext uri="{FF2B5EF4-FFF2-40B4-BE49-F238E27FC236}">
                <a16:creationId xmlns:a16="http://schemas.microsoft.com/office/drawing/2014/main" id="{9FA595F3-9828-DF44-2DFB-F7CA2963D045}"/>
              </a:ext>
            </a:extLst>
          </p:cNvPr>
          <p:cNvPicPr>
            <a:picLocks noChangeAspect="1"/>
          </p:cNvPicPr>
          <p:nvPr/>
        </p:nvPicPr>
        <p:blipFill>
          <a:blip r:embed="rId4"/>
          <a:stretch>
            <a:fillRect/>
          </a:stretch>
        </p:blipFill>
        <p:spPr>
          <a:xfrm>
            <a:off x="7118570" y="2121119"/>
            <a:ext cx="4109060" cy="2944623"/>
          </a:xfrm>
          <a:prstGeom prst="rect">
            <a:avLst/>
          </a:prstGeom>
        </p:spPr>
      </p:pic>
    </p:spTree>
    <p:extLst>
      <p:ext uri="{BB962C8B-B14F-4D97-AF65-F5344CB8AC3E}">
        <p14:creationId xmlns:p14="http://schemas.microsoft.com/office/powerpoint/2010/main" val="17619624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0BF7666-3DE3-8180-DDF8-9228B27A4DFD}"/>
              </a:ext>
            </a:extLst>
          </p:cNvPr>
          <p:cNvSpPr>
            <a:spLocks noGrp="1"/>
          </p:cNvSpPr>
          <p:nvPr>
            <p:ph type="ctrTitle"/>
          </p:nvPr>
        </p:nvSpPr>
        <p:spPr/>
        <p:txBody>
          <a:bodyPr/>
          <a:lstStyle/>
          <a:p>
            <a:r>
              <a:rPr lang="zh-CN" altLang="en-US" dirty="0"/>
              <a:t>大模型应用开发</a:t>
            </a:r>
          </a:p>
        </p:txBody>
      </p:sp>
      <p:sp>
        <p:nvSpPr>
          <p:cNvPr id="5" name="文本占位符 4">
            <a:extLst>
              <a:ext uri="{FF2B5EF4-FFF2-40B4-BE49-F238E27FC236}">
                <a16:creationId xmlns:a16="http://schemas.microsoft.com/office/drawing/2014/main" id="{C4DC894F-FBBF-0E84-0C0D-1B6823C925E4}"/>
              </a:ext>
            </a:extLst>
          </p:cNvPr>
          <p:cNvSpPr>
            <a:spLocks noGrp="1"/>
          </p:cNvSpPr>
          <p:nvPr>
            <p:ph type="body" sz="quarter" idx="10"/>
          </p:nvPr>
        </p:nvSpPr>
        <p:spPr>
          <a:xfrm>
            <a:off x="660401" y="3586893"/>
            <a:ext cx="4325667" cy="563563"/>
          </a:xfrm>
        </p:spPr>
        <p:txBody>
          <a:bodyPr/>
          <a:lstStyle/>
          <a:p>
            <a:r>
              <a:rPr lang="en-US" altLang="zh-CN" sz="2000" dirty="0"/>
              <a:t>LangChain4J+</a:t>
            </a:r>
            <a:r>
              <a:rPr lang="zh-CN" altLang="en-US" sz="2000" dirty="0"/>
              <a:t>通义千问</a:t>
            </a:r>
          </a:p>
        </p:txBody>
      </p:sp>
    </p:spTree>
    <p:extLst>
      <p:ext uri="{BB962C8B-B14F-4D97-AF65-F5344CB8AC3E}">
        <p14:creationId xmlns:p14="http://schemas.microsoft.com/office/powerpoint/2010/main" val="239290289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C9D11-B678-E51C-56F0-2775D2752A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9B1552A-E4C2-9A0F-DDD7-C76E9156A8F4}"/>
              </a:ext>
            </a:extLst>
          </p:cNvPr>
          <p:cNvSpPr>
            <a:spLocks noGrp="1"/>
          </p:cNvSpPr>
          <p:nvPr>
            <p:ph type="title"/>
          </p:nvPr>
        </p:nvSpPr>
        <p:spPr/>
        <p:txBody>
          <a:bodyPr/>
          <a:lstStyle/>
          <a:p>
            <a:r>
              <a:rPr lang="zh-CN" altLang="en-US"/>
              <a:t>学习要求</a:t>
            </a:r>
          </a:p>
        </p:txBody>
      </p:sp>
      <p:sp>
        <p:nvSpPr>
          <p:cNvPr id="4" name="任意多边形: 形状 3">
            <a:extLst>
              <a:ext uri="{FF2B5EF4-FFF2-40B4-BE49-F238E27FC236}">
                <a16:creationId xmlns:a16="http://schemas.microsoft.com/office/drawing/2014/main" id="{2643239C-93F0-5D96-1E72-3EAB351A6878}"/>
              </a:ext>
            </a:extLst>
          </p:cNvPr>
          <p:cNvSpPr/>
          <p:nvPr/>
        </p:nvSpPr>
        <p:spPr>
          <a:xfrm>
            <a:off x="2692109" y="1855472"/>
            <a:ext cx="2368003" cy="472553"/>
          </a:xfrm>
          <a:custGeom>
            <a:avLst/>
            <a:gdLst>
              <a:gd name="connsiteX0" fmla="*/ 0 w 560355"/>
              <a:gd name="connsiteY0" fmla="*/ 111824 h 111823"/>
              <a:gd name="connsiteX1" fmla="*/ 446056 w 560355"/>
              <a:gd name="connsiteY1" fmla="*/ 111824 h 111823"/>
              <a:gd name="connsiteX2" fmla="*/ 560356 w 560355"/>
              <a:gd name="connsiteY2" fmla="*/ 0 h 111823"/>
            </a:gdLst>
            <a:ahLst/>
            <a:cxnLst>
              <a:cxn ang="0">
                <a:pos x="connsiteX0" y="connsiteY0"/>
              </a:cxn>
              <a:cxn ang="0">
                <a:pos x="connsiteX1" y="connsiteY1"/>
              </a:cxn>
              <a:cxn ang="0">
                <a:pos x="connsiteX2" y="connsiteY2"/>
              </a:cxn>
            </a:cxnLst>
            <a:rect l="l" t="t" r="r" b="b"/>
            <a:pathLst>
              <a:path w="560355" h="111823">
                <a:moveTo>
                  <a:pt x="0" y="111824"/>
                </a:moveTo>
                <a:lnTo>
                  <a:pt x="446056" y="111824"/>
                </a:lnTo>
                <a:lnTo>
                  <a:pt x="560356" y="0"/>
                </a:lnTo>
              </a:path>
            </a:pathLst>
          </a:custGeom>
          <a:noFill/>
          <a:ln w="9525" cap="flat">
            <a:gradFill flip="none" rotWithShape="1">
              <a:gsLst>
                <a:gs pos="39000">
                  <a:schemeClr val="accent1">
                    <a:alpha val="0"/>
                  </a:schemeClr>
                </a:gs>
                <a:gs pos="100000">
                  <a:schemeClr val="accent2"/>
                </a:gs>
              </a:gsLst>
              <a:lin ang="0" scaled="1"/>
              <a:tileRect/>
            </a:gradFill>
            <a:prstDash val="solid"/>
            <a:miter/>
            <a:tailEnd type="oval"/>
          </a:ln>
        </p:spPr>
        <p:txBody>
          <a:bodyPr rtlCol="0" anchor="ctr"/>
          <a:lstStyle/>
          <a:p>
            <a:pPr>
              <a:defRPr/>
            </a:pPr>
            <a:endParaRPr lang="zh-CN" altLang="en-US" sz="2400">
              <a:solidFill>
                <a:srgbClr val="2F2F2F"/>
              </a:solidFill>
              <a:latin typeface="Source Code Pro"/>
              <a:ea typeface="阿里巴巴普惠体"/>
            </a:endParaRPr>
          </a:p>
        </p:txBody>
      </p:sp>
      <p:cxnSp>
        <p:nvCxnSpPr>
          <p:cNvPr id="5" name="直接连接符 4">
            <a:extLst>
              <a:ext uri="{FF2B5EF4-FFF2-40B4-BE49-F238E27FC236}">
                <a16:creationId xmlns:a16="http://schemas.microsoft.com/office/drawing/2014/main" id="{ED785DA3-0B28-472C-4966-87B588FDFCA8}"/>
              </a:ext>
            </a:extLst>
          </p:cNvPr>
          <p:cNvCxnSpPr>
            <a:cxnSpLocks/>
          </p:cNvCxnSpPr>
          <p:nvPr/>
        </p:nvCxnSpPr>
        <p:spPr>
          <a:xfrm>
            <a:off x="3247833" y="4988795"/>
            <a:ext cx="1065935" cy="0"/>
          </a:xfrm>
          <a:prstGeom prst="line">
            <a:avLst/>
          </a:prstGeom>
          <a:noFill/>
          <a:ln w="9525" cap="flat">
            <a:gradFill flip="none" rotWithShape="1">
              <a:gsLst>
                <a:gs pos="13000">
                  <a:schemeClr val="accent1">
                    <a:alpha val="0"/>
                  </a:schemeClr>
                </a:gs>
                <a:gs pos="100000">
                  <a:schemeClr val="accent2">
                    <a:alpha val="37000"/>
                  </a:schemeClr>
                </a:gs>
              </a:gsLst>
              <a:lin ang="0" scaled="1"/>
              <a:tileRect/>
            </a:gradFill>
            <a:prstDash val="solid"/>
            <a:miter/>
            <a:tailEnd type="none"/>
          </a:ln>
        </p:spPr>
      </p:cxnSp>
      <p:sp>
        <p:nvSpPr>
          <p:cNvPr id="6" name="任意多边形: 形状 5">
            <a:extLst>
              <a:ext uri="{FF2B5EF4-FFF2-40B4-BE49-F238E27FC236}">
                <a16:creationId xmlns:a16="http://schemas.microsoft.com/office/drawing/2014/main" id="{74471DED-7A9D-90B3-D3CA-AF010193C09C}"/>
              </a:ext>
            </a:extLst>
          </p:cNvPr>
          <p:cNvSpPr/>
          <p:nvPr/>
        </p:nvSpPr>
        <p:spPr>
          <a:xfrm>
            <a:off x="3174411" y="3632202"/>
            <a:ext cx="3183495" cy="194412"/>
          </a:xfrm>
          <a:custGeom>
            <a:avLst/>
            <a:gdLst>
              <a:gd name="connsiteX0" fmla="*/ 0 w 872204"/>
              <a:gd name="connsiteY0" fmla="*/ 46006 h 46005"/>
              <a:gd name="connsiteX1" fmla="*/ 485775 w 872204"/>
              <a:gd name="connsiteY1" fmla="*/ 46006 h 46005"/>
              <a:gd name="connsiteX2" fmla="*/ 531781 w 872204"/>
              <a:gd name="connsiteY2" fmla="*/ 0 h 46005"/>
              <a:gd name="connsiteX3" fmla="*/ 872204 w 872204"/>
              <a:gd name="connsiteY3" fmla="*/ 0 h 46005"/>
            </a:gdLst>
            <a:ahLst/>
            <a:cxnLst>
              <a:cxn ang="0">
                <a:pos x="connsiteX0" y="connsiteY0"/>
              </a:cxn>
              <a:cxn ang="0">
                <a:pos x="connsiteX1" y="connsiteY1"/>
              </a:cxn>
              <a:cxn ang="0">
                <a:pos x="connsiteX2" y="connsiteY2"/>
              </a:cxn>
              <a:cxn ang="0">
                <a:pos x="connsiteX3" y="connsiteY3"/>
              </a:cxn>
            </a:cxnLst>
            <a:rect l="l" t="t" r="r" b="b"/>
            <a:pathLst>
              <a:path w="872204" h="46005">
                <a:moveTo>
                  <a:pt x="0" y="46006"/>
                </a:moveTo>
                <a:lnTo>
                  <a:pt x="485775" y="46006"/>
                </a:lnTo>
                <a:lnTo>
                  <a:pt x="531781" y="0"/>
                </a:lnTo>
                <a:lnTo>
                  <a:pt x="872204" y="0"/>
                </a:lnTo>
              </a:path>
            </a:pathLst>
          </a:custGeom>
          <a:noFill/>
          <a:ln w="9525" cap="flat">
            <a:gradFill flip="none" rotWithShape="1">
              <a:gsLst>
                <a:gs pos="39000">
                  <a:schemeClr val="accent1">
                    <a:alpha val="0"/>
                  </a:schemeClr>
                </a:gs>
                <a:gs pos="100000">
                  <a:schemeClr val="accent2"/>
                </a:gs>
              </a:gsLst>
              <a:lin ang="0" scaled="1"/>
              <a:tileRect/>
            </a:gradFill>
            <a:prstDash val="solid"/>
            <a:miter/>
            <a:tailEnd type="ova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endParaRPr lang="zh-CN" altLang="en-US" sz="2400" dirty="0">
              <a:solidFill>
                <a:srgbClr val="2F2F2F"/>
              </a:solidFill>
              <a:latin typeface="Source Code Pro"/>
              <a:ea typeface="阿里巴巴普惠体"/>
            </a:endParaRPr>
          </a:p>
        </p:txBody>
      </p:sp>
      <p:cxnSp>
        <p:nvCxnSpPr>
          <p:cNvPr id="7" name="直接连接符 6">
            <a:extLst>
              <a:ext uri="{FF2B5EF4-FFF2-40B4-BE49-F238E27FC236}">
                <a16:creationId xmlns:a16="http://schemas.microsoft.com/office/drawing/2014/main" id="{9AB7DA62-2AFA-3927-E3BC-B24C7CD72B5D}"/>
              </a:ext>
            </a:extLst>
          </p:cNvPr>
          <p:cNvCxnSpPr>
            <a:cxnSpLocks/>
          </p:cNvCxnSpPr>
          <p:nvPr/>
        </p:nvCxnSpPr>
        <p:spPr>
          <a:xfrm>
            <a:off x="5095090" y="3729407"/>
            <a:ext cx="1065935" cy="0"/>
          </a:xfrm>
          <a:prstGeom prst="line">
            <a:avLst/>
          </a:prstGeom>
          <a:noFill/>
          <a:ln w="9525" cap="flat">
            <a:gradFill flip="none" rotWithShape="1">
              <a:gsLst>
                <a:gs pos="13000">
                  <a:schemeClr val="accent1">
                    <a:alpha val="0"/>
                  </a:schemeClr>
                </a:gs>
                <a:gs pos="100000">
                  <a:schemeClr val="accent2">
                    <a:alpha val="37000"/>
                  </a:schemeClr>
                </a:gs>
              </a:gsLst>
              <a:lin ang="0" scaled="1"/>
              <a:tileRect/>
            </a:gradFill>
            <a:prstDash val="solid"/>
            <a:miter/>
            <a:tailEnd type="none"/>
          </a:ln>
        </p:spPr>
      </p:cxnSp>
      <p:cxnSp>
        <p:nvCxnSpPr>
          <p:cNvPr id="8" name="直接连接符 7">
            <a:extLst>
              <a:ext uri="{FF2B5EF4-FFF2-40B4-BE49-F238E27FC236}">
                <a16:creationId xmlns:a16="http://schemas.microsoft.com/office/drawing/2014/main" id="{E58EB145-6589-5085-5F91-608762C79339}"/>
              </a:ext>
            </a:extLst>
          </p:cNvPr>
          <p:cNvCxnSpPr>
            <a:cxnSpLocks/>
          </p:cNvCxnSpPr>
          <p:nvPr/>
        </p:nvCxnSpPr>
        <p:spPr>
          <a:xfrm>
            <a:off x="5228439" y="3498424"/>
            <a:ext cx="1065935" cy="0"/>
          </a:xfrm>
          <a:prstGeom prst="line">
            <a:avLst/>
          </a:prstGeom>
          <a:noFill/>
          <a:ln w="9525" cap="flat">
            <a:gradFill flip="none" rotWithShape="1">
              <a:gsLst>
                <a:gs pos="13000">
                  <a:schemeClr val="accent1">
                    <a:alpha val="0"/>
                  </a:schemeClr>
                </a:gs>
                <a:gs pos="100000">
                  <a:schemeClr val="accent2">
                    <a:alpha val="37000"/>
                  </a:schemeClr>
                </a:gs>
              </a:gsLst>
              <a:lin ang="0" scaled="1"/>
              <a:tileRect/>
            </a:gradFill>
            <a:prstDash val="solid"/>
            <a:miter/>
            <a:tailEnd type="none"/>
          </a:ln>
        </p:spPr>
      </p:cxnSp>
      <p:cxnSp>
        <p:nvCxnSpPr>
          <p:cNvPr id="9" name="直接连接符 8">
            <a:extLst>
              <a:ext uri="{FF2B5EF4-FFF2-40B4-BE49-F238E27FC236}">
                <a16:creationId xmlns:a16="http://schemas.microsoft.com/office/drawing/2014/main" id="{B22D3817-E65B-4D60-C267-A30A3E2BF685}"/>
              </a:ext>
            </a:extLst>
          </p:cNvPr>
          <p:cNvCxnSpPr>
            <a:cxnSpLocks/>
          </p:cNvCxnSpPr>
          <p:nvPr/>
        </p:nvCxnSpPr>
        <p:spPr>
          <a:xfrm>
            <a:off x="3700225" y="2439275"/>
            <a:ext cx="1065935" cy="0"/>
          </a:xfrm>
          <a:prstGeom prst="line">
            <a:avLst/>
          </a:prstGeom>
          <a:noFill/>
          <a:ln w="9525" cap="flat">
            <a:gradFill flip="none" rotWithShape="1">
              <a:gsLst>
                <a:gs pos="13000">
                  <a:schemeClr val="accent1">
                    <a:alpha val="0"/>
                  </a:schemeClr>
                </a:gs>
                <a:gs pos="100000">
                  <a:schemeClr val="accent2">
                    <a:alpha val="37000"/>
                  </a:schemeClr>
                </a:gs>
              </a:gsLst>
              <a:lin ang="0" scaled="1"/>
              <a:tileRect/>
            </a:gradFill>
            <a:prstDash val="solid"/>
            <a:miter/>
            <a:tailEnd type="none"/>
          </a:ln>
        </p:spPr>
      </p:cxnSp>
      <p:sp>
        <p:nvSpPr>
          <p:cNvPr id="10" name="Bullet1">
            <a:extLst>
              <a:ext uri="{FF2B5EF4-FFF2-40B4-BE49-F238E27FC236}">
                <a16:creationId xmlns:a16="http://schemas.microsoft.com/office/drawing/2014/main" id="{486D4432-CF14-6823-FC44-650B6CA3E023}"/>
              </a:ext>
            </a:extLst>
          </p:cNvPr>
          <p:cNvSpPr txBox="1">
            <a:spLocks/>
          </p:cNvSpPr>
          <p:nvPr/>
        </p:nvSpPr>
        <p:spPr>
          <a:xfrm>
            <a:off x="6551098" y="1428495"/>
            <a:ext cx="4119700" cy="740092"/>
          </a:xfrm>
          <a:prstGeom prst="roundRect">
            <a:avLst>
              <a:gd name="adj" fmla="val 50000"/>
            </a:avLst>
          </a:prstGeom>
          <a:noFill/>
          <a:ln w="3175">
            <a:gradFill flip="none" rotWithShape="1">
              <a:gsLst>
                <a:gs pos="0">
                  <a:schemeClr val="accent1"/>
                </a:gs>
                <a:gs pos="100000">
                  <a:schemeClr val="accent2"/>
                </a:gs>
              </a:gsLst>
              <a:lin ang="0" scaled="1"/>
              <a:tileRect/>
            </a:gradFill>
            <a:prstDash val="solid"/>
          </a:ln>
        </p:spPr>
        <p:txBody>
          <a:bodyPr rtlCol="0" anchor="ctr">
            <a:normAutofit/>
          </a:bodyPr>
          <a:lstStyle>
            <a:defPPr>
              <a:defRPr lang="en-US"/>
            </a:defPPr>
            <a:lvl1pPr algn="ctr"/>
          </a:lstStyle>
          <a:p>
            <a:pPr algn="l">
              <a:defRPr/>
            </a:pPr>
            <a:r>
              <a:rPr lang="zh-CN" altLang="en-US" sz="1351" b="1" dirty="0">
                <a:solidFill>
                  <a:srgbClr val="2F2F2F"/>
                </a:solidFill>
                <a:latin typeface="Source Code Pro"/>
                <a:ea typeface="阿里巴巴普惠体"/>
                <a:sym typeface="Arial" panose="020B0604020202020204" pitchFamily="34" charset="0"/>
              </a:rPr>
              <a:t>必须掌握：</a:t>
            </a:r>
            <a:r>
              <a:rPr lang="de-DE" altLang="zh-CN" sz="1351" b="1" dirty="0">
                <a:solidFill>
                  <a:srgbClr val="2F2F2F"/>
                </a:solidFill>
                <a:latin typeface="Source Code Pro"/>
                <a:ea typeface="阿里巴巴普惠体"/>
                <a:sym typeface="Arial" panose="020B0604020202020204" pitchFamily="34" charset="0"/>
              </a:rPr>
              <a:t>SpringBoot+Mybatis</a:t>
            </a:r>
            <a:endParaRPr lang="de-DE" altLang="zh-CN" sz="2400" b="1" dirty="0">
              <a:solidFill>
                <a:srgbClr val="2F2F2F"/>
              </a:solidFill>
              <a:latin typeface="Source Code Pro"/>
              <a:ea typeface="阿里巴巴普惠体"/>
              <a:sym typeface="Arial" panose="020B0604020202020204" pitchFamily="34" charset="0"/>
            </a:endParaRPr>
          </a:p>
        </p:txBody>
      </p:sp>
      <p:sp>
        <p:nvSpPr>
          <p:cNvPr id="11" name="Number1">
            <a:extLst>
              <a:ext uri="{FF2B5EF4-FFF2-40B4-BE49-F238E27FC236}">
                <a16:creationId xmlns:a16="http://schemas.microsoft.com/office/drawing/2014/main" id="{F214D060-3FEE-EEDF-D9E9-766A01B005BB}"/>
              </a:ext>
            </a:extLst>
          </p:cNvPr>
          <p:cNvSpPr/>
          <p:nvPr/>
        </p:nvSpPr>
        <p:spPr>
          <a:xfrm>
            <a:off x="5323747" y="1288183"/>
            <a:ext cx="1001600" cy="1001599"/>
          </a:xfrm>
          <a:prstGeom prst="ellipse">
            <a:avLst/>
          </a:prstGeom>
          <a:gradFill flip="none" rotWithShape="1">
            <a:gsLst>
              <a:gs pos="0">
                <a:schemeClr val="accent2"/>
              </a:gs>
              <a:gs pos="80000">
                <a:schemeClr val="accent1"/>
              </a:gs>
            </a:gsLst>
            <a:lin ang="2700000" scaled="1"/>
            <a:tileRect/>
          </a:gradFill>
        </p:spPr>
        <p:txBody>
          <a:bodyPr wrap="none" lIns="91440" tIns="45720" rIns="91440" bIns="45720" rtlCol="0" anchor="ctr" anchorCtr="0">
            <a:normAutofit/>
          </a:bodyPr>
          <a:lstStyle/>
          <a:p>
            <a:pPr algn="ctr">
              <a:lnSpc>
                <a:spcPct val="120000"/>
              </a:lnSpc>
              <a:defRPr/>
            </a:pPr>
            <a:r>
              <a:rPr kumimoji="1" lang="en-US" altLang="zh-CN" sz="2800" b="1" dirty="0">
                <a:solidFill>
                  <a:srgbClr val="FFFFFF"/>
                </a:solidFill>
                <a:latin typeface="Arial" panose="020B0604020202020204" pitchFamily="34" charset="0"/>
                <a:ea typeface="微软雅黑" panose="020B0503020204020204" pitchFamily="34" charset="-122"/>
                <a:cs typeface="+mn-ea"/>
              </a:rPr>
              <a:t>1</a:t>
            </a:r>
            <a:endParaRPr kumimoji="1" lang="zh-CN" altLang="en-US" sz="2800" b="1" dirty="0">
              <a:solidFill>
                <a:srgbClr val="FFFFFF"/>
              </a:solidFill>
              <a:latin typeface="Arial" panose="020B0604020202020204" pitchFamily="34" charset="0"/>
              <a:ea typeface="微软雅黑" panose="020B0503020204020204" pitchFamily="34" charset="-122"/>
              <a:cs typeface="+mn-ea"/>
            </a:endParaRPr>
          </a:p>
        </p:txBody>
      </p:sp>
      <p:sp>
        <p:nvSpPr>
          <p:cNvPr id="12" name="Shape1">
            <a:extLst>
              <a:ext uri="{FF2B5EF4-FFF2-40B4-BE49-F238E27FC236}">
                <a16:creationId xmlns:a16="http://schemas.microsoft.com/office/drawing/2014/main" id="{2B512F64-0E30-F887-5D87-AC55359193B3}"/>
              </a:ext>
            </a:extLst>
          </p:cNvPr>
          <p:cNvSpPr/>
          <p:nvPr/>
        </p:nvSpPr>
        <p:spPr>
          <a:xfrm>
            <a:off x="5259414" y="1223847"/>
            <a:ext cx="1130271" cy="1130271"/>
          </a:xfrm>
          <a:prstGeom prst="ellipse">
            <a:avLst/>
          </a:prstGeom>
          <a:noFill/>
          <a:ln w="22225">
            <a:gradFill flip="none" rotWithShape="1">
              <a:gsLst>
                <a:gs pos="0">
                  <a:schemeClr val="accent2"/>
                </a:gs>
                <a:gs pos="100000">
                  <a:schemeClr val="accent1">
                    <a:lumMod val="75000"/>
                  </a:schemeClr>
                </a:gs>
              </a:gsLst>
              <a:lin ang="2700000" scaled="1"/>
              <a:tileRect/>
            </a:gradFill>
            <a:prstDash val="dash"/>
          </a:ln>
        </p:spPr>
        <p:txBody>
          <a:bodyPr rtlCol="0" anchor="ctr"/>
          <a:lstStyle/>
          <a:p>
            <a:pPr algn="ctr">
              <a:defRPr/>
            </a:pPr>
            <a:endParaRPr lang="zh-CN" altLang="en-US" sz="2400">
              <a:solidFill>
                <a:srgbClr val="2F2F2F"/>
              </a:solidFill>
              <a:latin typeface="Source Code Pro"/>
              <a:ea typeface="阿里巴巴普惠体"/>
            </a:endParaRPr>
          </a:p>
        </p:txBody>
      </p:sp>
      <p:sp>
        <p:nvSpPr>
          <p:cNvPr id="16" name="Bullet2">
            <a:extLst>
              <a:ext uri="{FF2B5EF4-FFF2-40B4-BE49-F238E27FC236}">
                <a16:creationId xmlns:a16="http://schemas.microsoft.com/office/drawing/2014/main" id="{73B08B07-9CA9-CC26-DD33-F946BB20999E}"/>
              </a:ext>
            </a:extLst>
          </p:cNvPr>
          <p:cNvSpPr txBox="1">
            <a:spLocks/>
          </p:cNvSpPr>
          <p:nvPr/>
        </p:nvSpPr>
        <p:spPr>
          <a:xfrm>
            <a:off x="6455788" y="5029775"/>
            <a:ext cx="3938281" cy="740092"/>
          </a:xfrm>
          <a:prstGeom prst="roundRect">
            <a:avLst>
              <a:gd name="adj" fmla="val 50000"/>
            </a:avLst>
          </a:prstGeom>
          <a:noFill/>
          <a:ln w="3175">
            <a:gradFill flip="none" rotWithShape="1">
              <a:gsLst>
                <a:gs pos="0">
                  <a:schemeClr val="accent1"/>
                </a:gs>
                <a:gs pos="100000">
                  <a:schemeClr val="accent2"/>
                </a:gs>
              </a:gsLst>
              <a:lin ang="0" scaled="1"/>
              <a:tileRect/>
            </a:gradFill>
            <a:prstDash val="solid"/>
          </a:ln>
        </p:spPr>
        <p:txBody>
          <a:bodyPr rtlCol="0" anchor="ctr">
            <a:normAutofit/>
          </a:bodyPr>
          <a:lstStyle>
            <a:defPPr>
              <a:defRPr lang="en-US"/>
            </a:defPPr>
            <a:lvl1pPr algn="ctr"/>
          </a:lstStyle>
          <a:p>
            <a:pPr algn="l">
              <a:defRPr/>
            </a:pPr>
            <a:r>
              <a:rPr lang="zh-CN" altLang="en-US" sz="1351" b="1" dirty="0">
                <a:solidFill>
                  <a:srgbClr val="2F2F2F"/>
                </a:solidFill>
                <a:latin typeface="Source Code Pro"/>
                <a:ea typeface="阿里巴巴普惠体"/>
                <a:sym typeface="Arial" panose="020B0604020202020204" pitchFamily="34" charset="0"/>
              </a:rPr>
              <a:t>熟练使用：</a:t>
            </a:r>
            <a:r>
              <a:rPr lang="en-US" altLang="zh-CN" sz="1351" b="1" dirty="0" err="1">
                <a:solidFill>
                  <a:srgbClr val="2F2F2F"/>
                </a:solidFill>
                <a:latin typeface="Source Code Pro"/>
                <a:ea typeface="阿里巴巴普惠体"/>
                <a:sym typeface="Arial" panose="020B0604020202020204" pitchFamily="34" charset="0"/>
              </a:rPr>
              <a:t>IDEA+Maven</a:t>
            </a:r>
            <a:endParaRPr lang="de-DE" sz="2400" b="1" dirty="0">
              <a:solidFill>
                <a:srgbClr val="2F2F2F"/>
              </a:solidFill>
              <a:latin typeface="Source Code Pro"/>
              <a:ea typeface="阿里巴巴普惠体"/>
              <a:sym typeface="Arial" panose="020B0604020202020204" pitchFamily="34" charset="0"/>
            </a:endParaRPr>
          </a:p>
        </p:txBody>
      </p:sp>
      <p:sp>
        <p:nvSpPr>
          <p:cNvPr id="17" name="Number2">
            <a:extLst>
              <a:ext uri="{FF2B5EF4-FFF2-40B4-BE49-F238E27FC236}">
                <a16:creationId xmlns:a16="http://schemas.microsoft.com/office/drawing/2014/main" id="{C164395A-6DA3-7650-FF40-1BE77EEB5578}"/>
              </a:ext>
            </a:extLst>
          </p:cNvPr>
          <p:cNvSpPr/>
          <p:nvPr/>
        </p:nvSpPr>
        <p:spPr>
          <a:xfrm>
            <a:off x="6645183" y="3131403"/>
            <a:ext cx="1001600" cy="1001599"/>
          </a:xfrm>
          <a:prstGeom prst="ellipse">
            <a:avLst/>
          </a:prstGeom>
          <a:gradFill flip="none" rotWithShape="1">
            <a:gsLst>
              <a:gs pos="0">
                <a:schemeClr val="accent2"/>
              </a:gs>
              <a:gs pos="80000">
                <a:schemeClr val="accent1"/>
              </a:gs>
            </a:gsLst>
            <a:lin ang="2700000" scaled="1"/>
            <a:tileRect/>
          </a:gradFill>
        </p:spPr>
        <p:txBody>
          <a:bodyPr wrap="none" lIns="91440" tIns="45720" rIns="91440" bIns="45720" rtlCol="0" anchor="ctr" anchorCtr="0">
            <a:normAutofit/>
          </a:bodyPr>
          <a:lstStyle/>
          <a:p>
            <a:pPr algn="ctr">
              <a:lnSpc>
                <a:spcPct val="120000"/>
              </a:lnSpc>
              <a:defRPr/>
            </a:pPr>
            <a:r>
              <a:rPr kumimoji="1" lang="en-US" altLang="zh-CN" sz="2800" b="1" dirty="0">
                <a:solidFill>
                  <a:srgbClr val="FFFFFF"/>
                </a:solidFill>
                <a:latin typeface="Arial" panose="020B0604020202020204" pitchFamily="34" charset="0"/>
                <a:ea typeface="微软雅黑" panose="020B0503020204020204" pitchFamily="34" charset="-122"/>
                <a:cs typeface="+mn-ea"/>
              </a:rPr>
              <a:t>2</a:t>
            </a:r>
            <a:endParaRPr kumimoji="1" lang="zh-CN" altLang="en-US" sz="2800" b="1" dirty="0">
              <a:solidFill>
                <a:srgbClr val="FFFFFF"/>
              </a:solidFill>
              <a:latin typeface="Arial" panose="020B0604020202020204" pitchFamily="34" charset="0"/>
              <a:ea typeface="微软雅黑" panose="020B0503020204020204" pitchFamily="34" charset="-122"/>
              <a:cs typeface="+mn-ea"/>
            </a:endParaRPr>
          </a:p>
        </p:txBody>
      </p:sp>
      <p:sp>
        <p:nvSpPr>
          <p:cNvPr id="18" name="Shape2">
            <a:extLst>
              <a:ext uri="{FF2B5EF4-FFF2-40B4-BE49-F238E27FC236}">
                <a16:creationId xmlns:a16="http://schemas.microsoft.com/office/drawing/2014/main" id="{804BA6C9-AF46-91FD-E28B-B35C4A2E9350}"/>
              </a:ext>
            </a:extLst>
          </p:cNvPr>
          <p:cNvSpPr/>
          <p:nvPr/>
        </p:nvSpPr>
        <p:spPr>
          <a:xfrm>
            <a:off x="6580849" y="3067067"/>
            <a:ext cx="1130271" cy="1130271"/>
          </a:xfrm>
          <a:prstGeom prst="ellipse">
            <a:avLst/>
          </a:prstGeom>
          <a:noFill/>
          <a:ln w="22225">
            <a:gradFill flip="none" rotWithShape="1">
              <a:gsLst>
                <a:gs pos="0">
                  <a:schemeClr val="accent2"/>
                </a:gs>
                <a:gs pos="100000">
                  <a:schemeClr val="accent1">
                    <a:lumMod val="75000"/>
                  </a:schemeClr>
                </a:gs>
              </a:gsLst>
              <a:lin ang="2700000" scaled="1"/>
              <a:tileRect/>
            </a:gradFill>
            <a:prstDash val="dash"/>
          </a:ln>
        </p:spPr>
        <p:txBody>
          <a:bodyPr rtlCol="0" anchor="ctr"/>
          <a:lstStyle/>
          <a:p>
            <a:pPr algn="ctr">
              <a:defRPr/>
            </a:pPr>
            <a:endParaRPr lang="zh-CN" altLang="en-US" sz="2400">
              <a:solidFill>
                <a:srgbClr val="2F2F2F"/>
              </a:solidFill>
              <a:latin typeface="Source Code Pro"/>
              <a:ea typeface="阿里巴巴普惠体"/>
            </a:endParaRPr>
          </a:p>
        </p:txBody>
      </p:sp>
      <p:sp>
        <p:nvSpPr>
          <p:cNvPr id="19" name="Number3">
            <a:extLst>
              <a:ext uri="{FF2B5EF4-FFF2-40B4-BE49-F238E27FC236}">
                <a16:creationId xmlns:a16="http://schemas.microsoft.com/office/drawing/2014/main" id="{72092F98-B568-8388-D17E-EA78D51A540B}"/>
              </a:ext>
            </a:extLst>
          </p:cNvPr>
          <p:cNvSpPr/>
          <p:nvPr/>
        </p:nvSpPr>
        <p:spPr>
          <a:xfrm>
            <a:off x="5228437" y="4889463"/>
            <a:ext cx="1001600" cy="1001599"/>
          </a:xfrm>
          <a:prstGeom prst="ellipse">
            <a:avLst/>
          </a:prstGeom>
          <a:gradFill flip="none" rotWithShape="1">
            <a:gsLst>
              <a:gs pos="0">
                <a:schemeClr val="accent2"/>
              </a:gs>
              <a:gs pos="80000">
                <a:schemeClr val="accent1"/>
              </a:gs>
            </a:gsLst>
            <a:lin ang="2700000" scaled="1"/>
            <a:tileRect/>
          </a:gradFill>
        </p:spPr>
        <p:txBody>
          <a:bodyPr wrap="none" lIns="91440" tIns="45720" rIns="91440" bIns="45720" rtlCol="0" anchor="ctr" anchorCtr="0">
            <a:normAutofit/>
          </a:bodyPr>
          <a:lstStyle/>
          <a:p>
            <a:pPr algn="ctr">
              <a:lnSpc>
                <a:spcPct val="120000"/>
              </a:lnSpc>
              <a:defRPr/>
            </a:pPr>
            <a:r>
              <a:rPr kumimoji="1" lang="en-US" altLang="zh-CN" sz="2800" b="1" dirty="0">
                <a:solidFill>
                  <a:srgbClr val="FFFFFF"/>
                </a:solidFill>
                <a:latin typeface="Arial" panose="020B0604020202020204" pitchFamily="34" charset="0"/>
                <a:ea typeface="微软雅黑" panose="020B0503020204020204" pitchFamily="34" charset="-122"/>
                <a:cs typeface="+mn-ea"/>
              </a:rPr>
              <a:t>3</a:t>
            </a:r>
            <a:endParaRPr kumimoji="1" lang="zh-CN" altLang="en-US" sz="2800" b="1" dirty="0">
              <a:solidFill>
                <a:srgbClr val="FFFFFF"/>
              </a:solidFill>
              <a:latin typeface="Arial" panose="020B0604020202020204" pitchFamily="34" charset="0"/>
              <a:ea typeface="微软雅黑" panose="020B0503020204020204" pitchFamily="34" charset="-122"/>
              <a:cs typeface="+mn-ea"/>
            </a:endParaRPr>
          </a:p>
        </p:txBody>
      </p:sp>
      <p:sp>
        <p:nvSpPr>
          <p:cNvPr id="20" name="Shape3">
            <a:extLst>
              <a:ext uri="{FF2B5EF4-FFF2-40B4-BE49-F238E27FC236}">
                <a16:creationId xmlns:a16="http://schemas.microsoft.com/office/drawing/2014/main" id="{61F71762-1770-4E11-1408-87FB5AFFE85F}"/>
              </a:ext>
            </a:extLst>
          </p:cNvPr>
          <p:cNvSpPr/>
          <p:nvPr/>
        </p:nvSpPr>
        <p:spPr>
          <a:xfrm>
            <a:off x="5164103" y="4825127"/>
            <a:ext cx="1130271" cy="1130271"/>
          </a:xfrm>
          <a:prstGeom prst="ellipse">
            <a:avLst/>
          </a:prstGeom>
          <a:noFill/>
          <a:ln w="22225">
            <a:gradFill flip="none" rotWithShape="1">
              <a:gsLst>
                <a:gs pos="0">
                  <a:schemeClr val="accent2"/>
                </a:gs>
                <a:gs pos="100000">
                  <a:schemeClr val="accent1">
                    <a:lumMod val="75000"/>
                  </a:schemeClr>
                </a:gs>
              </a:gsLst>
              <a:lin ang="2700000" scaled="1"/>
              <a:tileRect/>
            </a:gradFill>
            <a:prstDash val="dash"/>
          </a:ln>
        </p:spPr>
        <p:txBody>
          <a:bodyPr rtlCol="0" anchor="ctr"/>
          <a:lstStyle/>
          <a:p>
            <a:pPr algn="ctr">
              <a:defRPr/>
            </a:pPr>
            <a:endParaRPr lang="zh-CN" altLang="en-US" sz="2400">
              <a:solidFill>
                <a:srgbClr val="2F2F2F"/>
              </a:solidFill>
              <a:latin typeface="Source Code Pro"/>
              <a:ea typeface="阿里巴巴普惠体"/>
            </a:endParaRPr>
          </a:p>
        </p:txBody>
      </p:sp>
      <p:sp>
        <p:nvSpPr>
          <p:cNvPr id="21" name="Bullet3">
            <a:extLst>
              <a:ext uri="{FF2B5EF4-FFF2-40B4-BE49-F238E27FC236}">
                <a16:creationId xmlns:a16="http://schemas.microsoft.com/office/drawing/2014/main" id="{1A5C06D0-6A9C-A2A2-7B1F-2031B75FD2C9}"/>
              </a:ext>
            </a:extLst>
          </p:cNvPr>
          <p:cNvSpPr txBox="1">
            <a:spLocks/>
          </p:cNvSpPr>
          <p:nvPr/>
        </p:nvSpPr>
        <p:spPr>
          <a:xfrm>
            <a:off x="7837380" y="3271715"/>
            <a:ext cx="3847941" cy="740092"/>
          </a:xfrm>
          <a:prstGeom prst="roundRect">
            <a:avLst>
              <a:gd name="adj" fmla="val 50000"/>
            </a:avLst>
          </a:prstGeom>
          <a:noFill/>
          <a:ln w="3175">
            <a:gradFill flip="none" rotWithShape="1">
              <a:gsLst>
                <a:gs pos="0">
                  <a:schemeClr val="accent1"/>
                </a:gs>
                <a:gs pos="100000">
                  <a:schemeClr val="accent2"/>
                </a:gs>
              </a:gsLst>
              <a:lin ang="0" scaled="1"/>
              <a:tileRect/>
            </a:gradFill>
            <a:prstDash val="solid"/>
          </a:ln>
        </p:spPr>
        <p:txBody>
          <a:bodyPr rtlCol="0" anchor="ctr">
            <a:normAutofit/>
          </a:bodyPr>
          <a:lstStyle>
            <a:defPPr>
              <a:defRPr lang="en-US"/>
            </a:defPPr>
            <a:lvl1pPr algn="ctr"/>
          </a:lstStyle>
          <a:p>
            <a:pPr algn="l">
              <a:defRPr/>
            </a:pPr>
            <a:r>
              <a:rPr lang="zh-CN" altLang="en-US" sz="1351" b="1" dirty="0">
                <a:solidFill>
                  <a:srgbClr val="2F2F2F"/>
                </a:solidFill>
                <a:latin typeface="Source Code Pro"/>
                <a:ea typeface="阿里巴巴普惠体"/>
                <a:sym typeface="Arial" panose="020B0604020202020204" pitchFamily="34" charset="0"/>
              </a:rPr>
              <a:t>初步了解：</a:t>
            </a:r>
            <a:r>
              <a:rPr lang="en-US" altLang="zh-CN" sz="1351" b="1" dirty="0" err="1">
                <a:solidFill>
                  <a:srgbClr val="2F2F2F"/>
                </a:solidFill>
                <a:latin typeface="Source Code Pro"/>
                <a:ea typeface="阿里巴巴普惠体"/>
                <a:sym typeface="Arial" panose="020B0604020202020204" pitchFamily="34" charset="0"/>
              </a:rPr>
              <a:t>Docker+Redis+MySql</a:t>
            </a:r>
            <a:endParaRPr lang="de-DE" sz="2400" b="1" dirty="0">
              <a:solidFill>
                <a:srgbClr val="2F2F2F"/>
              </a:solidFill>
              <a:latin typeface="Source Code Pro"/>
              <a:ea typeface="阿里巴巴普惠体"/>
              <a:sym typeface="Arial" panose="020B0604020202020204" pitchFamily="34" charset="0"/>
            </a:endParaRPr>
          </a:p>
        </p:txBody>
      </p:sp>
      <p:pic>
        <p:nvPicPr>
          <p:cNvPr id="3" name="图片 2" descr="图标&#10;&#10;AI 生成的内容可能不正确。">
            <a:extLst>
              <a:ext uri="{FF2B5EF4-FFF2-40B4-BE49-F238E27FC236}">
                <a16:creationId xmlns:a16="http://schemas.microsoft.com/office/drawing/2014/main" id="{FBBEFFFB-13E2-0509-F4C4-DCCEEFA85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350" y="1740479"/>
            <a:ext cx="3515895" cy="3515895"/>
          </a:xfrm>
          <a:prstGeom prst="rect">
            <a:avLst/>
          </a:prstGeom>
        </p:spPr>
      </p:pic>
      <p:sp>
        <p:nvSpPr>
          <p:cNvPr id="22" name="任意多边形: 形状 21">
            <a:extLst>
              <a:ext uri="{FF2B5EF4-FFF2-40B4-BE49-F238E27FC236}">
                <a16:creationId xmlns:a16="http://schemas.microsoft.com/office/drawing/2014/main" id="{95DB802B-FF97-6B24-4C78-A3E068F24182}"/>
              </a:ext>
            </a:extLst>
          </p:cNvPr>
          <p:cNvSpPr/>
          <p:nvPr/>
        </p:nvSpPr>
        <p:spPr>
          <a:xfrm flipV="1">
            <a:off x="2634688" y="5084426"/>
            <a:ext cx="2368003" cy="472553"/>
          </a:xfrm>
          <a:custGeom>
            <a:avLst/>
            <a:gdLst>
              <a:gd name="connsiteX0" fmla="*/ 0 w 560355"/>
              <a:gd name="connsiteY0" fmla="*/ 111824 h 111823"/>
              <a:gd name="connsiteX1" fmla="*/ 446056 w 560355"/>
              <a:gd name="connsiteY1" fmla="*/ 111824 h 111823"/>
              <a:gd name="connsiteX2" fmla="*/ 560356 w 560355"/>
              <a:gd name="connsiteY2" fmla="*/ 0 h 111823"/>
            </a:gdLst>
            <a:ahLst/>
            <a:cxnLst>
              <a:cxn ang="0">
                <a:pos x="connsiteX0" y="connsiteY0"/>
              </a:cxn>
              <a:cxn ang="0">
                <a:pos x="connsiteX1" y="connsiteY1"/>
              </a:cxn>
              <a:cxn ang="0">
                <a:pos x="connsiteX2" y="connsiteY2"/>
              </a:cxn>
            </a:cxnLst>
            <a:rect l="l" t="t" r="r" b="b"/>
            <a:pathLst>
              <a:path w="560355" h="111823">
                <a:moveTo>
                  <a:pt x="0" y="111824"/>
                </a:moveTo>
                <a:lnTo>
                  <a:pt x="446056" y="111824"/>
                </a:lnTo>
                <a:lnTo>
                  <a:pt x="560356" y="0"/>
                </a:lnTo>
              </a:path>
            </a:pathLst>
          </a:custGeom>
          <a:noFill/>
          <a:ln w="9525" cap="flat">
            <a:gradFill flip="none" rotWithShape="1">
              <a:gsLst>
                <a:gs pos="39000">
                  <a:schemeClr val="accent1">
                    <a:alpha val="0"/>
                  </a:schemeClr>
                </a:gs>
                <a:gs pos="100000">
                  <a:schemeClr val="accent2"/>
                </a:gs>
              </a:gsLst>
              <a:lin ang="0" scaled="1"/>
              <a:tileRect/>
            </a:gradFill>
            <a:prstDash val="solid"/>
            <a:miter/>
            <a:tailEnd type="oval"/>
          </a:ln>
        </p:spPr>
        <p:txBody>
          <a:bodyPr rtlCol="0" anchor="ctr"/>
          <a:lstStyle/>
          <a:p>
            <a:pPr>
              <a:defRPr/>
            </a:pPr>
            <a:endParaRPr lang="zh-CN" altLang="en-US" sz="2400">
              <a:solidFill>
                <a:srgbClr val="2F2F2F"/>
              </a:solidFill>
              <a:latin typeface="Source Code Pro"/>
              <a:ea typeface="阿里巴巴普惠体"/>
            </a:endParaRPr>
          </a:p>
        </p:txBody>
      </p:sp>
      <p:sp>
        <p:nvSpPr>
          <p:cNvPr id="23" name="椭圆 22">
            <a:extLst>
              <a:ext uri="{FF2B5EF4-FFF2-40B4-BE49-F238E27FC236}">
                <a16:creationId xmlns:a16="http://schemas.microsoft.com/office/drawing/2014/main" id="{D20DD01E-3603-4E4D-A901-4589F4AFB2D5}"/>
              </a:ext>
            </a:extLst>
          </p:cNvPr>
          <p:cNvSpPr/>
          <p:nvPr/>
        </p:nvSpPr>
        <p:spPr>
          <a:xfrm>
            <a:off x="4098167" y="3045458"/>
            <a:ext cx="1130270" cy="1130270"/>
          </a:xfrm>
          <a:prstGeom prst="ellipse">
            <a:avLst/>
          </a:prstGeom>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altLang="zh-CN" sz="2400" dirty="0">
                <a:latin typeface="+mj-ea"/>
                <a:ea typeface="+mj-ea"/>
              </a:rPr>
              <a:t>JDK</a:t>
            </a:r>
          </a:p>
          <a:p>
            <a:pPr algn="ctr"/>
            <a:r>
              <a:rPr lang="en-US" altLang="zh-CN" sz="2400" dirty="0">
                <a:latin typeface="+mj-ea"/>
                <a:ea typeface="+mj-ea"/>
              </a:rPr>
              <a:t>17</a:t>
            </a:r>
            <a:endParaRPr lang="zh-CN" altLang="en-US" sz="2400" dirty="0">
              <a:latin typeface="+mj-ea"/>
              <a:ea typeface="+mj-ea"/>
            </a:endParaRPr>
          </a:p>
        </p:txBody>
      </p:sp>
    </p:spTree>
    <p:extLst>
      <p:ext uri="{BB962C8B-B14F-4D97-AF65-F5344CB8AC3E}">
        <p14:creationId xmlns:p14="http://schemas.microsoft.com/office/powerpoint/2010/main" val="388565028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accel="30000" decel="7000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from="0" to="1" calcmode="lin" valueType="num">
                                      <p:cBhvr>
                                        <p:cTn id="7" dur="600" decel="100000" fill="hold">
                                          <p:stCondLst>
                                            <p:cond delay="0"/>
                                          </p:stCondLst>
                                        </p:cTn>
                                        <p:tgtEl>
                                          <p:spTgt spid="23"/>
                                        </p:tgtEl>
                                        <p:attrNameLst>
                                          <p:attrName>style.opacity</p:attrName>
                                        </p:attrNameLst>
                                      </p:cBhvr>
                                    </p:anim>
                                    <p:anim to="" calcmode="lin" valueType="num">
                                      <p:cBhvr>
                                        <p:cTn id="8" dur="750" fill="hold">
                                          <p:stCondLst>
                                            <p:cond delay="0"/>
                                          </p:stCondLst>
                                        </p:cTn>
                                        <p:tgtEl>
                                          <p:spTgt spid="23"/>
                                        </p:tgtEl>
                                        <p:attrNameLst>
                                          <p:attrName>ppt_h</p:attrName>
                                        </p:attrNameLst>
                                      </p:cBhvr>
                                      <p:tavLst>
                                        <p:tav tm="0" fmla="$">
                                          <p:val>
                                            <p:strVal val="ppt_h*2.1"/>
                                          </p:val>
                                        </p:tav>
                                        <p:tav tm="45000" fmla="$">
                                          <p:val>
                                            <p:strVal val="ppt_h*1.04"/>
                                          </p:val>
                                        </p:tav>
                                        <p:tav tm="100000" fmla="$">
                                          <p:val>
                                            <p:strVal val="#ppt_h"/>
                                          </p:val>
                                        </p:tav>
                                      </p:tavLst>
                                    </p:anim>
                                    <p:anim to="" calcmode="lin" valueType="num">
                                      <p:cBhvr>
                                        <p:cTn id="9" dur="750" fill="hold">
                                          <p:stCondLst>
                                            <p:cond delay="0"/>
                                          </p:stCondLst>
                                        </p:cTn>
                                        <p:tgtEl>
                                          <p:spTgt spid="23"/>
                                        </p:tgtEl>
                                        <p:attrNameLst>
                                          <p:attrName>ppt_w</p:attrName>
                                        </p:attrNameLst>
                                      </p:cBhvr>
                                      <p:tavLst>
                                        <p:tav tm="0" fmla="$">
                                          <p:val>
                                            <p:strVal val="ppt_w*2.1"/>
                                          </p:val>
                                        </p:tav>
                                        <p:tav tm="45000" fmla="$">
                                          <p:val>
                                            <p:strVal val="ppt_w*1.04"/>
                                          </p:val>
                                        </p:tav>
                                        <p:tav tm="100000" fmla="$">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1BE0ED-08C0-192F-FF28-56CB14FDA854}"/>
              </a:ext>
            </a:extLst>
          </p:cNvPr>
          <p:cNvSpPr>
            <a:spLocks noGrp="1"/>
          </p:cNvSpPr>
          <p:nvPr>
            <p:ph type="title"/>
          </p:nvPr>
        </p:nvSpPr>
        <p:spPr/>
        <p:txBody>
          <a:bodyPr/>
          <a:lstStyle/>
          <a:p>
            <a:r>
              <a:rPr lang="zh-CN" altLang="en-US"/>
              <a:t>课程内容</a:t>
            </a:r>
          </a:p>
        </p:txBody>
      </p:sp>
      <p:cxnSp>
        <p:nvCxnSpPr>
          <p:cNvPr id="3" name="PA-直接连接符 5">
            <a:extLst>
              <a:ext uri="{FF2B5EF4-FFF2-40B4-BE49-F238E27FC236}">
                <a16:creationId xmlns:a16="http://schemas.microsoft.com/office/drawing/2014/main" id="{70D80FD0-CDAA-E858-44A1-DA1D99A6F873}"/>
              </a:ext>
            </a:extLst>
          </p:cNvPr>
          <p:cNvCxnSpPr/>
          <p:nvPr>
            <p:custDataLst>
              <p:tags r:id="rId1"/>
            </p:custDataLst>
          </p:nvPr>
        </p:nvCxnSpPr>
        <p:spPr>
          <a:xfrm>
            <a:off x="909244" y="3233459"/>
            <a:ext cx="10373515"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18D092B1-918C-6551-715D-615C8896CE05}"/>
              </a:ext>
            </a:extLst>
          </p:cNvPr>
          <p:cNvSpPr txBox="1"/>
          <p:nvPr/>
        </p:nvSpPr>
        <p:spPr>
          <a:xfrm>
            <a:off x="1337786" y="1792825"/>
            <a:ext cx="585417" cy="769441"/>
          </a:xfrm>
          <a:prstGeom prst="rect">
            <a:avLst/>
          </a:prstGeom>
          <a:noFill/>
        </p:spPr>
        <p:txBody>
          <a:bodyPr wrap="square" rtlCol="0">
            <a:spAutoFit/>
          </a:bodyPr>
          <a:lstStyle/>
          <a:p>
            <a:pPr algn="ctr">
              <a:defRPr/>
            </a:pPr>
            <a:r>
              <a:rPr lang="en-US" altLang="zh-CN" sz="4400" b="1">
                <a:solidFill>
                  <a:srgbClr val="9361E3"/>
                </a:solidFill>
                <a:latin typeface="Source Code Pro"/>
                <a:ea typeface="阿里巴巴普惠体"/>
              </a:rPr>
              <a:t>1</a:t>
            </a:r>
            <a:endParaRPr lang="zh-CN" altLang="en-US" sz="4400" b="1" dirty="0">
              <a:solidFill>
                <a:srgbClr val="9361E3"/>
              </a:solidFill>
              <a:latin typeface="Source Code Pro"/>
              <a:ea typeface="阿里巴巴普惠体"/>
            </a:endParaRPr>
          </a:p>
        </p:txBody>
      </p:sp>
      <p:sp>
        <p:nvSpPr>
          <p:cNvPr id="5" name="文本框 4">
            <a:extLst>
              <a:ext uri="{FF2B5EF4-FFF2-40B4-BE49-F238E27FC236}">
                <a16:creationId xmlns:a16="http://schemas.microsoft.com/office/drawing/2014/main" id="{B1FAAEE0-DA34-BF10-7635-8CC5531DBF66}"/>
              </a:ext>
            </a:extLst>
          </p:cNvPr>
          <p:cNvSpPr txBox="1"/>
          <p:nvPr/>
        </p:nvSpPr>
        <p:spPr>
          <a:xfrm>
            <a:off x="1302782" y="2635512"/>
            <a:ext cx="1066945" cy="307777"/>
          </a:xfrm>
          <a:prstGeom prst="rect">
            <a:avLst/>
          </a:prstGeom>
          <a:noFill/>
        </p:spPr>
        <p:txBody>
          <a:bodyPr wrap="square" rtlCol="0">
            <a:spAutoFit/>
          </a:bodyPr>
          <a:lstStyle/>
          <a:p>
            <a:pPr algn="ctr">
              <a:defRPr/>
            </a:pPr>
            <a:r>
              <a:rPr lang="zh-CN" altLang="en-US" sz="1400" b="1">
                <a:solidFill>
                  <a:srgbClr val="9361E3"/>
                </a:solidFill>
                <a:latin typeface="Source Code Pro"/>
                <a:ea typeface="阿里巴巴普惠体"/>
              </a:rPr>
              <a:t>认识</a:t>
            </a:r>
            <a:r>
              <a:rPr lang="en-US" altLang="zh-CN" sz="1400" b="1">
                <a:solidFill>
                  <a:srgbClr val="9361E3"/>
                </a:solidFill>
                <a:latin typeface="Source Code Pro"/>
                <a:ea typeface="阿里巴巴普惠体"/>
              </a:rPr>
              <a:t>AI</a:t>
            </a:r>
            <a:endParaRPr lang="en-US" altLang="zh-CN" sz="1400" b="1" dirty="0">
              <a:solidFill>
                <a:srgbClr val="9361E3"/>
              </a:solidFill>
              <a:latin typeface="Source Code Pro"/>
              <a:ea typeface="阿里巴巴普惠体"/>
            </a:endParaRPr>
          </a:p>
        </p:txBody>
      </p:sp>
      <p:sp>
        <p:nvSpPr>
          <p:cNvPr id="6" name="PA-椭圆 30">
            <a:extLst>
              <a:ext uri="{FF2B5EF4-FFF2-40B4-BE49-F238E27FC236}">
                <a16:creationId xmlns:a16="http://schemas.microsoft.com/office/drawing/2014/main" id="{B34C9269-18E2-FA66-5971-2CAD2A20EEC6}"/>
              </a:ext>
            </a:extLst>
          </p:cNvPr>
          <p:cNvSpPr/>
          <p:nvPr>
            <p:custDataLst>
              <p:tags r:id="rId2"/>
            </p:custDataLst>
          </p:nvPr>
        </p:nvSpPr>
        <p:spPr>
          <a:xfrm>
            <a:off x="1439994" y="3176310"/>
            <a:ext cx="114300" cy="114300"/>
          </a:xfrm>
          <a:prstGeom prst="ellipse">
            <a:avLst/>
          </a:prstGeom>
          <a:solidFill>
            <a:schemeClr val="accent2"/>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09">
              <a:defRPr/>
            </a:pPr>
            <a:endParaRPr lang="zh-CN" altLang="en-US" sz="1600" b="1">
              <a:solidFill>
                <a:srgbClr val="9361E3"/>
              </a:solidFill>
              <a:latin typeface="Source Code Pro"/>
              <a:ea typeface="阿里巴巴普惠体"/>
            </a:endParaRPr>
          </a:p>
        </p:txBody>
      </p:sp>
      <p:sp>
        <p:nvSpPr>
          <p:cNvPr id="7" name="文本框 6">
            <a:extLst>
              <a:ext uri="{FF2B5EF4-FFF2-40B4-BE49-F238E27FC236}">
                <a16:creationId xmlns:a16="http://schemas.microsoft.com/office/drawing/2014/main" id="{73871B66-A104-1664-F6D9-64080599DD11}"/>
              </a:ext>
            </a:extLst>
          </p:cNvPr>
          <p:cNvSpPr txBox="1"/>
          <p:nvPr/>
        </p:nvSpPr>
        <p:spPr>
          <a:xfrm>
            <a:off x="5043408" y="1792825"/>
            <a:ext cx="585417" cy="769441"/>
          </a:xfrm>
          <a:prstGeom prst="rect">
            <a:avLst/>
          </a:prstGeom>
          <a:noFill/>
        </p:spPr>
        <p:txBody>
          <a:bodyPr wrap="square" rtlCol="0">
            <a:spAutoFit/>
          </a:bodyPr>
          <a:lstStyle/>
          <a:p>
            <a:pPr algn="ctr">
              <a:defRPr/>
            </a:pPr>
            <a:r>
              <a:rPr lang="en-US" altLang="zh-CN" sz="4400" b="1" dirty="0">
                <a:solidFill>
                  <a:srgbClr val="15A0FA"/>
                </a:solidFill>
                <a:latin typeface="Source Code Pro"/>
                <a:ea typeface="阿里巴巴普惠体"/>
              </a:rPr>
              <a:t>2</a:t>
            </a:r>
            <a:endParaRPr lang="zh-CN" altLang="en-US" sz="4400" b="1" dirty="0">
              <a:solidFill>
                <a:srgbClr val="15A0FA"/>
              </a:solidFill>
              <a:latin typeface="Source Code Pro"/>
              <a:ea typeface="阿里巴巴普惠体"/>
            </a:endParaRPr>
          </a:p>
        </p:txBody>
      </p:sp>
      <p:sp>
        <p:nvSpPr>
          <p:cNvPr id="8" name="文本框 7">
            <a:extLst>
              <a:ext uri="{FF2B5EF4-FFF2-40B4-BE49-F238E27FC236}">
                <a16:creationId xmlns:a16="http://schemas.microsoft.com/office/drawing/2014/main" id="{61B11869-D30A-39A2-7736-EE15E1F82D27}"/>
              </a:ext>
            </a:extLst>
          </p:cNvPr>
          <p:cNvSpPr txBox="1"/>
          <p:nvPr/>
        </p:nvSpPr>
        <p:spPr>
          <a:xfrm>
            <a:off x="5008403" y="2635509"/>
            <a:ext cx="1284823" cy="307777"/>
          </a:xfrm>
          <a:prstGeom prst="rect">
            <a:avLst/>
          </a:prstGeom>
          <a:noFill/>
        </p:spPr>
        <p:txBody>
          <a:bodyPr wrap="square" rtlCol="0">
            <a:spAutoFit/>
          </a:bodyPr>
          <a:lstStyle/>
          <a:p>
            <a:pPr algn="ctr">
              <a:defRPr/>
            </a:pPr>
            <a:r>
              <a:rPr lang="zh-CN" altLang="en-US" sz="1400" b="1" dirty="0">
                <a:solidFill>
                  <a:srgbClr val="15A0FA"/>
                </a:solidFill>
                <a:latin typeface="Source Code Pro"/>
                <a:ea typeface="阿里巴巴普惠体"/>
              </a:rPr>
              <a:t>大模型使用</a:t>
            </a:r>
            <a:endParaRPr lang="en-US" altLang="zh-CN" sz="1400" b="1" dirty="0">
              <a:solidFill>
                <a:srgbClr val="15A0FA"/>
              </a:solidFill>
              <a:latin typeface="Source Code Pro"/>
              <a:ea typeface="阿里巴巴普惠体"/>
            </a:endParaRPr>
          </a:p>
        </p:txBody>
      </p:sp>
      <p:sp>
        <p:nvSpPr>
          <p:cNvPr id="9" name="PA-椭圆 26">
            <a:extLst>
              <a:ext uri="{FF2B5EF4-FFF2-40B4-BE49-F238E27FC236}">
                <a16:creationId xmlns:a16="http://schemas.microsoft.com/office/drawing/2014/main" id="{87E35953-E124-D76B-3923-1788283E8190}"/>
              </a:ext>
            </a:extLst>
          </p:cNvPr>
          <p:cNvSpPr/>
          <p:nvPr>
            <p:custDataLst>
              <p:tags r:id="rId3"/>
            </p:custDataLst>
          </p:nvPr>
        </p:nvSpPr>
        <p:spPr>
          <a:xfrm>
            <a:off x="5187962" y="3176310"/>
            <a:ext cx="114300" cy="114300"/>
          </a:xfrm>
          <a:prstGeom prst="ellipse">
            <a:avLst/>
          </a:prstGeom>
          <a:solidFill>
            <a:schemeClr val="accent1"/>
          </a:solidFill>
          <a:ln w="12700" cap="rnd">
            <a:noFill/>
            <a:prstDash val="solid"/>
            <a:round/>
            <a:headEnd/>
            <a:tailE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09">
              <a:defRPr/>
            </a:pPr>
            <a:endParaRPr lang="zh-CN" altLang="en-US" sz="2000" b="1">
              <a:solidFill>
                <a:srgbClr val="15A0FA"/>
              </a:solidFill>
              <a:latin typeface="Source Code Pro"/>
              <a:ea typeface="阿里巴巴普惠体"/>
            </a:endParaRPr>
          </a:p>
        </p:txBody>
      </p:sp>
      <p:sp>
        <p:nvSpPr>
          <p:cNvPr id="10" name="文本框 9">
            <a:extLst>
              <a:ext uri="{FF2B5EF4-FFF2-40B4-BE49-F238E27FC236}">
                <a16:creationId xmlns:a16="http://schemas.microsoft.com/office/drawing/2014/main" id="{F012F307-C7A8-9150-6DDB-77051E71F886}"/>
              </a:ext>
            </a:extLst>
          </p:cNvPr>
          <p:cNvSpPr txBox="1"/>
          <p:nvPr/>
        </p:nvSpPr>
        <p:spPr>
          <a:xfrm>
            <a:off x="8658316" y="1792825"/>
            <a:ext cx="585417" cy="769441"/>
          </a:xfrm>
          <a:prstGeom prst="rect">
            <a:avLst/>
          </a:prstGeom>
          <a:noFill/>
        </p:spPr>
        <p:txBody>
          <a:bodyPr wrap="square" rtlCol="0">
            <a:spAutoFit/>
          </a:bodyPr>
          <a:lstStyle/>
          <a:p>
            <a:pPr algn="ctr">
              <a:defRPr/>
            </a:pPr>
            <a:r>
              <a:rPr lang="en-US" altLang="zh-CN" sz="4400" b="1" dirty="0">
                <a:solidFill>
                  <a:srgbClr val="30C7F8"/>
                </a:solidFill>
                <a:latin typeface="Source Code Pro"/>
                <a:ea typeface="阿里巴巴普惠体"/>
              </a:rPr>
              <a:t>3</a:t>
            </a:r>
            <a:endParaRPr lang="zh-CN" altLang="en-US" sz="4400" b="1" dirty="0">
              <a:solidFill>
                <a:srgbClr val="30C7F8"/>
              </a:solidFill>
              <a:latin typeface="Source Code Pro"/>
              <a:ea typeface="阿里巴巴普惠体"/>
            </a:endParaRPr>
          </a:p>
        </p:txBody>
      </p:sp>
      <p:sp>
        <p:nvSpPr>
          <p:cNvPr id="11" name="文本框 10">
            <a:extLst>
              <a:ext uri="{FF2B5EF4-FFF2-40B4-BE49-F238E27FC236}">
                <a16:creationId xmlns:a16="http://schemas.microsoft.com/office/drawing/2014/main" id="{9631E8CC-451C-5C7D-AF83-81A68F7C58E3}"/>
              </a:ext>
            </a:extLst>
          </p:cNvPr>
          <p:cNvSpPr txBox="1"/>
          <p:nvPr/>
        </p:nvSpPr>
        <p:spPr>
          <a:xfrm>
            <a:off x="8623309" y="2635509"/>
            <a:ext cx="1390267" cy="307777"/>
          </a:xfrm>
          <a:prstGeom prst="rect">
            <a:avLst/>
          </a:prstGeom>
          <a:noFill/>
        </p:spPr>
        <p:txBody>
          <a:bodyPr wrap="square" rtlCol="0">
            <a:spAutoFit/>
          </a:bodyPr>
          <a:lstStyle/>
          <a:p>
            <a:pPr algn="ctr">
              <a:defRPr/>
            </a:pPr>
            <a:r>
              <a:rPr lang="en-US" altLang="zh-CN" sz="1400" b="1" dirty="0">
                <a:solidFill>
                  <a:srgbClr val="30C7F8"/>
                </a:solidFill>
                <a:latin typeface="Source Code Pro"/>
                <a:ea typeface="阿里巴巴普惠体"/>
              </a:rPr>
              <a:t>LangChain4J</a:t>
            </a:r>
          </a:p>
        </p:txBody>
      </p:sp>
      <p:sp>
        <p:nvSpPr>
          <p:cNvPr id="12" name="PA-椭圆 22">
            <a:extLst>
              <a:ext uri="{FF2B5EF4-FFF2-40B4-BE49-F238E27FC236}">
                <a16:creationId xmlns:a16="http://schemas.microsoft.com/office/drawing/2014/main" id="{52389CE3-B940-4319-3945-7EAFF6714C86}"/>
              </a:ext>
            </a:extLst>
          </p:cNvPr>
          <p:cNvSpPr/>
          <p:nvPr>
            <p:custDataLst>
              <p:tags r:id="rId4"/>
            </p:custDataLst>
          </p:nvPr>
        </p:nvSpPr>
        <p:spPr>
          <a:xfrm>
            <a:off x="8813691" y="3176310"/>
            <a:ext cx="114300" cy="114300"/>
          </a:xfrm>
          <a:prstGeom prst="ellipse">
            <a:avLst/>
          </a:prstGeom>
          <a:solidFill>
            <a:schemeClr val="accent3"/>
          </a:solidFill>
          <a:ln w="12700" cap="rnd">
            <a:noFill/>
            <a:prstDash val="solid"/>
            <a:round/>
            <a:headEnd/>
            <a:tailEnd/>
          </a:ln>
          <a:effectLst>
            <a:outerShdw blurRad="254000" dist="127000" algn="ctr" rotWithShape="0">
              <a:schemeClr val="accent5">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09">
              <a:defRPr/>
            </a:pPr>
            <a:endParaRPr lang="zh-CN" altLang="en-US" sz="2000" b="1">
              <a:solidFill>
                <a:srgbClr val="FFFFFF"/>
              </a:solidFill>
              <a:latin typeface="Source Code Pro"/>
              <a:ea typeface="阿里巴巴普惠体"/>
            </a:endParaRPr>
          </a:p>
        </p:txBody>
      </p:sp>
      <p:sp>
        <p:nvSpPr>
          <p:cNvPr id="16" name="PA-文本框 27">
            <a:extLst>
              <a:ext uri="{FF2B5EF4-FFF2-40B4-BE49-F238E27FC236}">
                <a16:creationId xmlns:a16="http://schemas.microsoft.com/office/drawing/2014/main" id="{20BE4F8A-F4AD-41A0-828A-20F7189D9578}"/>
              </a:ext>
            </a:extLst>
          </p:cNvPr>
          <p:cNvSpPr txBox="1"/>
          <p:nvPr>
            <p:custDataLst>
              <p:tags r:id="rId5"/>
            </p:custDataLst>
          </p:nvPr>
        </p:nvSpPr>
        <p:spPr>
          <a:xfrm>
            <a:off x="1329177" y="3442251"/>
            <a:ext cx="1822761" cy="890180"/>
          </a:xfrm>
          <a:prstGeom prst="rect">
            <a:avLst/>
          </a:prstGeom>
          <a:noFill/>
        </p:spPr>
        <p:txBody>
          <a:bodyPr wrap="square" rtlCol="0">
            <a:spAutoFit/>
          </a:bodyPr>
          <a:lstStyle/>
          <a:p>
            <a:pPr>
              <a:lnSpc>
                <a:spcPct val="120000"/>
              </a:lnSpc>
              <a:defRPr/>
            </a:pPr>
            <a:r>
              <a:rPr lang="zh-CN" altLang="en-US" sz="1100" b="1" dirty="0">
                <a:solidFill>
                  <a:srgbClr val="2F2F2F">
                    <a:lumMod val="65000"/>
                    <a:lumOff val="35000"/>
                  </a:srgbClr>
                </a:solidFill>
                <a:latin typeface="Source Code Pro"/>
                <a:ea typeface="阿里巴巴普惠体"/>
              </a:rPr>
              <a:t>内容：</a:t>
            </a:r>
            <a:endParaRPr lang="en-US" altLang="zh-CN" sz="1100" b="1"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en-US" altLang="zh-CN" sz="1100" dirty="0">
                <a:solidFill>
                  <a:srgbClr val="2F2F2F">
                    <a:lumMod val="65000"/>
                    <a:lumOff val="35000"/>
                  </a:srgbClr>
                </a:solidFill>
                <a:latin typeface="Source Code Pro"/>
                <a:ea typeface="阿里巴巴普惠体"/>
              </a:rPr>
              <a:t>AI</a:t>
            </a:r>
            <a:r>
              <a:rPr lang="zh-CN" altLang="en-US" sz="1100" dirty="0">
                <a:solidFill>
                  <a:srgbClr val="2F2F2F">
                    <a:lumMod val="65000"/>
                    <a:lumOff val="35000"/>
                  </a:srgbClr>
                </a:solidFill>
                <a:latin typeface="Source Code Pro"/>
                <a:ea typeface="阿里巴巴普惠体"/>
              </a:rPr>
              <a:t>的发展</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常见大模型</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en-US" altLang="zh-CN" sz="1100" dirty="0">
                <a:solidFill>
                  <a:srgbClr val="2F2F2F">
                    <a:lumMod val="65000"/>
                    <a:lumOff val="35000"/>
                  </a:srgbClr>
                </a:solidFill>
                <a:latin typeface="Source Code Pro"/>
                <a:ea typeface="阿里巴巴普惠体"/>
              </a:rPr>
              <a:t>AI</a:t>
            </a:r>
            <a:r>
              <a:rPr lang="zh-CN" altLang="en-US" sz="1100" dirty="0">
                <a:solidFill>
                  <a:srgbClr val="2F2F2F">
                    <a:lumMod val="65000"/>
                    <a:lumOff val="35000"/>
                  </a:srgbClr>
                </a:solidFill>
                <a:latin typeface="Source Code Pro"/>
                <a:ea typeface="阿里巴巴普惠体"/>
              </a:rPr>
              <a:t>市场分布</a:t>
            </a:r>
            <a:endParaRPr lang="en-US" altLang="zh-CN" sz="1100" dirty="0">
              <a:solidFill>
                <a:srgbClr val="2F2F2F">
                  <a:lumMod val="65000"/>
                  <a:lumOff val="35000"/>
                </a:srgbClr>
              </a:solidFill>
              <a:latin typeface="Source Code Pro"/>
              <a:ea typeface="阿里巴巴普惠体"/>
            </a:endParaRPr>
          </a:p>
        </p:txBody>
      </p:sp>
      <p:sp>
        <p:nvSpPr>
          <p:cNvPr id="17" name="PA-文本框 28">
            <a:extLst>
              <a:ext uri="{FF2B5EF4-FFF2-40B4-BE49-F238E27FC236}">
                <a16:creationId xmlns:a16="http://schemas.microsoft.com/office/drawing/2014/main" id="{EFC7B447-8CC2-C32E-3582-180E8CDDFD33}"/>
              </a:ext>
            </a:extLst>
          </p:cNvPr>
          <p:cNvSpPr txBox="1"/>
          <p:nvPr>
            <p:custDataLst>
              <p:tags r:id="rId6"/>
            </p:custDataLst>
          </p:nvPr>
        </p:nvSpPr>
        <p:spPr>
          <a:xfrm>
            <a:off x="1329175" y="4533865"/>
            <a:ext cx="1920452" cy="1093313"/>
          </a:xfrm>
          <a:prstGeom prst="rect">
            <a:avLst/>
          </a:prstGeom>
          <a:noFill/>
        </p:spPr>
        <p:txBody>
          <a:bodyPr wrap="square" rtlCol="0">
            <a:spAutoFit/>
          </a:bodyPr>
          <a:lstStyle/>
          <a:p>
            <a:pPr>
              <a:lnSpc>
                <a:spcPct val="120000"/>
              </a:lnSpc>
              <a:defRPr/>
            </a:pPr>
            <a:r>
              <a:rPr lang="zh-CN" altLang="en-US" sz="1100" b="1" dirty="0">
                <a:solidFill>
                  <a:srgbClr val="2F2F2F">
                    <a:lumMod val="65000"/>
                    <a:lumOff val="35000"/>
                  </a:srgbClr>
                </a:solidFill>
                <a:latin typeface="Source Code Pro"/>
                <a:ea typeface="阿里巴巴普惠体"/>
              </a:rPr>
              <a:t>目标：</a:t>
            </a:r>
            <a:endParaRPr lang="en-US" altLang="zh-CN" sz="1100" b="1"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了解</a:t>
            </a:r>
            <a:r>
              <a:rPr lang="en-US" altLang="zh-CN" sz="1100" dirty="0">
                <a:solidFill>
                  <a:srgbClr val="2F2F2F">
                    <a:lumMod val="65000"/>
                    <a:lumOff val="35000"/>
                  </a:srgbClr>
                </a:solidFill>
                <a:latin typeface="Source Code Pro"/>
                <a:ea typeface="阿里巴巴普惠体"/>
              </a:rPr>
              <a:t>AI</a:t>
            </a:r>
            <a:r>
              <a:rPr lang="zh-CN" altLang="en-US" sz="1100" dirty="0">
                <a:solidFill>
                  <a:srgbClr val="2F2F2F">
                    <a:lumMod val="65000"/>
                    <a:lumOff val="35000"/>
                  </a:srgbClr>
                </a:solidFill>
                <a:latin typeface="Source Code Pro"/>
                <a:ea typeface="阿里巴巴普惠体"/>
              </a:rPr>
              <a:t>和大模型关系</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知道常见的大模型</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了解</a:t>
            </a:r>
            <a:r>
              <a:rPr lang="en-US" altLang="zh-CN" sz="1100" dirty="0">
                <a:solidFill>
                  <a:srgbClr val="2F2F2F">
                    <a:lumMod val="65000"/>
                    <a:lumOff val="35000"/>
                  </a:srgbClr>
                </a:solidFill>
                <a:latin typeface="Source Code Pro"/>
                <a:ea typeface="阿里巴巴普惠体"/>
              </a:rPr>
              <a:t>AI</a:t>
            </a:r>
            <a:r>
              <a:rPr lang="zh-CN" altLang="en-US" sz="1100" dirty="0">
                <a:solidFill>
                  <a:srgbClr val="2F2F2F">
                    <a:lumMod val="65000"/>
                    <a:lumOff val="35000"/>
                  </a:srgbClr>
                </a:solidFill>
                <a:latin typeface="Source Code Pro"/>
                <a:ea typeface="阿里巴巴普惠体"/>
              </a:rPr>
              <a:t>的市场发展，找准自己的定位</a:t>
            </a:r>
            <a:endParaRPr lang="en-US" altLang="zh-CN" sz="1100" dirty="0">
              <a:solidFill>
                <a:srgbClr val="2F2F2F">
                  <a:lumMod val="65000"/>
                  <a:lumOff val="35000"/>
                </a:srgbClr>
              </a:solidFill>
              <a:latin typeface="Source Code Pro"/>
              <a:ea typeface="阿里巴巴普惠体"/>
            </a:endParaRPr>
          </a:p>
        </p:txBody>
      </p:sp>
      <p:sp>
        <p:nvSpPr>
          <p:cNvPr id="18" name="PA-文本框 29">
            <a:extLst>
              <a:ext uri="{FF2B5EF4-FFF2-40B4-BE49-F238E27FC236}">
                <a16:creationId xmlns:a16="http://schemas.microsoft.com/office/drawing/2014/main" id="{176FA4A0-6C87-CB33-0244-2A554F1528AE}"/>
              </a:ext>
            </a:extLst>
          </p:cNvPr>
          <p:cNvSpPr txBox="1"/>
          <p:nvPr>
            <p:custDataLst>
              <p:tags r:id="rId7"/>
            </p:custDataLst>
          </p:nvPr>
        </p:nvSpPr>
        <p:spPr>
          <a:xfrm>
            <a:off x="5043405" y="3442251"/>
            <a:ext cx="2271795" cy="890180"/>
          </a:xfrm>
          <a:prstGeom prst="rect">
            <a:avLst/>
          </a:prstGeom>
          <a:noFill/>
        </p:spPr>
        <p:txBody>
          <a:bodyPr wrap="square" rtlCol="0">
            <a:spAutoFit/>
          </a:bodyPr>
          <a:lstStyle/>
          <a:p>
            <a:pPr>
              <a:lnSpc>
                <a:spcPct val="120000"/>
              </a:lnSpc>
              <a:defRPr/>
            </a:pPr>
            <a:r>
              <a:rPr lang="zh-CN" altLang="en-US" sz="1100" b="1" dirty="0">
                <a:solidFill>
                  <a:srgbClr val="2F2F2F">
                    <a:lumMod val="65000"/>
                    <a:lumOff val="35000"/>
                  </a:srgbClr>
                </a:solidFill>
                <a:latin typeface="Source Code Pro"/>
                <a:ea typeface="阿里巴巴普惠体"/>
              </a:rPr>
              <a:t>内容：</a:t>
            </a:r>
            <a:endParaRPr lang="en-US" altLang="zh-CN" sz="1100" b="1"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模型部署</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模型调用</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模型常见参数</a:t>
            </a:r>
            <a:endParaRPr lang="en-US" altLang="zh-CN" sz="1100" dirty="0">
              <a:solidFill>
                <a:srgbClr val="2F2F2F">
                  <a:lumMod val="65000"/>
                  <a:lumOff val="35000"/>
                </a:srgbClr>
              </a:solidFill>
              <a:latin typeface="Source Code Pro"/>
              <a:ea typeface="阿里巴巴普惠体"/>
            </a:endParaRPr>
          </a:p>
        </p:txBody>
      </p:sp>
      <p:sp>
        <p:nvSpPr>
          <p:cNvPr id="19" name="PA-文本框 53">
            <a:extLst>
              <a:ext uri="{FF2B5EF4-FFF2-40B4-BE49-F238E27FC236}">
                <a16:creationId xmlns:a16="http://schemas.microsoft.com/office/drawing/2014/main" id="{3B7D933F-0EB7-F377-0EFD-90DB8414DE37}"/>
              </a:ext>
            </a:extLst>
          </p:cNvPr>
          <p:cNvSpPr txBox="1"/>
          <p:nvPr>
            <p:custDataLst>
              <p:tags r:id="rId8"/>
            </p:custDataLst>
          </p:nvPr>
        </p:nvSpPr>
        <p:spPr>
          <a:xfrm>
            <a:off x="5043406" y="4533866"/>
            <a:ext cx="2665836" cy="1296445"/>
          </a:xfrm>
          <a:prstGeom prst="rect">
            <a:avLst/>
          </a:prstGeom>
          <a:noFill/>
        </p:spPr>
        <p:txBody>
          <a:bodyPr wrap="square" rtlCol="0">
            <a:spAutoFit/>
          </a:bodyPr>
          <a:lstStyle/>
          <a:p>
            <a:pPr>
              <a:lnSpc>
                <a:spcPct val="120000"/>
              </a:lnSpc>
              <a:defRPr/>
            </a:pPr>
            <a:r>
              <a:rPr lang="zh-CN" altLang="en-US" sz="1100" b="1" dirty="0">
                <a:solidFill>
                  <a:srgbClr val="2F2F2F">
                    <a:lumMod val="65000"/>
                    <a:lumOff val="35000"/>
                  </a:srgbClr>
                </a:solidFill>
                <a:latin typeface="Source Code Pro"/>
                <a:ea typeface="阿里巴巴普惠体"/>
              </a:rPr>
              <a:t>目标：</a:t>
            </a:r>
            <a:endParaRPr lang="en-US" altLang="zh-CN" sz="1100" b="1"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了解部署方式的区别</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学会</a:t>
            </a:r>
            <a:r>
              <a:rPr lang="en-US" altLang="zh-CN" sz="1100" dirty="0" err="1">
                <a:solidFill>
                  <a:srgbClr val="2F2F2F">
                    <a:lumMod val="65000"/>
                    <a:lumOff val="35000"/>
                  </a:srgbClr>
                </a:solidFill>
                <a:latin typeface="Source Code Pro"/>
                <a:ea typeface="阿里巴巴普惠体"/>
              </a:rPr>
              <a:t>Ollama</a:t>
            </a:r>
            <a:r>
              <a:rPr lang="zh-CN" altLang="en-US" sz="1100" dirty="0">
                <a:solidFill>
                  <a:srgbClr val="2F2F2F">
                    <a:lumMod val="65000"/>
                    <a:lumOff val="35000"/>
                  </a:srgbClr>
                </a:solidFill>
                <a:latin typeface="Source Code Pro"/>
                <a:ea typeface="阿里巴巴普惠体"/>
              </a:rPr>
              <a:t>部署模型</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学会</a:t>
            </a:r>
            <a:r>
              <a:rPr lang="en-US" altLang="zh-CN" sz="1100" dirty="0">
                <a:solidFill>
                  <a:srgbClr val="2F2F2F">
                    <a:lumMod val="65000"/>
                    <a:lumOff val="35000"/>
                  </a:srgbClr>
                </a:solidFill>
                <a:latin typeface="Source Code Pro"/>
                <a:ea typeface="阿里巴巴普惠体"/>
              </a:rPr>
              <a:t>http</a:t>
            </a:r>
            <a:r>
              <a:rPr lang="zh-CN" altLang="en-US" sz="1100" dirty="0">
                <a:solidFill>
                  <a:srgbClr val="2F2F2F">
                    <a:lumMod val="65000"/>
                    <a:lumOff val="35000"/>
                  </a:srgbClr>
                </a:solidFill>
                <a:latin typeface="Source Code Pro"/>
                <a:ea typeface="阿里巴巴普惠体"/>
              </a:rPr>
              <a:t>方式调用大模型</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理解调用大模型常见的请求参数和响应数据</a:t>
            </a:r>
            <a:endParaRPr lang="en-US" altLang="zh-CN" sz="1100" dirty="0">
              <a:solidFill>
                <a:srgbClr val="2F2F2F">
                  <a:lumMod val="65000"/>
                  <a:lumOff val="35000"/>
                </a:srgbClr>
              </a:solidFill>
              <a:latin typeface="Source Code Pro"/>
              <a:ea typeface="阿里巴巴普惠体"/>
            </a:endParaRPr>
          </a:p>
        </p:txBody>
      </p:sp>
      <p:sp>
        <p:nvSpPr>
          <p:cNvPr id="20" name="PA-文本框 54">
            <a:extLst>
              <a:ext uri="{FF2B5EF4-FFF2-40B4-BE49-F238E27FC236}">
                <a16:creationId xmlns:a16="http://schemas.microsoft.com/office/drawing/2014/main" id="{99653409-6EDB-047B-B5B1-8B9296831B34}"/>
              </a:ext>
            </a:extLst>
          </p:cNvPr>
          <p:cNvSpPr txBox="1"/>
          <p:nvPr>
            <p:custDataLst>
              <p:tags r:id="rId9"/>
            </p:custDataLst>
          </p:nvPr>
        </p:nvSpPr>
        <p:spPr>
          <a:xfrm>
            <a:off x="8700360" y="3437603"/>
            <a:ext cx="1870499" cy="483915"/>
          </a:xfrm>
          <a:prstGeom prst="rect">
            <a:avLst/>
          </a:prstGeom>
          <a:noFill/>
        </p:spPr>
        <p:txBody>
          <a:bodyPr wrap="square" rtlCol="0">
            <a:spAutoFit/>
          </a:bodyPr>
          <a:lstStyle/>
          <a:p>
            <a:pPr>
              <a:lnSpc>
                <a:spcPct val="120000"/>
              </a:lnSpc>
              <a:defRPr/>
            </a:pPr>
            <a:r>
              <a:rPr lang="zh-CN" altLang="en-US" sz="1100" b="1" dirty="0">
                <a:solidFill>
                  <a:srgbClr val="2F2F2F">
                    <a:lumMod val="65000"/>
                    <a:lumOff val="35000"/>
                  </a:srgbClr>
                </a:solidFill>
                <a:latin typeface="Source Code Pro"/>
                <a:ea typeface="阿里巴巴普惠体"/>
              </a:rPr>
              <a:t>内容：</a:t>
            </a:r>
            <a:endParaRPr lang="en-US" altLang="zh-CN" sz="1100" b="1" dirty="0">
              <a:solidFill>
                <a:srgbClr val="2F2F2F">
                  <a:lumMod val="65000"/>
                  <a:lumOff val="35000"/>
                </a:srgbClr>
              </a:solidFill>
              <a:latin typeface="Source Code Pro"/>
              <a:ea typeface="阿里巴巴普惠体"/>
            </a:endParaRPr>
          </a:p>
          <a:p>
            <a:pPr marL="171450" indent="-171450">
              <a:lnSpc>
                <a:spcPct val="120000"/>
              </a:lnSpc>
              <a:buFont typeface="Arial" panose="020B0604020202020204" pitchFamily="34" charset="0"/>
              <a:buChar char="•"/>
              <a:defRPr/>
            </a:pPr>
            <a:r>
              <a:rPr lang="en-US" altLang="zh-CN" sz="1100" dirty="0">
                <a:solidFill>
                  <a:srgbClr val="2F2F2F">
                    <a:lumMod val="65000"/>
                    <a:lumOff val="35000"/>
                  </a:srgbClr>
                </a:solidFill>
                <a:latin typeface="Source Code Pro"/>
                <a:ea typeface="阿里巴巴普惠体"/>
              </a:rPr>
              <a:t>AI</a:t>
            </a:r>
            <a:r>
              <a:rPr lang="zh-CN" altLang="en-US" sz="1100" dirty="0">
                <a:solidFill>
                  <a:srgbClr val="2F2F2F">
                    <a:lumMod val="65000"/>
                    <a:lumOff val="35000"/>
                  </a:srgbClr>
                </a:solidFill>
                <a:latin typeface="Source Code Pro"/>
                <a:ea typeface="阿里巴巴普惠体"/>
              </a:rPr>
              <a:t>志愿填报顾问</a:t>
            </a:r>
            <a:endParaRPr lang="en-US" altLang="zh-CN" sz="1100" dirty="0">
              <a:solidFill>
                <a:srgbClr val="2F2F2F">
                  <a:lumMod val="65000"/>
                  <a:lumOff val="35000"/>
                </a:srgbClr>
              </a:solidFill>
              <a:latin typeface="Source Code Pro"/>
              <a:ea typeface="阿里巴巴普惠体"/>
            </a:endParaRPr>
          </a:p>
        </p:txBody>
      </p:sp>
      <p:sp>
        <p:nvSpPr>
          <p:cNvPr id="21" name="PA-文本框 55">
            <a:extLst>
              <a:ext uri="{FF2B5EF4-FFF2-40B4-BE49-F238E27FC236}">
                <a16:creationId xmlns:a16="http://schemas.microsoft.com/office/drawing/2014/main" id="{162B0B44-A3E6-FF11-5C6B-669CFDECE50A}"/>
              </a:ext>
            </a:extLst>
          </p:cNvPr>
          <p:cNvSpPr txBox="1"/>
          <p:nvPr>
            <p:custDataLst>
              <p:tags r:id="rId10"/>
            </p:custDataLst>
          </p:nvPr>
        </p:nvSpPr>
        <p:spPr>
          <a:xfrm>
            <a:off x="8708033" y="4533863"/>
            <a:ext cx="2154579" cy="1499578"/>
          </a:xfrm>
          <a:prstGeom prst="rect">
            <a:avLst/>
          </a:prstGeom>
          <a:noFill/>
        </p:spPr>
        <p:txBody>
          <a:bodyPr wrap="square" rtlCol="0">
            <a:spAutoFit/>
          </a:bodyPr>
          <a:lstStyle/>
          <a:p>
            <a:pPr>
              <a:lnSpc>
                <a:spcPct val="120000"/>
              </a:lnSpc>
              <a:defRPr/>
            </a:pPr>
            <a:r>
              <a:rPr lang="zh-CN" altLang="en-US" sz="1100" b="1" dirty="0">
                <a:solidFill>
                  <a:srgbClr val="2F2F2F">
                    <a:lumMod val="65000"/>
                    <a:lumOff val="35000"/>
                  </a:srgbClr>
                </a:solidFill>
                <a:latin typeface="Source Code Pro"/>
                <a:ea typeface="阿里巴巴普惠体"/>
              </a:rPr>
              <a:t>目标：</a:t>
            </a:r>
            <a:endParaRPr lang="en-US" altLang="zh-CN" sz="1100" b="1"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en-US" altLang="zh-CN" sz="1100" dirty="0">
                <a:solidFill>
                  <a:srgbClr val="2F2F2F">
                    <a:lumMod val="65000"/>
                    <a:lumOff val="35000"/>
                  </a:srgbClr>
                </a:solidFill>
                <a:latin typeface="Source Code Pro"/>
                <a:ea typeface="阿里巴巴普惠体"/>
              </a:rPr>
              <a:t>LangChain4J</a:t>
            </a:r>
            <a:r>
              <a:rPr lang="zh-CN" altLang="en-US" sz="1100" dirty="0">
                <a:solidFill>
                  <a:srgbClr val="2F2F2F">
                    <a:lumMod val="65000"/>
                    <a:lumOff val="35000"/>
                  </a:srgbClr>
                </a:solidFill>
                <a:latin typeface="Source Code Pro"/>
                <a:ea typeface="阿里巴巴普惠体"/>
              </a:rPr>
              <a:t>的基本使用</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阻塞式</a:t>
            </a:r>
            <a:r>
              <a:rPr lang="en-US" altLang="zh-CN" sz="1100" dirty="0">
                <a:solidFill>
                  <a:srgbClr val="2F2F2F">
                    <a:lumMod val="65000"/>
                    <a:lumOff val="35000"/>
                  </a:srgbClr>
                </a:solidFill>
                <a:latin typeface="Source Code Pro"/>
                <a:ea typeface="阿里巴巴普惠体"/>
              </a:rPr>
              <a:t>/</a:t>
            </a:r>
            <a:r>
              <a:rPr lang="zh-CN" altLang="en-US" sz="1100" dirty="0">
                <a:solidFill>
                  <a:srgbClr val="2F2F2F">
                    <a:lumMod val="65000"/>
                    <a:lumOff val="35000"/>
                  </a:srgbClr>
                </a:solidFill>
                <a:latin typeface="Source Code Pro"/>
                <a:ea typeface="阿里巴巴普惠体"/>
              </a:rPr>
              <a:t>流式调用大模型</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会话记忆</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向量模型、向量数据库</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zh-CN" altLang="en-US" sz="1100" dirty="0">
                <a:solidFill>
                  <a:srgbClr val="2F2F2F">
                    <a:lumMod val="65000"/>
                    <a:lumOff val="35000"/>
                  </a:srgbClr>
                </a:solidFill>
                <a:latin typeface="Source Code Pro"/>
                <a:ea typeface="阿里巴巴普惠体"/>
              </a:rPr>
              <a:t>搭建</a:t>
            </a:r>
            <a:r>
              <a:rPr lang="en-US" altLang="zh-CN" sz="1100" dirty="0">
                <a:solidFill>
                  <a:srgbClr val="2F2F2F">
                    <a:lumMod val="65000"/>
                    <a:lumOff val="35000"/>
                  </a:srgbClr>
                </a:solidFill>
                <a:latin typeface="Source Code Pro"/>
                <a:ea typeface="阿里巴巴普惠体"/>
              </a:rPr>
              <a:t>RAG</a:t>
            </a:r>
            <a:r>
              <a:rPr lang="zh-CN" altLang="en-US" sz="1100" dirty="0">
                <a:solidFill>
                  <a:srgbClr val="2F2F2F">
                    <a:lumMod val="65000"/>
                    <a:lumOff val="35000"/>
                  </a:srgbClr>
                </a:solidFill>
                <a:latin typeface="Source Code Pro"/>
                <a:ea typeface="阿里巴巴普惠体"/>
              </a:rPr>
              <a:t>知识库</a:t>
            </a:r>
            <a:endParaRPr lang="en-US" altLang="zh-CN" sz="1100" dirty="0">
              <a:solidFill>
                <a:srgbClr val="2F2F2F">
                  <a:lumMod val="65000"/>
                  <a:lumOff val="35000"/>
                </a:srgbClr>
              </a:solidFill>
              <a:latin typeface="Source Code Pro"/>
              <a:ea typeface="阿里巴巴普惠体"/>
            </a:endParaRPr>
          </a:p>
          <a:p>
            <a:pPr marL="171442" indent="-171442">
              <a:lnSpc>
                <a:spcPct val="120000"/>
              </a:lnSpc>
              <a:buFont typeface="Arial" panose="020B0604020202020204" pitchFamily="34" charset="0"/>
              <a:buChar char="•"/>
              <a:defRPr/>
            </a:pPr>
            <a:r>
              <a:rPr lang="en-US" altLang="zh-CN" sz="1100" dirty="0">
                <a:solidFill>
                  <a:srgbClr val="2F2F2F">
                    <a:lumMod val="65000"/>
                    <a:lumOff val="35000"/>
                  </a:srgbClr>
                </a:solidFill>
                <a:latin typeface="Source Code Pro"/>
                <a:ea typeface="阿里巴巴普惠体"/>
              </a:rPr>
              <a:t>Tools</a:t>
            </a:r>
            <a:r>
              <a:rPr lang="zh-CN" altLang="en-US" sz="1100" dirty="0">
                <a:solidFill>
                  <a:srgbClr val="2F2F2F">
                    <a:lumMod val="65000"/>
                    <a:lumOff val="35000"/>
                  </a:srgbClr>
                </a:solidFill>
                <a:latin typeface="Source Code Pro"/>
                <a:ea typeface="阿里巴巴普惠体"/>
              </a:rPr>
              <a:t>工具调用</a:t>
            </a:r>
            <a:endParaRPr lang="en-US" altLang="zh-CN" sz="1100" dirty="0">
              <a:solidFill>
                <a:srgbClr val="2F2F2F">
                  <a:lumMod val="65000"/>
                  <a:lumOff val="35000"/>
                </a:srgbClr>
              </a:solidFill>
              <a:latin typeface="Source Code Pro"/>
              <a:ea typeface="阿里巴巴普惠体"/>
            </a:endParaRPr>
          </a:p>
        </p:txBody>
      </p:sp>
    </p:spTree>
    <p:extLst>
      <p:ext uri="{BB962C8B-B14F-4D97-AF65-F5344CB8AC3E}">
        <p14:creationId xmlns:p14="http://schemas.microsoft.com/office/powerpoint/2010/main" val="349146033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par>
                                <p:cTn id="8" presetID="10" presetClass="entr" presetSubtype="0" decel="100000" fill="hold" grpId="0" nodeType="withEffect">
                                  <p:stCondLst>
                                    <p:cond delay="50"/>
                                  </p:stCondLst>
                                  <p:iterate type="wd">
                                    <p:tmPct val="10000"/>
                                  </p:iterate>
                                  <p:childTnLst>
                                    <p:set>
                                      <p:cBhvr>
                                        <p:cTn id="9" dur="1" fill="hold">
                                          <p:stCondLst>
                                            <p:cond delay="0"/>
                                          </p:stCondLst>
                                        </p:cTn>
                                        <p:tgtEl>
                                          <p:spTgt spid="6"/>
                                        </p:tgtEl>
                                        <p:attrNameLst>
                                          <p:attrName>style.visibility</p:attrName>
                                        </p:attrNameLst>
                                      </p:cBhvr>
                                      <p:to>
                                        <p:strVal val="visible"/>
                                      </p:to>
                                    </p:set>
                                    <p:animScale>
                                      <p:cBhvr>
                                        <p:cTn id="10" dur="250" fill="hold">
                                          <p:stCondLst>
                                            <p:cond delay="0"/>
                                          </p:stCondLst>
                                        </p:cTn>
                                        <p:tgtEl>
                                          <p:spTgt spid="6"/>
                                        </p:tgtEl>
                                      </p:cBhvr>
                                      <p:by x="100000" y="100000"/>
                                      <p:from x="0" y="0"/>
                                      <p:to x="120000" y="105000"/>
                                    </p:animScale>
                                    <p:animScale>
                                      <p:cBhvr>
                                        <p:cTn id="11" dur="187" fill="hold">
                                          <p:stCondLst>
                                            <p:cond delay="250"/>
                                          </p:stCondLst>
                                        </p:cTn>
                                        <p:tgtEl>
                                          <p:spTgt spid="6"/>
                                        </p:tgtEl>
                                      </p:cBhvr>
                                      <p:by x="100000" y="100000"/>
                                      <p:from x="120000" y="105000"/>
                                      <p:to x="100000" y="115000"/>
                                    </p:animScale>
                                    <p:animScale>
                                      <p:cBhvr>
                                        <p:cTn id="12" dur="313" fill="hold">
                                          <p:stCondLst>
                                            <p:cond delay="437"/>
                                          </p:stCondLst>
                                        </p:cTn>
                                        <p:tgtEl>
                                          <p:spTgt spid="6"/>
                                        </p:tgtEl>
                                      </p:cBhvr>
                                      <p:by x="100000" y="100000"/>
                                      <p:from x="100000" y="115000"/>
                                      <p:to x="110000" y="100000"/>
                                    </p:animScale>
                                    <p:animScale>
                                      <p:cBhvr>
                                        <p:cTn id="13" dur="250" fill="hold">
                                          <p:stCondLst>
                                            <p:cond delay="750"/>
                                          </p:stCondLst>
                                        </p:cTn>
                                        <p:tgtEl>
                                          <p:spTgt spid="6"/>
                                        </p:tgtEl>
                                      </p:cBhvr>
                                      <p:by x="100000" y="100000"/>
                                      <p:from x="110000" y="100000"/>
                                      <p:to x="100000" y="110000"/>
                                    </p:animScale>
                                    <p:animScale>
                                      <p:cBhvr>
                                        <p:cTn id="14" dur="250" fill="hold">
                                          <p:stCondLst>
                                            <p:cond delay="1000"/>
                                          </p:stCondLst>
                                        </p:cTn>
                                        <p:tgtEl>
                                          <p:spTgt spid="6"/>
                                        </p:tgtEl>
                                      </p:cBhvr>
                                      <p:by x="100000" y="100000"/>
                                      <p:from x="100000" y="110000"/>
                                      <p:to x="100000" y="100000"/>
                                    </p:animScale>
                                  </p:childTnLst>
                                </p:cTn>
                              </p:par>
                              <p:par>
                                <p:cTn id="15" presetID="10" presetClass="entr" presetSubtype="0" fill="hold" grpId="0" nodeType="withEffect">
                                  <p:stCondLst>
                                    <p:cond delay="250"/>
                                  </p:stCondLst>
                                  <p:iterate type="lt">
                                    <p:tmPct val="10000"/>
                                  </p:iterate>
                                  <p:childTnLst>
                                    <p:set>
                                      <p:cBhvr>
                                        <p:cTn id="16" dur="1" fill="hold">
                                          <p:stCondLst>
                                            <p:cond delay="0"/>
                                          </p:stCondLst>
                                        </p:cTn>
                                        <p:tgtEl>
                                          <p:spTgt spid="5"/>
                                        </p:tgtEl>
                                        <p:attrNameLst>
                                          <p:attrName>style.visibility</p:attrName>
                                        </p:attrNameLst>
                                      </p:cBhvr>
                                      <p:to>
                                        <p:strVal val="visible"/>
                                      </p:to>
                                    </p:set>
                                    <p:anim to="0" calcmode="lin" valueType="num">
                                      <p:cBhvr>
                                        <p:cTn id="17" dur="500" decel="100000" fill="hold">
                                          <p:stCondLst>
                                            <p:cond delay="0"/>
                                          </p:stCondLst>
                                        </p:cTn>
                                        <p:tgtEl>
                                          <p:spTgt spid="5"/>
                                        </p:tgtEl>
                                        <p:attrNameLst>
                                          <p:attrName>ppt_y</p:attrName>
                                        </p:attrNameLst>
                                      </p:cBhvr>
                                      <p:tavLst>
                                        <p:tav tm="0">
                                          <p:val>
                                            <p:strVal val="ppt_y+0.02"/>
                                          </p:val>
                                        </p:tav>
                                        <p:tav tm="100000">
                                          <p:val>
                                            <p:strVal val="#ppt_y"/>
                                          </p:val>
                                        </p:tav>
                                      </p:tavLst>
                                    </p:anim>
                                    <p:animEffect transition="in" filter="fade">
                                      <p:cBhvr>
                                        <p:cTn id="18" dur="500">
                                          <p:stCondLst>
                                            <p:cond delay="0"/>
                                          </p:stCondLst>
                                        </p:cTn>
                                        <p:tgtEl>
                                          <p:spTgt spid="5"/>
                                        </p:tgtEl>
                                      </p:cBhvr>
                                    </p:animEffect>
                                    <p:animScale>
                                      <p:cBhvr>
                                        <p:cTn id="19" dur="500" decel="100000" fill="hold">
                                          <p:stCondLst>
                                            <p:cond delay="0"/>
                                          </p:stCondLst>
                                        </p:cTn>
                                        <p:tgtEl>
                                          <p:spTgt spid="5"/>
                                        </p:tgtEl>
                                      </p:cBhvr>
                                      <p:by x="100000" y="100000"/>
                                      <p:from x="110000" y="110000"/>
                                      <p:to x="100000" y="100000"/>
                                    </p:animScale>
                                  </p:childTnLst>
                                </p:cTn>
                              </p:par>
                              <p:par>
                                <p:cTn id="20" presetID="10" presetClass="entr" presetSubtype="0" fill="hold" grpId="0" nodeType="withEffect">
                                  <p:stCondLst>
                                    <p:cond delay="250"/>
                                  </p:stCondLst>
                                  <p:iterate type="wd">
                                    <p:tmPct val="10000"/>
                                  </p:iterate>
                                  <p:childTnLst>
                                    <p:set>
                                      <p:cBhvr>
                                        <p:cTn id="21" dur="1" fill="hold">
                                          <p:stCondLst>
                                            <p:cond delay="0"/>
                                          </p:stCondLst>
                                        </p:cTn>
                                        <p:tgtEl>
                                          <p:spTgt spid="4"/>
                                        </p:tgtEl>
                                        <p:attrNameLst>
                                          <p:attrName>style.visibility</p:attrName>
                                        </p:attrNameLst>
                                      </p:cBhvr>
                                      <p:to>
                                        <p:strVal val="visible"/>
                                      </p:to>
                                    </p:set>
                                    <p:anim to="0" calcmode="lin" valueType="num">
                                      <p:cBhvr>
                                        <p:cTn id="22" dur="500" decel="100000" fill="hold">
                                          <p:stCondLst>
                                            <p:cond delay="0"/>
                                          </p:stCondLst>
                                        </p:cTn>
                                        <p:tgtEl>
                                          <p:spTgt spid="4"/>
                                        </p:tgtEl>
                                        <p:attrNameLst>
                                          <p:attrName>ppt_y</p:attrName>
                                        </p:attrNameLst>
                                      </p:cBhvr>
                                      <p:tavLst>
                                        <p:tav tm="0">
                                          <p:val>
                                            <p:strVal val="ppt_y+0.02"/>
                                          </p:val>
                                        </p:tav>
                                        <p:tav tm="100000">
                                          <p:val>
                                            <p:strVal val="#ppt_y"/>
                                          </p:val>
                                        </p:tav>
                                      </p:tavLst>
                                    </p:anim>
                                    <p:animEffect transition="in" filter="fade">
                                      <p:cBhvr>
                                        <p:cTn id="23" dur="500">
                                          <p:stCondLst>
                                            <p:cond delay="0"/>
                                          </p:stCondLst>
                                        </p:cTn>
                                        <p:tgtEl>
                                          <p:spTgt spid="4"/>
                                        </p:tgtEl>
                                      </p:cBhvr>
                                    </p:animEffect>
                                    <p:animScale>
                                      <p:cBhvr>
                                        <p:cTn id="24" dur="500" decel="100000" fill="hold">
                                          <p:stCondLst>
                                            <p:cond delay="0"/>
                                          </p:stCondLst>
                                        </p:cTn>
                                        <p:tgtEl>
                                          <p:spTgt spid="4"/>
                                        </p:tgtEl>
                                      </p:cBhvr>
                                      <p:by x="100000" y="100000"/>
                                      <p:from x="110000" y="110000"/>
                                      <p:to x="100000" y="100000"/>
                                    </p:animScale>
                                  </p:childTnLst>
                                </p:cTn>
                              </p:par>
                              <p:par>
                                <p:cTn id="25" presetID="10" presetClass="entr" presetSubtype="0" decel="100000" fill="hold" grpId="0" nodeType="withEffect">
                                  <p:stCondLst>
                                    <p:cond delay="550"/>
                                  </p:stCondLst>
                                  <p:iterate type="wd">
                                    <p:tmPct val="10000"/>
                                  </p:iterate>
                                  <p:childTnLst>
                                    <p:set>
                                      <p:cBhvr>
                                        <p:cTn id="26" dur="1" fill="hold">
                                          <p:stCondLst>
                                            <p:cond delay="0"/>
                                          </p:stCondLst>
                                        </p:cTn>
                                        <p:tgtEl>
                                          <p:spTgt spid="9"/>
                                        </p:tgtEl>
                                        <p:attrNameLst>
                                          <p:attrName>style.visibility</p:attrName>
                                        </p:attrNameLst>
                                      </p:cBhvr>
                                      <p:to>
                                        <p:strVal val="visible"/>
                                      </p:to>
                                    </p:set>
                                    <p:animScale>
                                      <p:cBhvr>
                                        <p:cTn id="27" dur="250" fill="hold">
                                          <p:stCondLst>
                                            <p:cond delay="0"/>
                                          </p:stCondLst>
                                        </p:cTn>
                                        <p:tgtEl>
                                          <p:spTgt spid="9"/>
                                        </p:tgtEl>
                                      </p:cBhvr>
                                      <p:by x="100000" y="100000"/>
                                      <p:from x="0" y="0"/>
                                      <p:to x="120000" y="105000"/>
                                    </p:animScale>
                                    <p:animScale>
                                      <p:cBhvr>
                                        <p:cTn id="28" dur="187" fill="hold">
                                          <p:stCondLst>
                                            <p:cond delay="250"/>
                                          </p:stCondLst>
                                        </p:cTn>
                                        <p:tgtEl>
                                          <p:spTgt spid="9"/>
                                        </p:tgtEl>
                                      </p:cBhvr>
                                      <p:by x="100000" y="100000"/>
                                      <p:from x="120000" y="105000"/>
                                      <p:to x="100000" y="115000"/>
                                    </p:animScale>
                                    <p:animScale>
                                      <p:cBhvr>
                                        <p:cTn id="29" dur="313" fill="hold">
                                          <p:stCondLst>
                                            <p:cond delay="437"/>
                                          </p:stCondLst>
                                        </p:cTn>
                                        <p:tgtEl>
                                          <p:spTgt spid="9"/>
                                        </p:tgtEl>
                                      </p:cBhvr>
                                      <p:by x="100000" y="100000"/>
                                      <p:from x="100000" y="115000"/>
                                      <p:to x="110000" y="100000"/>
                                    </p:animScale>
                                    <p:animScale>
                                      <p:cBhvr>
                                        <p:cTn id="30" dur="250" fill="hold">
                                          <p:stCondLst>
                                            <p:cond delay="750"/>
                                          </p:stCondLst>
                                        </p:cTn>
                                        <p:tgtEl>
                                          <p:spTgt spid="9"/>
                                        </p:tgtEl>
                                      </p:cBhvr>
                                      <p:by x="100000" y="100000"/>
                                      <p:from x="110000" y="100000"/>
                                      <p:to x="100000" y="110000"/>
                                    </p:animScale>
                                    <p:animScale>
                                      <p:cBhvr>
                                        <p:cTn id="31" dur="250" fill="hold">
                                          <p:stCondLst>
                                            <p:cond delay="1000"/>
                                          </p:stCondLst>
                                        </p:cTn>
                                        <p:tgtEl>
                                          <p:spTgt spid="9"/>
                                        </p:tgtEl>
                                      </p:cBhvr>
                                      <p:by x="100000" y="100000"/>
                                      <p:from x="100000" y="110000"/>
                                      <p:to x="100000" y="100000"/>
                                    </p:animScale>
                                  </p:childTnLst>
                                </p:cTn>
                              </p:par>
                              <p:par>
                                <p:cTn id="32" presetID="10" presetClass="entr" presetSubtype="0" decel="100000" fill="hold" grpId="0" nodeType="withEffect">
                                  <p:stCondLst>
                                    <p:cond delay="750"/>
                                  </p:stCondLst>
                                  <p:iterate type="lt">
                                    <p:tmPct val="10000"/>
                                  </p:iterate>
                                  <p:childTnLst>
                                    <p:set>
                                      <p:cBhvr>
                                        <p:cTn id="33" dur="1" fill="hold">
                                          <p:stCondLst>
                                            <p:cond delay="0"/>
                                          </p:stCondLst>
                                        </p:cTn>
                                        <p:tgtEl>
                                          <p:spTgt spid="8"/>
                                        </p:tgtEl>
                                        <p:attrNameLst>
                                          <p:attrName>style.visibility</p:attrName>
                                        </p:attrNameLst>
                                      </p:cBhvr>
                                      <p:to>
                                        <p:strVal val="visible"/>
                                      </p:to>
                                    </p:set>
                                    <p:animEffect transition="in" filter="fade">
                                      <p:cBhvr>
                                        <p:cTn id="34" dur="500">
                                          <p:stCondLst>
                                            <p:cond delay="0"/>
                                          </p:stCondLst>
                                        </p:cTn>
                                        <p:tgtEl>
                                          <p:spTgt spid="8"/>
                                        </p:tgtEl>
                                      </p:cBhvr>
                                    </p:animEffect>
                                    <p:anim to="0" calcmode="lin" valueType="num">
                                      <p:cBhvr>
                                        <p:cTn id="35" dur="500" fill="hold">
                                          <p:stCondLst>
                                            <p:cond delay="0"/>
                                          </p:stCondLst>
                                        </p:cTn>
                                        <p:tgtEl>
                                          <p:spTgt spid="8"/>
                                        </p:tgtEl>
                                        <p:attrNameLst>
                                          <p:attrName>ppt_y</p:attrName>
                                        </p:attrNameLst>
                                      </p:cBhvr>
                                      <p:tavLst>
                                        <p:tav tm="0">
                                          <p:val>
                                            <p:strVal val="#ppt_y+.05"/>
                                          </p:val>
                                        </p:tav>
                                        <p:tav tm="100000">
                                          <p:val>
                                            <p:strVal val="#ppt_y"/>
                                          </p:val>
                                        </p:tav>
                                      </p:tavLst>
                                    </p:anim>
                                  </p:childTnLst>
                                </p:cTn>
                              </p:par>
                              <p:par>
                                <p:cTn id="36" presetID="10" presetClass="entr" presetSubtype="0" decel="100000" fill="hold" grpId="0" nodeType="withEffect">
                                  <p:stCondLst>
                                    <p:cond delay="75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stCondLst>
                                            <p:cond delay="0"/>
                                          </p:stCondLst>
                                        </p:cTn>
                                        <p:tgtEl>
                                          <p:spTgt spid="7"/>
                                        </p:tgtEl>
                                      </p:cBhvr>
                                    </p:animEffect>
                                    <p:anim to="0" calcmode="lin" valueType="num">
                                      <p:cBhvr>
                                        <p:cTn id="39" dur="500" fill="hold">
                                          <p:stCondLst>
                                            <p:cond delay="0"/>
                                          </p:stCondLst>
                                        </p:cTn>
                                        <p:tgtEl>
                                          <p:spTgt spid="7"/>
                                        </p:tgtEl>
                                        <p:attrNameLst>
                                          <p:attrName>ppt_y</p:attrName>
                                        </p:attrNameLst>
                                      </p:cBhvr>
                                      <p:tavLst>
                                        <p:tav tm="0">
                                          <p:val>
                                            <p:strVal val="#ppt_y+.05"/>
                                          </p:val>
                                        </p:tav>
                                        <p:tav tm="100000">
                                          <p:val>
                                            <p:strVal val="#ppt_y"/>
                                          </p:val>
                                        </p:tav>
                                      </p:tavLst>
                                    </p:anim>
                                  </p:childTnLst>
                                </p:cTn>
                              </p:par>
                              <p:par>
                                <p:cTn id="40" presetID="10" presetClass="entr" presetSubtype="0" decel="100000" fill="hold" grpId="0" nodeType="withEffect">
                                  <p:stCondLst>
                                    <p:cond delay="1050"/>
                                  </p:stCondLst>
                                  <p:iterate type="wd">
                                    <p:tmPct val="10000"/>
                                  </p:iterate>
                                  <p:childTnLst>
                                    <p:set>
                                      <p:cBhvr>
                                        <p:cTn id="41" dur="1" fill="hold">
                                          <p:stCondLst>
                                            <p:cond delay="0"/>
                                          </p:stCondLst>
                                        </p:cTn>
                                        <p:tgtEl>
                                          <p:spTgt spid="12"/>
                                        </p:tgtEl>
                                        <p:attrNameLst>
                                          <p:attrName>style.visibility</p:attrName>
                                        </p:attrNameLst>
                                      </p:cBhvr>
                                      <p:to>
                                        <p:strVal val="visible"/>
                                      </p:to>
                                    </p:set>
                                    <p:animScale>
                                      <p:cBhvr>
                                        <p:cTn id="42" dur="250" fill="hold">
                                          <p:stCondLst>
                                            <p:cond delay="0"/>
                                          </p:stCondLst>
                                        </p:cTn>
                                        <p:tgtEl>
                                          <p:spTgt spid="12"/>
                                        </p:tgtEl>
                                      </p:cBhvr>
                                      <p:by x="100000" y="100000"/>
                                      <p:from x="0" y="0"/>
                                      <p:to x="120000" y="105000"/>
                                    </p:animScale>
                                    <p:animScale>
                                      <p:cBhvr>
                                        <p:cTn id="43" dur="187" fill="hold">
                                          <p:stCondLst>
                                            <p:cond delay="250"/>
                                          </p:stCondLst>
                                        </p:cTn>
                                        <p:tgtEl>
                                          <p:spTgt spid="12"/>
                                        </p:tgtEl>
                                      </p:cBhvr>
                                      <p:by x="100000" y="100000"/>
                                      <p:from x="120000" y="105000"/>
                                      <p:to x="100000" y="115000"/>
                                    </p:animScale>
                                    <p:animScale>
                                      <p:cBhvr>
                                        <p:cTn id="44" dur="313" fill="hold">
                                          <p:stCondLst>
                                            <p:cond delay="437"/>
                                          </p:stCondLst>
                                        </p:cTn>
                                        <p:tgtEl>
                                          <p:spTgt spid="12"/>
                                        </p:tgtEl>
                                      </p:cBhvr>
                                      <p:by x="100000" y="100000"/>
                                      <p:from x="100000" y="115000"/>
                                      <p:to x="110000" y="100000"/>
                                    </p:animScale>
                                    <p:animScale>
                                      <p:cBhvr>
                                        <p:cTn id="45" dur="250" fill="hold">
                                          <p:stCondLst>
                                            <p:cond delay="750"/>
                                          </p:stCondLst>
                                        </p:cTn>
                                        <p:tgtEl>
                                          <p:spTgt spid="12"/>
                                        </p:tgtEl>
                                      </p:cBhvr>
                                      <p:by x="100000" y="100000"/>
                                      <p:from x="110000" y="100000"/>
                                      <p:to x="100000" y="110000"/>
                                    </p:animScale>
                                    <p:animScale>
                                      <p:cBhvr>
                                        <p:cTn id="46" dur="250" fill="hold">
                                          <p:stCondLst>
                                            <p:cond delay="1000"/>
                                          </p:stCondLst>
                                        </p:cTn>
                                        <p:tgtEl>
                                          <p:spTgt spid="12"/>
                                        </p:tgtEl>
                                      </p:cBhvr>
                                      <p:by x="100000" y="100000"/>
                                      <p:from x="100000" y="110000"/>
                                      <p:to x="100000" y="100000"/>
                                    </p:animScale>
                                  </p:childTnLst>
                                </p:cTn>
                              </p:par>
                              <p:par>
                                <p:cTn id="47" presetID="10" presetClass="entr" presetSubtype="0" decel="100000" fill="hold" grpId="0" nodeType="withEffect">
                                  <p:stCondLst>
                                    <p:cond delay="1250"/>
                                  </p:stCondLst>
                                  <p:iterate type="lt">
                                    <p:tmPct val="10000"/>
                                  </p:iterate>
                                  <p:childTnLst>
                                    <p:set>
                                      <p:cBhvr>
                                        <p:cTn id="48" dur="1" fill="hold">
                                          <p:stCondLst>
                                            <p:cond delay="0"/>
                                          </p:stCondLst>
                                        </p:cTn>
                                        <p:tgtEl>
                                          <p:spTgt spid="11"/>
                                        </p:tgtEl>
                                        <p:attrNameLst>
                                          <p:attrName>style.visibility</p:attrName>
                                        </p:attrNameLst>
                                      </p:cBhvr>
                                      <p:to>
                                        <p:strVal val="visible"/>
                                      </p:to>
                                    </p:set>
                                    <p:animEffect transition="in" filter="fade">
                                      <p:cBhvr>
                                        <p:cTn id="49" dur="500">
                                          <p:stCondLst>
                                            <p:cond delay="0"/>
                                          </p:stCondLst>
                                        </p:cTn>
                                        <p:tgtEl>
                                          <p:spTgt spid="11"/>
                                        </p:tgtEl>
                                      </p:cBhvr>
                                    </p:animEffect>
                                    <p:anim to="0" calcmode="lin" valueType="num">
                                      <p:cBhvr>
                                        <p:cTn id="50" dur="500" fill="hold">
                                          <p:stCondLst>
                                            <p:cond delay="0"/>
                                          </p:stCondLst>
                                        </p:cTn>
                                        <p:tgtEl>
                                          <p:spTgt spid="11"/>
                                        </p:tgtEl>
                                        <p:attrNameLst>
                                          <p:attrName>ppt_y</p:attrName>
                                        </p:attrNameLst>
                                      </p:cBhvr>
                                      <p:tavLst>
                                        <p:tav tm="0">
                                          <p:val>
                                            <p:strVal val="#ppt_y+.05"/>
                                          </p:val>
                                        </p:tav>
                                        <p:tav tm="100000">
                                          <p:val>
                                            <p:strVal val="#ppt_y"/>
                                          </p:val>
                                        </p:tav>
                                      </p:tavLst>
                                    </p:anim>
                                  </p:childTnLst>
                                </p:cTn>
                              </p:par>
                              <p:par>
                                <p:cTn id="51" presetID="10" presetClass="entr" presetSubtype="0" decel="100000" fill="hold" grpId="0" nodeType="withEffect">
                                  <p:stCondLst>
                                    <p:cond delay="1250"/>
                                  </p:stCondLst>
                                  <p:iterate type="lt">
                                    <p:tmPct val="10000"/>
                                  </p:iterate>
                                  <p:childTnLst>
                                    <p:set>
                                      <p:cBhvr>
                                        <p:cTn id="52" dur="1" fill="hold">
                                          <p:stCondLst>
                                            <p:cond delay="0"/>
                                          </p:stCondLst>
                                        </p:cTn>
                                        <p:tgtEl>
                                          <p:spTgt spid="10"/>
                                        </p:tgtEl>
                                        <p:attrNameLst>
                                          <p:attrName>style.visibility</p:attrName>
                                        </p:attrNameLst>
                                      </p:cBhvr>
                                      <p:to>
                                        <p:strVal val="visible"/>
                                      </p:to>
                                    </p:set>
                                    <p:animEffect transition="in" filter="fade">
                                      <p:cBhvr>
                                        <p:cTn id="53" dur="500">
                                          <p:stCondLst>
                                            <p:cond delay="0"/>
                                          </p:stCondLst>
                                        </p:cTn>
                                        <p:tgtEl>
                                          <p:spTgt spid="10"/>
                                        </p:tgtEl>
                                      </p:cBhvr>
                                    </p:animEffect>
                                    <p:anim to="0" calcmode="lin" valueType="num">
                                      <p:cBhvr>
                                        <p:cTn id="54" dur="500" fill="hold">
                                          <p:stCondLst>
                                            <p:cond delay="0"/>
                                          </p:stCondLst>
                                        </p:cTn>
                                        <p:tgtEl>
                                          <p:spTgt spid="10"/>
                                        </p:tgtEl>
                                        <p:attrNameLst>
                                          <p:attrName>ppt_y</p:attrName>
                                        </p:attrNameLst>
                                      </p:cBhvr>
                                      <p:tavLst>
                                        <p:tav tm="0">
                                          <p:val>
                                            <p:strVal val="#ppt_y+.05"/>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iterate type="wd">
                                    <p:tmPct val="5000"/>
                                  </p:iterate>
                                  <p:childTnLst>
                                    <p:set>
                                      <p:cBhvr>
                                        <p:cTn id="58" dur="1" fill="hold">
                                          <p:stCondLst>
                                            <p:cond delay="0"/>
                                          </p:stCondLst>
                                        </p:cTn>
                                        <p:tgtEl>
                                          <p:spTgt spid="16"/>
                                        </p:tgtEl>
                                        <p:attrNameLst>
                                          <p:attrName>style.visibility</p:attrName>
                                        </p:attrNameLst>
                                      </p:cBhvr>
                                      <p:to>
                                        <p:strVal val="visible"/>
                                      </p:to>
                                    </p:set>
                                    <p:anim to="0" calcmode="lin" valueType="num">
                                      <p:cBhvr>
                                        <p:cTn id="59" dur="500" decel="100000" fill="hold">
                                          <p:stCondLst>
                                            <p:cond delay="0"/>
                                          </p:stCondLst>
                                        </p:cTn>
                                        <p:tgtEl>
                                          <p:spTgt spid="16"/>
                                        </p:tgtEl>
                                        <p:attrNameLst>
                                          <p:attrName>ppt_y</p:attrName>
                                        </p:attrNameLst>
                                      </p:cBhvr>
                                      <p:tavLst>
                                        <p:tav tm="0">
                                          <p:val>
                                            <p:strVal val="ppt_y-0.02"/>
                                          </p:val>
                                        </p:tav>
                                        <p:tav tm="100000">
                                          <p:val>
                                            <p:strVal val="#ppt_y"/>
                                          </p:val>
                                        </p:tav>
                                      </p:tavLst>
                                    </p:anim>
                                    <p:animEffect transition="in" filter="fade">
                                      <p:cBhvr>
                                        <p:cTn id="60" dur="500">
                                          <p:stCondLst>
                                            <p:cond delay="0"/>
                                          </p:stCondLst>
                                        </p:cTn>
                                        <p:tgtEl>
                                          <p:spTgt spid="16"/>
                                        </p:tgtEl>
                                      </p:cBhvr>
                                    </p:animEffect>
                                    <p:animScale>
                                      <p:cBhvr>
                                        <p:cTn id="61" dur="500" decel="100000" fill="hold">
                                          <p:stCondLst>
                                            <p:cond delay="0"/>
                                          </p:stCondLst>
                                        </p:cTn>
                                        <p:tgtEl>
                                          <p:spTgt spid="16"/>
                                        </p:tgtEl>
                                      </p:cBhvr>
                                      <p:by x="100000" y="100000"/>
                                      <p:from x="110000" y="110000"/>
                                      <p:to x="100000" y="100000"/>
                                    </p:animScale>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iterate type="wd">
                                    <p:tmPct val="5000"/>
                                  </p:iterate>
                                  <p:childTnLst>
                                    <p:set>
                                      <p:cBhvr>
                                        <p:cTn id="65" dur="1" fill="hold">
                                          <p:stCondLst>
                                            <p:cond delay="0"/>
                                          </p:stCondLst>
                                        </p:cTn>
                                        <p:tgtEl>
                                          <p:spTgt spid="17"/>
                                        </p:tgtEl>
                                        <p:attrNameLst>
                                          <p:attrName>style.visibility</p:attrName>
                                        </p:attrNameLst>
                                      </p:cBhvr>
                                      <p:to>
                                        <p:strVal val="visible"/>
                                      </p:to>
                                    </p:set>
                                    <p:anim to="" calcmode="lin" valueType="num">
                                      <p:cBhvr>
                                        <p:cTn id="66" dur="500" decel="100000" fill="hold">
                                          <p:stCondLst>
                                            <p:cond delay="0"/>
                                          </p:stCondLst>
                                        </p:cTn>
                                        <p:tgtEl>
                                          <p:spTgt spid="17"/>
                                        </p:tgtEl>
                                        <p:attrNameLst>
                                          <p:attrName>ppt_y</p:attrName>
                                        </p:attrNameLst>
                                      </p:cBhvr>
                                      <p:tavLst>
                                        <p:tav tm="0">
                                          <p:val>
                                            <p:strVal val="ppt_y-0.02"/>
                                          </p:val>
                                        </p:tav>
                                        <p:tav tm="100000">
                                          <p:val>
                                            <p:strVal val="#ppt_y"/>
                                          </p:val>
                                        </p:tav>
                                      </p:tavLst>
                                    </p:anim>
                                    <p:animEffect filter="fade">
                                      <p:cBhvr>
                                        <p:cTn id="67" dur="500">
                                          <p:stCondLst>
                                            <p:cond delay="0"/>
                                          </p:stCondLst>
                                        </p:cTn>
                                        <p:tgtEl>
                                          <p:spTgt spid="17"/>
                                        </p:tgtEl>
                                      </p:cBhvr>
                                    </p:animEffect>
                                    <p:animScale>
                                      <p:cBhvr>
                                        <p:cTn id="68" dur="500" decel="100000" fill="hold">
                                          <p:stCondLst>
                                            <p:cond delay="0"/>
                                          </p:stCondLst>
                                        </p:cTn>
                                        <p:tgtEl>
                                          <p:spTgt spid="17"/>
                                        </p:tgtEl>
                                      </p:cBhvr>
                                      <p:from x="110000" y="110000"/>
                                      <p:to x="100000" y="100000"/>
                                    </p:animScale>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iterate type="wd">
                                    <p:tmPct val="5000"/>
                                  </p:iterate>
                                  <p:childTnLst>
                                    <p:set>
                                      <p:cBhvr>
                                        <p:cTn id="72" dur="1" fill="hold">
                                          <p:stCondLst>
                                            <p:cond delay="0"/>
                                          </p:stCondLst>
                                        </p:cTn>
                                        <p:tgtEl>
                                          <p:spTgt spid="18"/>
                                        </p:tgtEl>
                                        <p:attrNameLst>
                                          <p:attrName>style.visibility</p:attrName>
                                        </p:attrNameLst>
                                      </p:cBhvr>
                                      <p:to>
                                        <p:strVal val="visible"/>
                                      </p:to>
                                    </p:set>
                                    <p:anim to="" calcmode="lin" valueType="num">
                                      <p:cBhvr>
                                        <p:cTn id="73" dur="500" decel="100000" fill="hold">
                                          <p:stCondLst>
                                            <p:cond delay="0"/>
                                          </p:stCondLst>
                                        </p:cTn>
                                        <p:tgtEl>
                                          <p:spTgt spid="18"/>
                                        </p:tgtEl>
                                        <p:attrNameLst>
                                          <p:attrName>ppt_y</p:attrName>
                                        </p:attrNameLst>
                                      </p:cBhvr>
                                      <p:tavLst>
                                        <p:tav tm="0">
                                          <p:val>
                                            <p:strVal val="ppt_y-0.02"/>
                                          </p:val>
                                        </p:tav>
                                        <p:tav tm="100000">
                                          <p:val>
                                            <p:strVal val="#ppt_y"/>
                                          </p:val>
                                        </p:tav>
                                      </p:tavLst>
                                    </p:anim>
                                    <p:animEffect filter="fade">
                                      <p:cBhvr>
                                        <p:cTn id="74" dur="500">
                                          <p:stCondLst>
                                            <p:cond delay="0"/>
                                          </p:stCondLst>
                                        </p:cTn>
                                        <p:tgtEl>
                                          <p:spTgt spid="18"/>
                                        </p:tgtEl>
                                      </p:cBhvr>
                                    </p:animEffect>
                                    <p:animScale>
                                      <p:cBhvr>
                                        <p:cTn id="75" dur="500" decel="100000" fill="hold">
                                          <p:stCondLst>
                                            <p:cond delay="0"/>
                                          </p:stCondLst>
                                        </p:cTn>
                                        <p:tgtEl>
                                          <p:spTgt spid="18"/>
                                        </p:tgtEl>
                                      </p:cBhvr>
                                      <p:from x="110000" y="110000"/>
                                      <p:to x="100000" y="100000"/>
                                    </p:animScale>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iterate type="wd">
                                    <p:tmPct val="5000"/>
                                  </p:iterate>
                                  <p:childTnLst>
                                    <p:set>
                                      <p:cBhvr>
                                        <p:cTn id="79" dur="1" fill="hold">
                                          <p:stCondLst>
                                            <p:cond delay="0"/>
                                          </p:stCondLst>
                                        </p:cTn>
                                        <p:tgtEl>
                                          <p:spTgt spid="19"/>
                                        </p:tgtEl>
                                        <p:attrNameLst>
                                          <p:attrName>style.visibility</p:attrName>
                                        </p:attrNameLst>
                                      </p:cBhvr>
                                      <p:to>
                                        <p:strVal val="visible"/>
                                      </p:to>
                                    </p:set>
                                    <p:anim to="" calcmode="lin" valueType="num">
                                      <p:cBhvr>
                                        <p:cTn id="80" dur="500" decel="100000" fill="hold">
                                          <p:stCondLst>
                                            <p:cond delay="0"/>
                                          </p:stCondLst>
                                        </p:cTn>
                                        <p:tgtEl>
                                          <p:spTgt spid="19"/>
                                        </p:tgtEl>
                                        <p:attrNameLst>
                                          <p:attrName>ppt_y</p:attrName>
                                        </p:attrNameLst>
                                      </p:cBhvr>
                                      <p:tavLst>
                                        <p:tav tm="0">
                                          <p:val>
                                            <p:strVal val="ppt_y-0.02"/>
                                          </p:val>
                                        </p:tav>
                                        <p:tav tm="100000">
                                          <p:val>
                                            <p:strVal val="#ppt_y"/>
                                          </p:val>
                                        </p:tav>
                                      </p:tavLst>
                                    </p:anim>
                                    <p:animEffect filter="fade">
                                      <p:cBhvr>
                                        <p:cTn id="81" dur="500">
                                          <p:stCondLst>
                                            <p:cond delay="0"/>
                                          </p:stCondLst>
                                        </p:cTn>
                                        <p:tgtEl>
                                          <p:spTgt spid="19"/>
                                        </p:tgtEl>
                                      </p:cBhvr>
                                    </p:animEffect>
                                    <p:animScale>
                                      <p:cBhvr>
                                        <p:cTn id="82" dur="500" decel="100000" fill="hold">
                                          <p:stCondLst>
                                            <p:cond delay="0"/>
                                          </p:stCondLst>
                                        </p:cTn>
                                        <p:tgtEl>
                                          <p:spTgt spid="19"/>
                                        </p:tgtEl>
                                      </p:cBhvr>
                                      <p:from x="110000" y="110000"/>
                                      <p:to x="100000" y="100000"/>
                                    </p:animScale>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iterate type="wd">
                                    <p:tmPct val="5000"/>
                                  </p:iterate>
                                  <p:childTnLst>
                                    <p:set>
                                      <p:cBhvr>
                                        <p:cTn id="86" dur="1" fill="hold">
                                          <p:stCondLst>
                                            <p:cond delay="0"/>
                                          </p:stCondLst>
                                        </p:cTn>
                                        <p:tgtEl>
                                          <p:spTgt spid="20"/>
                                        </p:tgtEl>
                                        <p:attrNameLst>
                                          <p:attrName>style.visibility</p:attrName>
                                        </p:attrNameLst>
                                      </p:cBhvr>
                                      <p:to>
                                        <p:strVal val="visible"/>
                                      </p:to>
                                    </p:set>
                                    <p:anim to="" calcmode="lin" valueType="num">
                                      <p:cBhvr>
                                        <p:cTn id="87" dur="500" decel="100000" fill="hold">
                                          <p:stCondLst>
                                            <p:cond delay="0"/>
                                          </p:stCondLst>
                                        </p:cTn>
                                        <p:tgtEl>
                                          <p:spTgt spid="20"/>
                                        </p:tgtEl>
                                        <p:attrNameLst>
                                          <p:attrName>ppt_y</p:attrName>
                                        </p:attrNameLst>
                                      </p:cBhvr>
                                      <p:tavLst>
                                        <p:tav tm="0">
                                          <p:val>
                                            <p:strVal val="ppt_y-0.02"/>
                                          </p:val>
                                        </p:tav>
                                        <p:tav tm="100000">
                                          <p:val>
                                            <p:strVal val="#ppt_y"/>
                                          </p:val>
                                        </p:tav>
                                      </p:tavLst>
                                    </p:anim>
                                    <p:animEffect filter="fade">
                                      <p:cBhvr>
                                        <p:cTn id="88" dur="500">
                                          <p:stCondLst>
                                            <p:cond delay="0"/>
                                          </p:stCondLst>
                                        </p:cTn>
                                        <p:tgtEl>
                                          <p:spTgt spid="20"/>
                                        </p:tgtEl>
                                      </p:cBhvr>
                                    </p:animEffect>
                                    <p:animScale>
                                      <p:cBhvr>
                                        <p:cTn id="89" dur="500" decel="100000" fill="hold">
                                          <p:stCondLst>
                                            <p:cond delay="0"/>
                                          </p:stCondLst>
                                        </p:cTn>
                                        <p:tgtEl>
                                          <p:spTgt spid="20"/>
                                        </p:tgtEl>
                                      </p:cBhvr>
                                      <p:from x="110000" y="110000"/>
                                      <p:to x="100000" y="100000"/>
                                    </p:animScale>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iterate type="wd">
                                    <p:tmPct val="5000"/>
                                  </p:iterate>
                                  <p:childTnLst>
                                    <p:set>
                                      <p:cBhvr>
                                        <p:cTn id="93" dur="1" fill="hold">
                                          <p:stCondLst>
                                            <p:cond delay="0"/>
                                          </p:stCondLst>
                                        </p:cTn>
                                        <p:tgtEl>
                                          <p:spTgt spid="21"/>
                                        </p:tgtEl>
                                        <p:attrNameLst>
                                          <p:attrName>style.visibility</p:attrName>
                                        </p:attrNameLst>
                                      </p:cBhvr>
                                      <p:to>
                                        <p:strVal val="visible"/>
                                      </p:to>
                                    </p:set>
                                    <p:anim to="" calcmode="lin" valueType="num">
                                      <p:cBhvr>
                                        <p:cTn id="94" dur="500" decel="100000" fill="hold">
                                          <p:stCondLst>
                                            <p:cond delay="0"/>
                                          </p:stCondLst>
                                        </p:cTn>
                                        <p:tgtEl>
                                          <p:spTgt spid="21"/>
                                        </p:tgtEl>
                                        <p:attrNameLst>
                                          <p:attrName>ppt_y</p:attrName>
                                        </p:attrNameLst>
                                      </p:cBhvr>
                                      <p:tavLst>
                                        <p:tav tm="0">
                                          <p:val>
                                            <p:strVal val="ppt_y-0.02"/>
                                          </p:val>
                                        </p:tav>
                                        <p:tav tm="100000">
                                          <p:val>
                                            <p:strVal val="#ppt_y"/>
                                          </p:val>
                                        </p:tav>
                                      </p:tavLst>
                                    </p:anim>
                                    <p:animEffect filter="fade">
                                      <p:cBhvr>
                                        <p:cTn id="95" dur="500">
                                          <p:stCondLst>
                                            <p:cond delay="0"/>
                                          </p:stCondLst>
                                        </p:cTn>
                                        <p:tgtEl>
                                          <p:spTgt spid="21"/>
                                        </p:tgtEl>
                                      </p:cBhvr>
                                    </p:animEffect>
                                    <p:animScale>
                                      <p:cBhvr>
                                        <p:cTn id="96" dur="500" decel="100000" fill="hold">
                                          <p:stCondLst>
                                            <p:cond delay="0"/>
                                          </p:stCondLst>
                                        </p:cTn>
                                        <p:tgtEl>
                                          <p:spTgt spid="21"/>
                                        </p:tgtEl>
                                      </p:cBhvr>
                                      <p:from x="110000" y="110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animBg="1"/>
      <p:bldP spid="10" grpId="0"/>
      <p:bldP spid="11" grpId="0"/>
      <p:bldP spid="12" grpId="0" animBg="1"/>
      <p:bldP spid="16" grpId="0"/>
      <p:bldP spid="17" grpId="0"/>
      <p:bldP spid="18" grpId="0"/>
      <p:bldP spid="19" grpId="0"/>
      <p:bldP spid="20"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997EA-0E62-E662-88EC-4344810F351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4568A36-4D01-AC11-EB99-7B2447E46AA1}"/>
              </a:ext>
            </a:extLst>
          </p:cNvPr>
          <p:cNvSpPr>
            <a:spLocks noGrp="1"/>
          </p:cNvSpPr>
          <p:nvPr>
            <p:ph type="title"/>
          </p:nvPr>
        </p:nvSpPr>
        <p:spPr/>
        <p:txBody>
          <a:bodyPr/>
          <a:lstStyle/>
          <a:p>
            <a:r>
              <a:rPr lang="zh-CN" altLang="en-US"/>
              <a:t>课程收获</a:t>
            </a:r>
          </a:p>
        </p:txBody>
      </p:sp>
      <p:sp>
        <p:nvSpPr>
          <p:cNvPr id="13" name="!!椭圆 11">
            <a:extLst>
              <a:ext uri="{FF2B5EF4-FFF2-40B4-BE49-F238E27FC236}">
                <a16:creationId xmlns:a16="http://schemas.microsoft.com/office/drawing/2014/main" id="{50F97466-0966-4DBE-0AF2-F40DAAADDDD1}"/>
              </a:ext>
            </a:extLst>
          </p:cNvPr>
          <p:cNvSpPr/>
          <p:nvPr/>
        </p:nvSpPr>
        <p:spPr>
          <a:xfrm flipH="1">
            <a:off x="8987663" y="2307931"/>
            <a:ext cx="1737843" cy="1737843"/>
          </a:xfrm>
          <a:prstGeom prst="ellipse">
            <a:avLst/>
          </a:prstGeom>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white"/>
                </a:solidFill>
                <a:effectLst/>
                <a:uLnTx/>
                <a:uFillTx/>
                <a:latin typeface="Open Sans" panose="020B0606030504020204" pitchFamily="34" charset="0"/>
                <a:cs typeface="Open Sans" panose="020B0606030504020204" pitchFamily="34" charset="0"/>
              </a:rPr>
              <a:t>解决大模型应用开发的常见问题</a:t>
            </a:r>
            <a:endParaRPr kumimoji="0" lang="en-US" altLang="zh-CN" sz="1600" b="1" i="0" u="none" strike="noStrike" kern="1200" cap="none" spc="0" normalizeH="0" baseline="0" noProof="0" dirty="0">
              <a:ln>
                <a:noFill/>
              </a:ln>
              <a:solidFill>
                <a:prstClr val="white"/>
              </a:solidFill>
              <a:effectLst/>
              <a:uLnTx/>
              <a:uFillTx/>
              <a:latin typeface="Open Sans" panose="020B0606030504020204" pitchFamily="34" charset="0"/>
              <a:cs typeface="Open Sans" panose="020B0606030504020204" pitchFamily="34" charset="0"/>
            </a:endParaRPr>
          </a:p>
        </p:txBody>
      </p:sp>
      <p:sp>
        <p:nvSpPr>
          <p:cNvPr id="14" name="!!椭圆 8">
            <a:extLst>
              <a:ext uri="{FF2B5EF4-FFF2-40B4-BE49-F238E27FC236}">
                <a16:creationId xmlns:a16="http://schemas.microsoft.com/office/drawing/2014/main" id="{0E9D1263-03A9-1929-B82C-75D22CD86446}"/>
              </a:ext>
            </a:extLst>
          </p:cNvPr>
          <p:cNvSpPr/>
          <p:nvPr/>
        </p:nvSpPr>
        <p:spPr>
          <a:xfrm>
            <a:off x="1466494" y="2307931"/>
            <a:ext cx="1737842" cy="1737842"/>
          </a:xfrm>
          <a:prstGeom prst="ellipse">
            <a:avLst/>
          </a:prstGeom>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Open Sans" panose="020B0606030504020204" pitchFamily="34" charset="0"/>
                <a:cs typeface="Open Sans" panose="020B0606030504020204" pitchFamily="34" charset="0"/>
              </a:rPr>
              <a:t>掌握</a:t>
            </a:r>
            <a:r>
              <a:rPr kumimoji="0" lang="en-US" altLang="zh-CN" sz="1600" b="1" i="0" u="none" strike="noStrike" kern="1200" cap="none" spc="0" normalizeH="0" baseline="0" noProof="0" dirty="0">
                <a:ln>
                  <a:noFill/>
                </a:ln>
                <a:solidFill>
                  <a:prstClr val="white"/>
                </a:solidFill>
                <a:effectLst/>
                <a:uLnTx/>
                <a:uFillTx/>
                <a:latin typeface="Open Sans" panose="020B0606030504020204" pitchFamily="34" charset="0"/>
                <a:cs typeface="Open Sans" panose="020B0606030504020204" pitchFamily="34" charset="0"/>
              </a:rPr>
              <a:t>LangChain4j</a:t>
            </a:r>
            <a:r>
              <a:rPr kumimoji="0" lang="zh-CN" altLang="en-US" sz="1600" b="1" i="0" u="none" strike="noStrike" kern="1200" cap="none" spc="0" normalizeH="0" baseline="0" noProof="0" dirty="0">
                <a:ln>
                  <a:noFill/>
                </a:ln>
                <a:solidFill>
                  <a:prstClr val="white"/>
                </a:solidFill>
                <a:effectLst/>
                <a:uLnTx/>
                <a:uFillTx/>
                <a:latin typeface="Open Sans" panose="020B0606030504020204" pitchFamily="34" charset="0"/>
                <a:cs typeface="Open Sans" panose="020B0606030504020204" pitchFamily="34" charset="0"/>
              </a:rPr>
              <a:t>的基本使用</a:t>
            </a:r>
            <a:endParaRPr kumimoji="0" lang="en-US" altLang="zh-CN" sz="1600" b="1" i="0" u="none" strike="noStrike" kern="1200" cap="none" spc="0" normalizeH="0" baseline="0" noProof="0" dirty="0">
              <a:ln>
                <a:noFill/>
              </a:ln>
              <a:solidFill>
                <a:prstClr val="white"/>
              </a:solidFill>
              <a:effectLst/>
              <a:uLnTx/>
              <a:uFillTx/>
              <a:latin typeface="Open Sans" panose="020B0606030504020204" pitchFamily="34" charset="0"/>
              <a:cs typeface="Open Sans" panose="020B0606030504020204" pitchFamily="34" charset="0"/>
            </a:endParaRPr>
          </a:p>
        </p:txBody>
      </p:sp>
      <p:sp>
        <p:nvSpPr>
          <p:cNvPr id="15" name="!!椭圆 9">
            <a:extLst>
              <a:ext uri="{FF2B5EF4-FFF2-40B4-BE49-F238E27FC236}">
                <a16:creationId xmlns:a16="http://schemas.microsoft.com/office/drawing/2014/main" id="{59D6253D-3818-499F-BBF2-AA34567AAEB6}"/>
              </a:ext>
            </a:extLst>
          </p:cNvPr>
          <p:cNvSpPr/>
          <p:nvPr/>
        </p:nvSpPr>
        <p:spPr>
          <a:xfrm>
            <a:off x="5227079" y="2307931"/>
            <a:ext cx="1737842" cy="1737842"/>
          </a:xfrm>
          <a:prstGeom prst="ellipse">
            <a:avLst/>
          </a:prstGeom>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white"/>
                </a:solidFill>
                <a:effectLst/>
                <a:uLnTx/>
                <a:uFillTx/>
                <a:latin typeface="Open Sans" panose="020B0606030504020204" pitchFamily="34" charset="0"/>
                <a:cs typeface="Open Sans" panose="020B0606030504020204" pitchFamily="34" charset="0"/>
              </a:rPr>
              <a:t>掌握大模型应用开发的常见技术方案</a:t>
            </a:r>
            <a:endParaRPr kumimoji="0" lang="en-US" altLang="zh-CN" sz="1600" b="1" i="0" u="none" strike="noStrike" kern="1200" cap="none" spc="0" normalizeH="0" baseline="0" noProof="0" dirty="0">
              <a:ln>
                <a:noFill/>
              </a:ln>
              <a:solidFill>
                <a:prstClr val="white"/>
              </a:solidFill>
              <a:effectLst/>
              <a:uLnTx/>
              <a:uFillTx/>
              <a:latin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7370355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0BF7666-3DE3-8180-DDF8-9228B27A4DFD}"/>
              </a:ext>
            </a:extLst>
          </p:cNvPr>
          <p:cNvSpPr>
            <a:spLocks noGrp="1"/>
          </p:cNvSpPr>
          <p:nvPr>
            <p:ph type="ctrTitle"/>
          </p:nvPr>
        </p:nvSpPr>
        <p:spPr/>
        <p:txBody>
          <a:bodyPr/>
          <a:lstStyle/>
          <a:p>
            <a:r>
              <a:rPr lang="zh-CN" altLang="en-US" dirty="0"/>
              <a:t>大模型应用开发</a:t>
            </a:r>
          </a:p>
        </p:txBody>
      </p:sp>
      <p:sp>
        <p:nvSpPr>
          <p:cNvPr id="5" name="文本占位符 4">
            <a:extLst>
              <a:ext uri="{FF2B5EF4-FFF2-40B4-BE49-F238E27FC236}">
                <a16:creationId xmlns:a16="http://schemas.microsoft.com/office/drawing/2014/main" id="{C4DC894F-FBBF-0E84-0C0D-1B6823C925E4}"/>
              </a:ext>
            </a:extLst>
          </p:cNvPr>
          <p:cNvSpPr>
            <a:spLocks noGrp="1"/>
          </p:cNvSpPr>
          <p:nvPr>
            <p:ph type="body" sz="quarter" idx="10"/>
          </p:nvPr>
        </p:nvSpPr>
        <p:spPr>
          <a:xfrm>
            <a:off x="660401" y="3586893"/>
            <a:ext cx="4325667" cy="563563"/>
          </a:xfrm>
        </p:spPr>
        <p:txBody>
          <a:bodyPr/>
          <a:lstStyle/>
          <a:p>
            <a:r>
              <a:rPr lang="en-US" altLang="zh-CN" sz="2000" dirty="0"/>
              <a:t>LangChain4J+</a:t>
            </a:r>
            <a:r>
              <a:rPr lang="zh-CN" altLang="en-US" sz="2000" dirty="0"/>
              <a:t>通义千问</a:t>
            </a:r>
          </a:p>
        </p:txBody>
      </p:sp>
    </p:spTree>
    <p:extLst>
      <p:ext uri="{BB962C8B-B14F-4D97-AF65-F5344CB8AC3E}">
        <p14:creationId xmlns:p14="http://schemas.microsoft.com/office/powerpoint/2010/main" val="38382149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zh-CN" altLang="en-US" dirty="0"/>
              <a:t>认识</a:t>
            </a:r>
            <a:r>
              <a:rPr lang="en-US" altLang="zh-CN" dirty="0"/>
              <a:t>AI</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a:solidFill>
                  <a:schemeClr val="bg1"/>
                </a:solidFill>
                <a:latin typeface="+mj-ea"/>
                <a:ea typeface="+mj-ea"/>
              </a:rPr>
              <a:t>01</a:t>
            </a:r>
            <a:endParaRPr lang="zh-CN" altLang="en-US" sz="360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p:txBody>
          <a:bodyPr/>
          <a:lstStyle/>
          <a:p>
            <a:r>
              <a:rPr lang="en-US" altLang="zh-CN" dirty="0"/>
              <a:t>AI</a:t>
            </a:r>
            <a:r>
              <a:rPr lang="zh-CN" altLang="en-US" dirty="0"/>
              <a:t>发展史</a:t>
            </a:r>
            <a:endParaRPr lang="en-US" altLang="zh-CN" dirty="0"/>
          </a:p>
          <a:p>
            <a:r>
              <a:rPr lang="en-US" altLang="zh-CN" dirty="0"/>
              <a:t>AI</a:t>
            </a:r>
            <a:r>
              <a:rPr lang="zh-CN" altLang="en-US" dirty="0"/>
              <a:t>市场分布</a:t>
            </a:r>
            <a:endParaRPr lang="en-US" altLang="zh-CN" dirty="0"/>
          </a:p>
        </p:txBody>
      </p:sp>
    </p:spTree>
    <p:custDataLst>
      <p:custData r:id="rId1"/>
    </p:custDataLst>
    <p:extLst>
      <p:ext uri="{BB962C8B-B14F-4D97-AF65-F5344CB8AC3E}">
        <p14:creationId xmlns:p14="http://schemas.microsoft.com/office/powerpoint/2010/main" val="177282762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0" fill="hold"/>
                                        <p:tgtEl>
                                          <p:spTgt spid="4">
                                            <p:txEl>
                                              <p:pRg st="0" end="0"/>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CC0559CA-0ACB-4EED-A1BE-69B92D86E127}"/>
              </a:ext>
            </a:extLst>
          </p:cNvPr>
          <p:cNvGrpSpPr/>
          <p:nvPr/>
        </p:nvGrpSpPr>
        <p:grpSpPr>
          <a:xfrm>
            <a:off x="1385475" y="2129995"/>
            <a:ext cx="8762575" cy="4061431"/>
            <a:chOff x="1385474" y="2129992"/>
            <a:chExt cx="8762574" cy="4061431"/>
          </a:xfrm>
        </p:grpSpPr>
        <p:grpSp>
          <p:nvGrpSpPr>
            <p:cNvPr id="9" name="组合 8">
              <a:extLst>
                <a:ext uri="{FF2B5EF4-FFF2-40B4-BE49-F238E27FC236}">
                  <a16:creationId xmlns:a16="http://schemas.microsoft.com/office/drawing/2014/main" id="{11743EDA-4891-4D0E-9EFE-EE854F7635D8}"/>
                </a:ext>
              </a:extLst>
            </p:cNvPr>
            <p:cNvGrpSpPr/>
            <p:nvPr/>
          </p:nvGrpSpPr>
          <p:grpSpPr>
            <a:xfrm>
              <a:off x="1385474" y="2129992"/>
              <a:ext cx="8762574" cy="4061431"/>
              <a:chOff x="1385474" y="2129992"/>
              <a:chExt cx="8762574" cy="4061431"/>
            </a:xfrm>
          </p:grpSpPr>
          <p:pic>
            <p:nvPicPr>
              <p:cNvPr id="10" name="图片 9">
                <a:extLst>
                  <a:ext uri="{FF2B5EF4-FFF2-40B4-BE49-F238E27FC236}">
                    <a16:creationId xmlns:a16="http://schemas.microsoft.com/office/drawing/2014/main" id="{30485EDB-4312-4A55-8A3A-2B44D5F5EEB8}"/>
                  </a:ext>
                </a:extLst>
              </p:cNvPr>
              <p:cNvPicPr>
                <a:picLocks noChangeAspect="1"/>
              </p:cNvPicPr>
              <p:nvPr/>
            </p:nvPicPr>
            <p:blipFill>
              <a:blip r:embed="rId3"/>
              <a:stretch>
                <a:fillRect/>
              </a:stretch>
            </p:blipFill>
            <p:spPr>
              <a:xfrm>
                <a:off x="1385474" y="2129992"/>
                <a:ext cx="8762574" cy="4061431"/>
              </a:xfrm>
              <a:prstGeom prst="rect">
                <a:avLst/>
              </a:prstGeom>
            </p:spPr>
          </p:pic>
          <p:pic>
            <p:nvPicPr>
              <p:cNvPr id="8" name="图片 7">
                <a:extLst>
                  <a:ext uri="{FF2B5EF4-FFF2-40B4-BE49-F238E27FC236}">
                    <a16:creationId xmlns:a16="http://schemas.microsoft.com/office/drawing/2014/main" id="{3226657D-9EED-498B-9871-20652ACED5D0}"/>
                  </a:ext>
                </a:extLst>
              </p:cNvPr>
              <p:cNvPicPr>
                <a:picLocks noChangeAspect="1"/>
              </p:cNvPicPr>
              <p:nvPr/>
            </p:nvPicPr>
            <p:blipFill>
              <a:blip r:embed="rId4"/>
              <a:stretch>
                <a:fillRect/>
              </a:stretch>
            </p:blipFill>
            <p:spPr>
              <a:xfrm>
                <a:off x="5357948" y="5782695"/>
                <a:ext cx="1143000" cy="238125"/>
              </a:xfrm>
              <a:prstGeom prst="rect">
                <a:avLst/>
              </a:prstGeom>
            </p:spPr>
          </p:pic>
          <p:pic>
            <p:nvPicPr>
              <p:cNvPr id="11" name="图片 10">
                <a:extLst>
                  <a:ext uri="{FF2B5EF4-FFF2-40B4-BE49-F238E27FC236}">
                    <a16:creationId xmlns:a16="http://schemas.microsoft.com/office/drawing/2014/main" id="{6C2302EE-F733-42B8-9792-C58544E410C5}"/>
                  </a:ext>
                </a:extLst>
              </p:cNvPr>
              <p:cNvPicPr>
                <a:picLocks noChangeAspect="1"/>
              </p:cNvPicPr>
              <p:nvPr/>
            </p:nvPicPr>
            <p:blipFill>
              <a:blip r:embed="rId4"/>
              <a:stretch>
                <a:fillRect/>
              </a:stretch>
            </p:blipFill>
            <p:spPr>
              <a:xfrm>
                <a:off x="2641642" y="5782694"/>
                <a:ext cx="1143000" cy="238125"/>
              </a:xfrm>
              <a:prstGeom prst="rect">
                <a:avLst/>
              </a:prstGeom>
            </p:spPr>
          </p:pic>
        </p:grpSp>
        <p:pic>
          <p:nvPicPr>
            <p:cNvPr id="12" name="图片 11">
              <a:extLst>
                <a:ext uri="{FF2B5EF4-FFF2-40B4-BE49-F238E27FC236}">
                  <a16:creationId xmlns:a16="http://schemas.microsoft.com/office/drawing/2014/main" id="{9B7125DE-5F86-4069-A85A-88955E4652FC}"/>
                </a:ext>
              </a:extLst>
            </p:cNvPr>
            <p:cNvPicPr>
              <a:picLocks noChangeAspect="1"/>
            </p:cNvPicPr>
            <p:nvPr/>
          </p:nvPicPr>
          <p:blipFill>
            <a:blip r:embed="rId4"/>
            <a:stretch>
              <a:fillRect/>
            </a:stretch>
          </p:blipFill>
          <p:spPr>
            <a:xfrm>
              <a:off x="7626018" y="5782693"/>
              <a:ext cx="1143000" cy="238125"/>
            </a:xfrm>
            <a:prstGeom prst="rect">
              <a:avLst/>
            </a:prstGeom>
          </p:spPr>
        </p:pic>
      </p:grpSp>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3" name="内容占位符 1">
            <a:extLst>
              <a:ext uri="{FF2B5EF4-FFF2-40B4-BE49-F238E27FC236}">
                <a16:creationId xmlns:a16="http://schemas.microsoft.com/office/drawing/2014/main" id="{824BF465-7B0F-A16B-69F0-F62BE4527DE3}"/>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b="1" dirty="0">
                <a:solidFill>
                  <a:srgbClr val="262626"/>
                </a:solidFill>
                <a:latin typeface="Source Code Pro"/>
                <a:ea typeface="阿里巴巴普惠体"/>
              </a:rPr>
              <a:t>AI</a:t>
            </a:r>
            <a:r>
              <a:rPr lang="zh-CN" altLang="en-US" dirty="0">
                <a:solidFill>
                  <a:srgbClr val="333333"/>
                </a:solidFill>
                <a:highlight>
                  <a:srgbClr val="FFFFFF"/>
                </a:highlight>
                <a:latin typeface="+mn-ea"/>
                <a:ea typeface="阿里巴巴普惠体"/>
              </a:rPr>
              <a:t>，人工智能（</a:t>
            </a:r>
            <a:r>
              <a:rPr lang="en-US" altLang="zh-CN" b="1" dirty="0">
                <a:solidFill>
                  <a:srgbClr val="333333"/>
                </a:solidFill>
                <a:highlight>
                  <a:srgbClr val="FFFFFF"/>
                </a:highlight>
                <a:latin typeface="Source Code Pro"/>
                <a:ea typeface="阿里巴巴普惠体"/>
              </a:rPr>
              <a:t>A</a:t>
            </a:r>
            <a:r>
              <a:rPr lang="en-US" altLang="zh-CN" dirty="0">
                <a:solidFill>
                  <a:srgbClr val="333333"/>
                </a:solidFill>
                <a:highlight>
                  <a:srgbClr val="FFFFFF"/>
                </a:highlight>
                <a:latin typeface="Source Code Pro"/>
                <a:ea typeface="阿里巴巴普惠体"/>
              </a:rPr>
              <a:t>rtificial </a:t>
            </a:r>
            <a:r>
              <a:rPr lang="en-US" altLang="zh-CN" b="1" dirty="0">
                <a:solidFill>
                  <a:srgbClr val="333333"/>
                </a:solidFill>
                <a:highlight>
                  <a:srgbClr val="FFFFFF"/>
                </a:highlight>
                <a:latin typeface="Source Code Pro"/>
                <a:ea typeface="阿里巴巴普惠体"/>
              </a:rPr>
              <a:t>I</a:t>
            </a:r>
            <a:r>
              <a:rPr lang="en-US" altLang="zh-CN" dirty="0">
                <a:solidFill>
                  <a:srgbClr val="333333"/>
                </a:solidFill>
                <a:highlight>
                  <a:srgbClr val="FFFFFF"/>
                </a:highlight>
                <a:latin typeface="Source Code Pro"/>
                <a:ea typeface="阿里巴巴普惠体"/>
              </a:rPr>
              <a:t>ntelligence</a:t>
            </a:r>
            <a:r>
              <a:rPr lang="zh-CN" altLang="en-US" dirty="0">
                <a:solidFill>
                  <a:srgbClr val="333333"/>
                </a:solidFill>
                <a:highlight>
                  <a:srgbClr val="FFFFFF"/>
                </a:highlight>
                <a:latin typeface="+mn-ea"/>
                <a:ea typeface="阿里巴巴普惠体"/>
              </a:rPr>
              <a:t>），</a:t>
            </a:r>
            <a:r>
              <a:rPr lang="zh-CN" altLang="en-US" dirty="0">
                <a:solidFill>
                  <a:srgbClr val="2F2F2F"/>
                </a:solidFill>
                <a:latin typeface="Source Code Pro"/>
                <a:ea typeface="阿里巴巴普惠体"/>
              </a:rPr>
              <a:t>使机器能够像人类一样思考、学习和解决问题的技术。</a:t>
            </a:r>
            <a:endParaRPr lang="en-US" altLang="zh-CN" dirty="0">
              <a:solidFill>
                <a:srgbClr val="262626"/>
              </a:solidFill>
              <a:latin typeface="+mn-ea"/>
              <a:ea typeface="阿里巴巴普惠体"/>
            </a:endParaRPr>
          </a:p>
        </p:txBody>
      </p:sp>
      <p:sp>
        <p:nvSpPr>
          <p:cNvPr id="5" name="内容占位符 1">
            <a:extLst>
              <a:ext uri="{FF2B5EF4-FFF2-40B4-BE49-F238E27FC236}">
                <a16:creationId xmlns:a16="http://schemas.microsoft.com/office/drawing/2014/main" id="{61331EE3-673B-44C1-99F6-099AB4DA2436}"/>
              </a:ext>
            </a:extLst>
          </p:cNvPr>
          <p:cNvSpPr txBox="1">
            <a:spLocks/>
          </p:cNvSpPr>
          <p:nvPr/>
        </p:nvSpPr>
        <p:spPr>
          <a:xfrm>
            <a:off x="576199" y="1503091"/>
            <a:ext cx="2184932"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C00000"/>
                </a:solidFill>
                <a:latin typeface="Source Code Pro"/>
                <a:ea typeface="阿里巴巴普惠体"/>
              </a:rPr>
              <a:t>1950</a:t>
            </a:r>
            <a:r>
              <a:rPr lang="zh-CN" altLang="en-US" dirty="0">
                <a:solidFill>
                  <a:srgbClr val="C00000"/>
                </a:solidFill>
                <a:latin typeface="Source Code Pro"/>
                <a:ea typeface="阿里巴巴普惠体"/>
              </a:rPr>
              <a:t>年</a:t>
            </a:r>
            <a:r>
              <a:rPr lang="zh-CN" altLang="en-US" dirty="0">
                <a:solidFill>
                  <a:srgbClr val="262626"/>
                </a:solidFill>
                <a:latin typeface="Source Code Pro"/>
                <a:ea typeface="阿里巴巴普惠体"/>
              </a:rPr>
              <a:t>，图灵测试</a:t>
            </a:r>
            <a:endParaRPr lang="en-US" altLang="zh-CN" dirty="0">
              <a:solidFill>
                <a:srgbClr val="262626"/>
              </a:solidFill>
              <a:latin typeface="+mn-ea"/>
              <a:ea typeface="阿里巴巴普惠体"/>
            </a:endParaRPr>
          </a:p>
        </p:txBody>
      </p:sp>
      <p:sp>
        <p:nvSpPr>
          <p:cNvPr id="7" name="文本框 6">
            <a:extLst>
              <a:ext uri="{FF2B5EF4-FFF2-40B4-BE49-F238E27FC236}">
                <a16:creationId xmlns:a16="http://schemas.microsoft.com/office/drawing/2014/main" id="{BCD6C444-A962-4A0F-802C-887BA2FAB55D}"/>
              </a:ext>
            </a:extLst>
          </p:cNvPr>
          <p:cNvSpPr txBox="1"/>
          <p:nvPr/>
        </p:nvSpPr>
        <p:spPr>
          <a:xfrm>
            <a:off x="1653135" y="3895152"/>
            <a:ext cx="877163" cy="300210"/>
          </a:xfrm>
          <a:prstGeom prst="rect">
            <a:avLst/>
          </a:prstGeom>
          <a:noFill/>
        </p:spPr>
        <p:txBody>
          <a:bodyPr wrap="none" rtlCol="0">
            <a:spAutoFit/>
          </a:bodyPr>
          <a:lstStyle/>
          <a:p>
            <a:r>
              <a:rPr lang="zh-CN" altLang="en-US" sz="1351" b="1" dirty="0">
                <a:solidFill>
                  <a:srgbClr val="C00000"/>
                </a:solidFill>
              </a:rPr>
              <a:t>人的智能</a:t>
            </a:r>
          </a:p>
        </p:txBody>
      </p:sp>
      <p:sp>
        <p:nvSpPr>
          <p:cNvPr id="13" name="文本框 12">
            <a:extLst>
              <a:ext uri="{FF2B5EF4-FFF2-40B4-BE49-F238E27FC236}">
                <a16:creationId xmlns:a16="http://schemas.microsoft.com/office/drawing/2014/main" id="{AC890A90-BB39-4617-B0C5-2073C35F7F5A}"/>
              </a:ext>
            </a:extLst>
          </p:cNvPr>
          <p:cNvSpPr txBox="1"/>
          <p:nvPr/>
        </p:nvSpPr>
        <p:spPr>
          <a:xfrm>
            <a:off x="2316283" y="5691091"/>
            <a:ext cx="1662635" cy="338554"/>
          </a:xfrm>
          <a:prstGeom prst="rect">
            <a:avLst/>
          </a:prstGeom>
          <a:noFill/>
        </p:spPr>
        <p:txBody>
          <a:bodyPr wrap="none" rtlCol="0">
            <a:spAutoFit/>
          </a:bodyPr>
          <a:lstStyle/>
          <a:p>
            <a:r>
              <a:rPr lang="zh-CN" altLang="en-US" sz="1600" dirty="0"/>
              <a:t>被测试者</a:t>
            </a:r>
            <a:r>
              <a:rPr lang="en-US" altLang="zh-CN" sz="1600" dirty="0"/>
              <a:t>(</a:t>
            </a:r>
            <a:r>
              <a:rPr lang="zh-CN" altLang="en-US" sz="1600" dirty="0"/>
              <a:t>机器</a:t>
            </a:r>
            <a:r>
              <a:rPr lang="en-US" altLang="zh-CN" sz="1600" dirty="0"/>
              <a:t>)</a:t>
            </a:r>
            <a:endParaRPr lang="zh-CN" altLang="en-US" sz="1600" dirty="0"/>
          </a:p>
        </p:txBody>
      </p:sp>
      <p:sp>
        <p:nvSpPr>
          <p:cNvPr id="14" name="文本框 13">
            <a:extLst>
              <a:ext uri="{FF2B5EF4-FFF2-40B4-BE49-F238E27FC236}">
                <a16:creationId xmlns:a16="http://schemas.microsoft.com/office/drawing/2014/main" id="{EAED392B-6A77-4773-A930-22FA0D4FF074}"/>
              </a:ext>
            </a:extLst>
          </p:cNvPr>
          <p:cNvSpPr txBox="1"/>
          <p:nvPr/>
        </p:nvSpPr>
        <p:spPr>
          <a:xfrm>
            <a:off x="5402361" y="5782695"/>
            <a:ext cx="800219" cy="338554"/>
          </a:xfrm>
          <a:prstGeom prst="rect">
            <a:avLst/>
          </a:prstGeom>
          <a:noFill/>
        </p:spPr>
        <p:txBody>
          <a:bodyPr wrap="none" rtlCol="0">
            <a:spAutoFit/>
          </a:bodyPr>
          <a:lstStyle/>
          <a:p>
            <a:r>
              <a:rPr lang="zh-CN" altLang="en-US" sz="1600" dirty="0"/>
              <a:t>测试者</a:t>
            </a:r>
          </a:p>
        </p:txBody>
      </p:sp>
      <p:sp>
        <p:nvSpPr>
          <p:cNvPr id="15" name="文本框 14">
            <a:extLst>
              <a:ext uri="{FF2B5EF4-FFF2-40B4-BE49-F238E27FC236}">
                <a16:creationId xmlns:a16="http://schemas.microsoft.com/office/drawing/2014/main" id="{569AC4E1-702B-44B5-BF0D-7B3CA1636FF7}"/>
              </a:ext>
            </a:extLst>
          </p:cNvPr>
          <p:cNvSpPr txBox="1"/>
          <p:nvPr/>
        </p:nvSpPr>
        <p:spPr>
          <a:xfrm>
            <a:off x="7863584" y="5682267"/>
            <a:ext cx="1457450" cy="338554"/>
          </a:xfrm>
          <a:prstGeom prst="rect">
            <a:avLst/>
          </a:prstGeom>
          <a:noFill/>
        </p:spPr>
        <p:txBody>
          <a:bodyPr wrap="none" rtlCol="0">
            <a:spAutoFit/>
          </a:bodyPr>
          <a:lstStyle/>
          <a:p>
            <a:r>
              <a:rPr lang="zh-CN" altLang="en-US" sz="1600" dirty="0"/>
              <a:t>被测试者</a:t>
            </a:r>
            <a:r>
              <a:rPr lang="en-US" altLang="zh-CN" sz="1600" dirty="0"/>
              <a:t>(</a:t>
            </a:r>
            <a:r>
              <a:rPr lang="zh-CN" altLang="en-US" sz="1600" dirty="0"/>
              <a:t>人</a:t>
            </a:r>
            <a:r>
              <a:rPr lang="en-US" altLang="zh-CN" sz="1600" dirty="0"/>
              <a:t>)</a:t>
            </a:r>
            <a:endParaRPr lang="zh-CN" altLang="en-US" sz="1600" dirty="0"/>
          </a:p>
        </p:txBody>
      </p:sp>
      <p:pic>
        <p:nvPicPr>
          <p:cNvPr id="6" name="图形 5" descr="文档 纯色填充">
            <a:extLst>
              <a:ext uri="{FF2B5EF4-FFF2-40B4-BE49-F238E27FC236}">
                <a16:creationId xmlns:a16="http://schemas.microsoft.com/office/drawing/2014/main" id="{98E49290-C727-4601-92DE-3CAAA102B71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84443" y="2814033"/>
            <a:ext cx="665495" cy="665495"/>
          </a:xfrm>
          <a:prstGeom prst="rect">
            <a:avLst/>
          </a:prstGeom>
        </p:spPr>
      </p:pic>
      <p:pic>
        <p:nvPicPr>
          <p:cNvPr id="17" name="图形 16" descr="文档 纯色填充">
            <a:extLst>
              <a:ext uri="{FF2B5EF4-FFF2-40B4-BE49-F238E27FC236}">
                <a16:creationId xmlns:a16="http://schemas.microsoft.com/office/drawing/2014/main" id="{0E052823-8496-44B1-9F81-CAFF7E9B04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82898" y="2814033"/>
            <a:ext cx="665495" cy="665495"/>
          </a:xfrm>
          <a:prstGeom prst="rect">
            <a:avLst/>
          </a:prstGeom>
        </p:spPr>
      </p:pic>
      <p:pic>
        <p:nvPicPr>
          <p:cNvPr id="18" name="图形 17" descr="文档 纯色填充">
            <a:extLst>
              <a:ext uri="{FF2B5EF4-FFF2-40B4-BE49-F238E27FC236}">
                <a16:creationId xmlns:a16="http://schemas.microsoft.com/office/drawing/2014/main" id="{86A5BAF0-CC76-492F-A49C-8DACE65427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84443" y="2805210"/>
            <a:ext cx="665495" cy="665495"/>
          </a:xfrm>
          <a:prstGeom prst="rect">
            <a:avLst/>
          </a:prstGeom>
        </p:spPr>
      </p:pic>
    </p:spTree>
    <p:custDataLst>
      <p:custData r:id="rId1"/>
    </p:custDataLst>
    <p:extLst>
      <p:ext uri="{BB962C8B-B14F-4D97-AF65-F5344CB8AC3E}">
        <p14:creationId xmlns:p14="http://schemas.microsoft.com/office/powerpoint/2010/main" val="1381631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p:cTn id="36" dur="500" fill="hold"/>
                                        <p:tgtEl>
                                          <p:spTgt spid="6"/>
                                        </p:tgtEl>
                                        <p:attrNameLst>
                                          <p:attrName>ppt_w</p:attrName>
                                        </p:attrNameLst>
                                      </p:cBhvr>
                                      <p:tavLst>
                                        <p:tav tm="0">
                                          <p:val>
                                            <p:fltVal val="0"/>
                                          </p:val>
                                        </p:tav>
                                        <p:tav tm="100000">
                                          <p:val>
                                            <p:strVal val="#ppt_w"/>
                                          </p:val>
                                        </p:tav>
                                      </p:tavLst>
                                    </p:anim>
                                    <p:anim calcmode="lin" valueType="num">
                                      <p:cBhvr>
                                        <p:cTn id="37" dur="500" fill="hold"/>
                                        <p:tgtEl>
                                          <p:spTgt spid="6"/>
                                        </p:tgtEl>
                                        <p:attrNameLst>
                                          <p:attrName>ppt_h</p:attrName>
                                        </p:attrNameLst>
                                      </p:cBhvr>
                                      <p:tavLst>
                                        <p:tav tm="0">
                                          <p:val>
                                            <p:fltVal val="0"/>
                                          </p:val>
                                        </p:tav>
                                        <p:tav tm="100000">
                                          <p:val>
                                            <p:strVal val="#ppt_h"/>
                                          </p:val>
                                        </p:tav>
                                      </p:tavLst>
                                    </p:anim>
                                  </p:childTnLst>
                                </p:cTn>
                              </p:par>
                              <p:par>
                                <p:cTn id="38" presetID="23" presetClass="entr" presetSubtype="16"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500" fill="hold"/>
                                        <p:tgtEl>
                                          <p:spTgt spid="17"/>
                                        </p:tgtEl>
                                        <p:attrNameLst>
                                          <p:attrName>ppt_w</p:attrName>
                                        </p:attrNameLst>
                                      </p:cBhvr>
                                      <p:tavLst>
                                        <p:tav tm="0">
                                          <p:val>
                                            <p:fltVal val="0"/>
                                          </p:val>
                                        </p:tav>
                                        <p:tav tm="100000">
                                          <p:val>
                                            <p:strVal val="#ppt_w"/>
                                          </p:val>
                                        </p:tav>
                                      </p:tavLst>
                                    </p:anim>
                                    <p:anim calcmode="lin" valueType="num">
                                      <p:cBhvr>
                                        <p:cTn id="41" dur="500" fill="hold"/>
                                        <p:tgtEl>
                                          <p:spTgt spid="17"/>
                                        </p:tgtEl>
                                        <p:attrNameLst>
                                          <p:attrName>ppt_h</p:attrName>
                                        </p:attrNameLst>
                                      </p:cBhvr>
                                      <p:tavLst>
                                        <p:tav tm="0">
                                          <p:val>
                                            <p:fltVal val="0"/>
                                          </p:val>
                                        </p:tav>
                                        <p:tav tm="100000">
                                          <p:val>
                                            <p:strVal val="#ppt_h"/>
                                          </p:val>
                                        </p:tav>
                                      </p:tavLst>
                                    </p:anim>
                                  </p:childTnLst>
                                </p:cTn>
                              </p:par>
                            </p:childTnLst>
                          </p:cTn>
                        </p:par>
                        <p:par>
                          <p:cTn id="42" fill="hold">
                            <p:stCondLst>
                              <p:cond delay="500"/>
                            </p:stCondLst>
                            <p:childTnLst>
                              <p:par>
                                <p:cTn id="43" presetID="63" presetClass="path" presetSubtype="0" accel="50000" decel="50000" fill="hold" nodeType="afterEffect">
                                  <p:stCondLst>
                                    <p:cond delay="0"/>
                                  </p:stCondLst>
                                  <p:childTnLst>
                                    <p:animMotion origin="layout" path="M -2.08333E-7 3.7037E-6 L 0.26536 3.7037E-6 " pathEditMode="relative" rAng="0" ptsTypes="AA">
                                      <p:cBhvr>
                                        <p:cTn id="44" dur="2000" fill="hold"/>
                                        <p:tgtEl>
                                          <p:spTgt spid="6"/>
                                        </p:tgtEl>
                                        <p:attrNameLst>
                                          <p:attrName>ppt_x</p:attrName>
                                          <p:attrName>ppt_y</p:attrName>
                                        </p:attrNameLst>
                                      </p:cBhvr>
                                      <p:rCtr x="13268" y="0"/>
                                    </p:animMotion>
                                  </p:childTnLst>
                                </p:cTn>
                              </p:par>
                              <p:par>
                                <p:cTn id="45" presetID="35" presetClass="path" presetSubtype="0" accel="50000" decel="50000" fill="hold" nodeType="withEffect">
                                  <p:stCondLst>
                                    <p:cond delay="0"/>
                                  </p:stCondLst>
                                  <p:childTnLst>
                                    <p:animMotion origin="layout" path="M -3.125E-6 3.7037E-6 L -0.26771 3.7037E-6 " pathEditMode="relative" rAng="0" ptsTypes="AA">
                                      <p:cBhvr>
                                        <p:cTn id="46" dur="2000" fill="hold"/>
                                        <p:tgtEl>
                                          <p:spTgt spid="17"/>
                                        </p:tgtEl>
                                        <p:attrNameLst>
                                          <p:attrName>ppt_x</p:attrName>
                                          <p:attrName>ppt_y</p:attrName>
                                        </p:attrNameLst>
                                      </p:cBhvr>
                                      <p:rCtr x="-13385" y="0"/>
                                    </p:animMotion>
                                  </p:childTnLst>
                                </p:cTn>
                              </p:par>
                            </p:childTnLst>
                          </p:cTn>
                        </p:par>
                        <p:par>
                          <p:cTn id="47" fill="hold">
                            <p:stCondLst>
                              <p:cond delay="2500"/>
                            </p:stCondLst>
                            <p:childTnLst>
                              <p:par>
                                <p:cTn id="48" presetID="53" presetClass="exit" presetSubtype="32" fill="hold" nodeType="afterEffect">
                                  <p:stCondLst>
                                    <p:cond delay="0"/>
                                  </p:stCondLst>
                                  <p:childTnLst>
                                    <p:anim calcmode="lin" valueType="num">
                                      <p:cBhvr>
                                        <p:cTn id="49" dur="500"/>
                                        <p:tgtEl>
                                          <p:spTgt spid="6"/>
                                        </p:tgtEl>
                                        <p:attrNameLst>
                                          <p:attrName>ppt_w</p:attrName>
                                        </p:attrNameLst>
                                      </p:cBhvr>
                                      <p:tavLst>
                                        <p:tav tm="0">
                                          <p:val>
                                            <p:strVal val="ppt_w"/>
                                          </p:val>
                                        </p:tav>
                                        <p:tav tm="100000">
                                          <p:val>
                                            <p:fltVal val="0"/>
                                          </p:val>
                                        </p:tav>
                                      </p:tavLst>
                                    </p:anim>
                                    <p:anim calcmode="lin" valueType="num">
                                      <p:cBhvr>
                                        <p:cTn id="50" dur="500"/>
                                        <p:tgtEl>
                                          <p:spTgt spid="6"/>
                                        </p:tgtEl>
                                        <p:attrNameLst>
                                          <p:attrName>ppt_h</p:attrName>
                                        </p:attrNameLst>
                                      </p:cBhvr>
                                      <p:tavLst>
                                        <p:tav tm="0">
                                          <p:val>
                                            <p:strVal val="ppt_h"/>
                                          </p:val>
                                        </p:tav>
                                        <p:tav tm="100000">
                                          <p:val>
                                            <p:fltVal val="0"/>
                                          </p:val>
                                        </p:tav>
                                      </p:tavLst>
                                    </p:anim>
                                    <p:animEffect transition="out" filter="fade">
                                      <p:cBhvr>
                                        <p:cTn id="51" dur="500"/>
                                        <p:tgtEl>
                                          <p:spTgt spid="6"/>
                                        </p:tgtEl>
                                      </p:cBhvr>
                                    </p:animEffect>
                                    <p:set>
                                      <p:cBhvr>
                                        <p:cTn id="52" dur="1" fill="hold">
                                          <p:stCondLst>
                                            <p:cond delay="499"/>
                                          </p:stCondLst>
                                        </p:cTn>
                                        <p:tgtEl>
                                          <p:spTgt spid="6"/>
                                        </p:tgtEl>
                                        <p:attrNameLst>
                                          <p:attrName>style.visibility</p:attrName>
                                        </p:attrNameLst>
                                      </p:cBhvr>
                                      <p:to>
                                        <p:strVal val="hidden"/>
                                      </p:to>
                                    </p:set>
                                  </p:childTnLst>
                                </p:cTn>
                              </p:par>
                              <p:par>
                                <p:cTn id="53" presetID="53" presetClass="exit" presetSubtype="32" fill="hold" nodeType="withEffect">
                                  <p:stCondLst>
                                    <p:cond delay="0"/>
                                  </p:stCondLst>
                                  <p:childTnLst>
                                    <p:anim calcmode="lin" valueType="num">
                                      <p:cBhvr>
                                        <p:cTn id="54" dur="500"/>
                                        <p:tgtEl>
                                          <p:spTgt spid="17"/>
                                        </p:tgtEl>
                                        <p:attrNameLst>
                                          <p:attrName>ppt_w</p:attrName>
                                        </p:attrNameLst>
                                      </p:cBhvr>
                                      <p:tavLst>
                                        <p:tav tm="0">
                                          <p:val>
                                            <p:strVal val="ppt_w"/>
                                          </p:val>
                                        </p:tav>
                                        <p:tav tm="100000">
                                          <p:val>
                                            <p:fltVal val="0"/>
                                          </p:val>
                                        </p:tav>
                                      </p:tavLst>
                                    </p:anim>
                                    <p:anim calcmode="lin" valueType="num">
                                      <p:cBhvr>
                                        <p:cTn id="55" dur="500"/>
                                        <p:tgtEl>
                                          <p:spTgt spid="17"/>
                                        </p:tgtEl>
                                        <p:attrNameLst>
                                          <p:attrName>ppt_h</p:attrName>
                                        </p:attrNameLst>
                                      </p:cBhvr>
                                      <p:tavLst>
                                        <p:tav tm="0">
                                          <p:val>
                                            <p:strVal val="ppt_h"/>
                                          </p:val>
                                        </p:tav>
                                        <p:tav tm="100000">
                                          <p:val>
                                            <p:fltVal val="0"/>
                                          </p:val>
                                        </p:tav>
                                      </p:tavLst>
                                    </p:anim>
                                    <p:animEffect transition="out" filter="fade">
                                      <p:cBhvr>
                                        <p:cTn id="56" dur="500"/>
                                        <p:tgtEl>
                                          <p:spTgt spid="17"/>
                                        </p:tgtEl>
                                      </p:cBhvr>
                                    </p:animEffect>
                                    <p:set>
                                      <p:cBhvr>
                                        <p:cTn id="57" dur="1" fill="hold">
                                          <p:stCondLst>
                                            <p:cond delay="499"/>
                                          </p:stCondLst>
                                        </p:cTn>
                                        <p:tgtEl>
                                          <p:spTgt spid="1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nodeType="click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p:cTn id="62" dur="500" fill="hold"/>
                                        <p:tgtEl>
                                          <p:spTgt spid="18"/>
                                        </p:tgtEl>
                                        <p:attrNameLst>
                                          <p:attrName>ppt_w</p:attrName>
                                        </p:attrNameLst>
                                      </p:cBhvr>
                                      <p:tavLst>
                                        <p:tav tm="0">
                                          <p:val>
                                            <p:fltVal val="0"/>
                                          </p:val>
                                        </p:tav>
                                        <p:tav tm="100000">
                                          <p:val>
                                            <p:strVal val="#ppt_w"/>
                                          </p:val>
                                        </p:tav>
                                      </p:tavLst>
                                    </p:anim>
                                    <p:anim calcmode="lin" valueType="num">
                                      <p:cBhvr>
                                        <p:cTn id="63" dur="500" fill="hold"/>
                                        <p:tgtEl>
                                          <p:spTgt spid="18"/>
                                        </p:tgtEl>
                                        <p:attrNameLst>
                                          <p:attrName>ppt_h</p:attrName>
                                        </p:attrNameLst>
                                      </p:cBhvr>
                                      <p:tavLst>
                                        <p:tav tm="0">
                                          <p:val>
                                            <p:fltVal val="0"/>
                                          </p:val>
                                        </p:tav>
                                        <p:tav tm="100000">
                                          <p:val>
                                            <p:strVal val="#ppt_h"/>
                                          </p:val>
                                        </p:tav>
                                      </p:tavLst>
                                    </p:anim>
                                  </p:childTnLst>
                                </p:cTn>
                              </p:par>
                            </p:childTnLst>
                          </p:cTn>
                        </p:par>
                        <p:par>
                          <p:cTn id="64" fill="hold">
                            <p:stCondLst>
                              <p:cond delay="500"/>
                            </p:stCondLst>
                            <p:childTnLst>
                              <p:par>
                                <p:cTn id="65" presetID="63" presetClass="path" presetSubtype="0" accel="50000" decel="50000" fill="hold" nodeType="afterEffect">
                                  <p:stCondLst>
                                    <p:cond delay="0"/>
                                  </p:stCondLst>
                                  <p:childTnLst>
                                    <p:animMotion origin="layout" path="M -2.08333E-7 2.59259E-6 L 0.26536 2.59259E-6 " pathEditMode="relative" rAng="0" ptsTypes="AA">
                                      <p:cBhvr>
                                        <p:cTn id="66" dur="2000" fill="hold"/>
                                        <p:tgtEl>
                                          <p:spTgt spid="18"/>
                                        </p:tgtEl>
                                        <p:attrNameLst>
                                          <p:attrName>ppt_x</p:attrName>
                                          <p:attrName>ppt_y</p:attrName>
                                        </p:attrNameLst>
                                      </p:cBhvr>
                                      <p:rCtr x="13268" y="0"/>
                                    </p:animMotion>
                                  </p:childTnLst>
                                </p:cTn>
                              </p:par>
                            </p:childTnLst>
                          </p:cTn>
                        </p:par>
                      </p:childTnLst>
                    </p:cTn>
                  </p:par>
                  <p:par>
                    <p:cTn id="67" fill="hold">
                      <p:stCondLst>
                        <p:cond delay="indefinite"/>
                      </p:stCondLst>
                      <p:childTnLst>
                        <p:par>
                          <p:cTn id="68" fill="hold">
                            <p:stCondLst>
                              <p:cond delay="0"/>
                            </p:stCondLst>
                            <p:childTnLst>
                              <p:par>
                                <p:cTn id="69" presetID="23" presetClass="entr" presetSubtype="32" fill="hold" grpId="0" nodeType="clickEffect">
                                  <p:stCondLst>
                                    <p:cond delay="0"/>
                                  </p:stCondLst>
                                  <p:childTnLst>
                                    <p:set>
                                      <p:cBhvr>
                                        <p:cTn id="70" dur="1" fill="hold">
                                          <p:stCondLst>
                                            <p:cond delay="0"/>
                                          </p:stCondLst>
                                        </p:cTn>
                                        <p:tgtEl>
                                          <p:spTgt spid="7"/>
                                        </p:tgtEl>
                                        <p:attrNameLst>
                                          <p:attrName>style.visibility</p:attrName>
                                        </p:attrNameLst>
                                      </p:cBhvr>
                                      <p:to>
                                        <p:strVal val="visible"/>
                                      </p:to>
                                    </p:set>
                                    <p:anim calcmode="lin" valueType="num">
                                      <p:cBhvr>
                                        <p:cTn id="71" dur="500" fill="hold"/>
                                        <p:tgtEl>
                                          <p:spTgt spid="7"/>
                                        </p:tgtEl>
                                        <p:attrNameLst>
                                          <p:attrName>ppt_w</p:attrName>
                                        </p:attrNameLst>
                                      </p:cBhvr>
                                      <p:tavLst>
                                        <p:tav tm="0">
                                          <p:val>
                                            <p:strVal val="4*#ppt_w"/>
                                          </p:val>
                                        </p:tav>
                                        <p:tav tm="100000">
                                          <p:val>
                                            <p:strVal val="#ppt_w"/>
                                          </p:val>
                                        </p:tav>
                                      </p:tavLst>
                                    </p:anim>
                                    <p:anim calcmode="lin" valueType="num">
                                      <p:cBhvr>
                                        <p:cTn id="72" dur="500" fill="hold"/>
                                        <p:tgtEl>
                                          <p:spTgt spid="7"/>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3" grpId="0"/>
      <p:bldP spid="14" grpId="0"/>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3" name="内容占位符 1">
            <a:extLst>
              <a:ext uri="{FF2B5EF4-FFF2-40B4-BE49-F238E27FC236}">
                <a16:creationId xmlns:a16="http://schemas.microsoft.com/office/drawing/2014/main" id="{824BF465-7B0F-A16B-69F0-F62BE4527DE3}"/>
              </a:ext>
            </a:extLst>
          </p:cNvPr>
          <p:cNvSpPr txBox="1">
            <a:spLocks/>
          </p:cNvSpPr>
          <p:nvPr/>
        </p:nvSpPr>
        <p:spPr>
          <a:xfrm>
            <a:off x="576200" y="956244"/>
            <a:ext cx="11060481" cy="5331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b="1" dirty="0">
                <a:solidFill>
                  <a:srgbClr val="262626"/>
                </a:solidFill>
                <a:latin typeface="Source Code Pro"/>
                <a:ea typeface="阿里巴巴普惠体"/>
              </a:rPr>
              <a:t>AI</a:t>
            </a:r>
            <a:r>
              <a:rPr lang="zh-CN" altLang="en-US" dirty="0">
                <a:solidFill>
                  <a:srgbClr val="333333"/>
                </a:solidFill>
                <a:highlight>
                  <a:srgbClr val="FFFFFF"/>
                </a:highlight>
                <a:latin typeface="+mn-ea"/>
                <a:ea typeface="阿里巴巴普惠体"/>
              </a:rPr>
              <a:t>，人工智能（</a:t>
            </a:r>
            <a:r>
              <a:rPr lang="en-US" altLang="zh-CN" b="1" dirty="0">
                <a:solidFill>
                  <a:srgbClr val="333333"/>
                </a:solidFill>
                <a:highlight>
                  <a:srgbClr val="FFFFFF"/>
                </a:highlight>
                <a:latin typeface="Source Code Pro"/>
                <a:ea typeface="阿里巴巴普惠体"/>
              </a:rPr>
              <a:t>A</a:t>
            </a:r>
            <a:r>
              <a:rPr lang="en-US" altLang="zh-CN" dirty="0">
                <a:solidFill>
                  <a:srgbClr val="333333"/>
                </a:solidFill>
                <a:highlight>
                  <a:srgbClr val="FFFFFF"/>
                </a:highlight>
                <a:latin typeface="Source Code Pro"/>
                <a:ea typeface="阿里巴巴普惠体"/>
              </a:rPr>
              <a:t>rtificial </a:t>
            </a:r>
            <a:r>
              <a:rPr lang="en-US" altLang="zh-CN" b="1" dirty="0">
                <a:solidFill>
                  <a:srgbClr val="333333"/>
                </a:solidFill>
                <a:highlight>
                  <a:srgbClr val="FFFFFF"/>
                </a:highlight>
                <a:latin typeface="Source Code Pro"/>
                <a:ea typeface="阿里巴巴普惠体"/>
              </a:rPr>
              <a:t>I</a:t>
            </a:r>
            <a:r>
              <a:rPr lang="en-US" altLang="zh-CN" dirty="0">
                <a:solidFill>
                  <a:srgbClr val="333333"/>
                </a:solidFill>
                <a:highlight>
                  <a:srgbClr val="FFFFFF"/>
                </a:highlight>
                <a:latin typeface="Source Code Pro"/>
                <a:ea typeface="阿里巴巴普惠体"/>
              </a:rPr>
              <a:t>ntelligence</a:t>
            </a:r>
            <a:r>
              <a:rPr lang="zh-CN" altLang="en-US" dirty="0">
                <a:solidFill>
                  <a:srgbClr val="333333"/>
                </a:solidFill>
                <a:highlight>
                  <a:srgbClr val="FFFFFF"/>
                </a:highlight>
                <a:latin typeface="+mn-ea"/>
                <a:ea typeface="阿里巴巴普惠体"/>
              </a:rPr>
              <a:t>），</a:t>
            </a:r>
            <a:r>
              <a:rPr lang="zh-CN" altLang="en-US" dirty="0">
                <a:solidFill>
                  <a:srgbClr val="2F2F2F"/>
                </a:solidFill>
                <a:latin typeface="Source Code Pro"/>
                <a:ea typeface="阿里巴巴普惠体"/>
              </a:rPr>
              <a:t>使机器能够像人类一样思考、学习和解决问题的技术。</a:t>
            </a:r>
            <a:endParaRPr lang="en-US" altLang="zh-CN" dirty="0">
              <a:solidFill>
                <a:srgbClr val="262626"/>
              </a:solidFill>
              <a:latin typeface="+mn-ea"/>
              <a:ea typeface="阿里巴巴普惠体"/>
            </a:endParaRPr>
          </a:p>
        </p:txBody>
      </p:sp>
      <p:sp>
        <p:nvSpPr>
          <p:cNvPr id="8" name="Number1">
            <a:extLst>
              <a:ext uri="{FF2B5EF4-FFF2-40B4-BE49-F238E27FC236}">
                <a16:creationId xmlns:a16="http://schemas.microsoft.com/office/drawing/2014/main" id="{2AFA903F-6CE5-07A2-582C-07AA17897C5C}"/>
              </a:ext>
            </a:extLst>
          </p:cNvPr>
          <p:cNvSpPr/>
          <p:nvPr/>
        </p:nvSpPr>
        <p:spPr>
          <a:xfrm>
            <a:off x="7641677" y="3807532"/>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sp>
        <p:nvSpPr>
          <p:cNvPr id="14" name="Number2">
            <a:extLst>
              <a:ext uri="{FF2B5EF4-FFF2-40B4-BE49-F238E27FC236}">
                <a16:creationId xmlns:a16="http://schemas.microsoft.com/office/drawing/2014/main" id="{1FC9B064-31C8-0BA3-940B-7191E1D24CB9}"/>
              </a:ext>
            </a:extLst>
          </p:cNvPr>
          <p:cNvSpPr/>
          <p:nvPr/>
        </p:nvSpPr>
        <p:spPr>
          <a:xfrm>
            <a:off x="4330861" y="3801887"/>
            <a:ext cx="3370763" cy="354608"/>
          </a:xfrm>
          <a:prstGeom prst="chevron">
            <a:avLst/>
          </a:prstGeom>
          <a:solidFill>
            <a:schemeClr val="accent2"/>
          </a:solidFill>
          <a:ln>
            <a:noFill/>
          </a:ln>
          <a:effectLst>
            <a:outerShdw blurRad="50800" dist="38100" dir="2700000" algn="tl"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defRPr/>
            </a:pPr>
            <a:r>
              <a:rPr lang="zh-CN" altLang="en-US" sz="1600" dirty="0">
                <a:solidFill>
                  <a:srgbClr val="FFFFFF"/>
                </a:solidFill>
                <a:latin typeface="Source Code Pro"/>
                <a:ea typeface="阿里巴巴普惠体"/>
              </a:rPr>
              <a:t>连接主义</a:t>
            </a:r>
            <a:endParaRPr lang="en-US" sz="1600" dirty="0">
              <a:solidFill>
                <a:srgbClr val="FFFFFF"/>
              </a:solidFill>
              <a:latin typeface="Source Code Pro"/>
              <a:ea typeface="阿里巴巴普惠体"/>
            </a:endParaRPr>
          </a:p>
        </p:txBody>
      </p:sp>
      <p:sp>
        <p:nvSpPr>
          <p:cNvPr id="24" name="Number3">
            <a:extLst>
              <a:ext uri="{FF2B5EF4-FFF2-40B4-BE49-F238E27FC236}">
                <a16:creationId xmlns:a16="http://schemas.microsoft.com/office/drawing/2014/main" id="{0DB3060C-BE5B-9184-E2E5-3538BC6840C6}"/>
              </a:ext>
            </a:extLst>
          </p:cNvPr>
          <p:cNvSpPr/>
          <p:nvPr/>
        </p:nvSpPr>
        <p:spPr>
          <a:xfrm>
            <a:off x="1008613" y="3807532"/>
            <a:ext cx="3370763" cy="354608"/>
          </a:xfrm>
          <a:prstGeom prst="chevron">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符号主义</a:t>
            </a:r>
            <a:endParaRPr lang="en-US" sz="1600" dirty="0">
              <a:solidFill>
                <a:srgbClr val="FFFFFF"/>
              </a:solidFill>
              <a:latin typeface="Source Code Pro"/>
              <a:ea typeface="阿里巴巴普惠体"/>
            </a:endParaRPr>
          </a:p>
        </p:txBody>
      </p:sp>
    </p:spTree>
    <p:custDataLst>
      <p:custData r:id="rId1"/>
    </p:custDataLst>
    <p:extLst>
      <p:ext uri="{BB962C8B-B14F-4D97-AF65-F5344CB8AC3E}">
        <p14:creationId xmlns:p14="http://schemas.microsoft.com/office/powerpoint/2010/main" val="9552842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to="" calcmode="lin" valueType="num">
                                      <p:cBhvr>
                                        <p:cTn id="7" dur="750" fill="hold">
                                          <p:stCondLst>
                                            <p:cond delay="0"/>
                                          </p:stCondLst>
                                        </p:cTn>
                                        <p:tgtEl>
                                          <p:spTgt spid="24"/>
                                        </p:tgtEl>
                                        <p:attrNameLst>
                                          <p:attrName>ppt_x</p:attrName>
                                        </p:attrNameLst>
                                      </p:cBhvr>
                                      <p:tavLst>
                                        <p:tav tm="0" fmla="$">
                                          <p:val>
                                            <p:strVal val="#ppt_x-#ppt_w/2"/>
                                          </p:val>
                                        </p:tav>
                                        <p:tav tm="100000" fmla="$">
                                          <p:val>
                                            <p:strVal val="#ppt_x"/>
                                          </p:val>
                                        </p:tav>
                                      </p:tavLst>
                                    </p:anim>
                                    <p:anim to="" calcmode="lin" valueType="num">
                                      <p:cBhvr>
                                        <p:cTn id="8" dur="750" fill="hold">
                                          <p:stCondLst>
                                            <p:cond delay="0"/>
                                          </p:stCondLst>
                                        </p:cTn>
                                        <p:tgtEl>
                                          <p:spTgt spid="24"/>
                                        </p:tgtEl>
                                        <p:attrNameLst>
                                          <p:attrName>ppt_y</p:attrName>
                                        </p:attrNameLst>
                                      </p:cBhvr>
                                      <p:tavLst>
                                        <p:tav tm="0" fmla="$">
                                          <p:val>
                                            <p:strVal val="#ppt_y"/>
                                          </p:val>
                                        </p:tav>
                                        <p:tav tm="100000" fmla="$">
                                          <p:val>
                                            <p:strVal val="#ppt_y"/>
                                          </p:val>
                                        </p:tav>
                                      </p:tavLst>
                                    </p:anim>
                                    <p:anim to="" calcmode="lin" valueType="num">
                                      <p:cBhvr>
                                        <p:cTn id="9" dur="750" fill="hold">
                                          <p:stCondLst>
                                            <p:cond delay="0"/>
                                          </p:stCondLst>
                                        </p:cTn>
                                        <p:tgtEl>
                                          <p:spTgt spid="24"/>
                                        </p:tgtEl>
                                        <p:attrNameLst>
                                          <p:attrName>ppt_w</p:attrName>
                                        </p:attrNameLst>
                                      </p:cBhvr>
                                      <p:tavLst>
                                        <p:tav tm="0" fmla="$">
                                          <p:val>
                                            <p:fltVal val="0"/>
                                          </p:val>
                                        </p:tav>
                                        <p:tav tm="100000" fmla="$">
                                          <p:val>
                                            <p:strVal val="#ppt_w"/>
                                          </p:val>
                                        </p:tav>
                                      </p:tavLst>
                                    </p:anim>
                                    <p:anim to="" calcmode="lin" valueType="num">
                                      <p:cBhvr>
                                        <p:cTn id="10" dur="750" fill="hold">
                                          <p:stCondLst>
                                            <p:cond delay="0"/>
                                          </p:stCondLst>
                                        </p:cTn>
                                        <p:tgtEl>
                                          <p:spTgt spid="24"/>
                                        </p:tgtEl>
                                        <p:attrNameLst>
                                          <p:attrName>ppt_h</p:attrName>
                                        </p:attrNameLst>
                                      </p:cBhvr>
                                      <p:tavLst>
                                        <p:tav tm="0" fmla="$">
                                          <p:val>
                                            <p:strVal val="#ppt_h"/>
                                          </p:val>
                                        </p:tav>
                                        <p:tav tm="100000" fmla="$">
                                          <p:val>
                                            <p:strVal val="#ppt_h"/>
                                          </p:val>
                                        </p:tav>
                                      </p:tavLst>
                                    </p:anim>
                                  </p:childTnLst>
                                </p:cTn>
                              </p:par>
                              <p:par>
                                <p:cTn id="11" presetID="10" presetClass="entr" presetSubtype="0" decel="100000" fill="hold" grpId="0" nodeType="withEffect">
                                  <p:stCondLst>
                                    <p:cond delay="500"/>
                                  </p:stCondLst>
                                  <p:childTnLst>
                                    <p:set>
                                      <p:cBhvr>
                                        <p:cTn id="12" dur="1" fill="hold">
                                          <p:stCondLst>
                                            <p:cond delay="0"/>
                                          </p:stCondLst>
                                        </p:cTn>
                                        <p:tgtEl>
                                          <p:spTgt spid="14"/>
                                        </p:tgtEl>
                                        <p:attrNameLst>
                                          <p:attrName>style.visibility</p:attrName>
                                        </p:attrNameLst>
                                      </p:cBhvr>
                                      <p:to>
                                        <p:strVal val="visible"/>
                                      </p:to>
                                    </p:set>
                                    <p:anim to="" calcmode="lin" valueType="num">
                                      <p:cBhvr>
                                        <p:cTn id="13" dur="750" fill="hold">
                                          <p:stCondLst>
                                            <p:cond delay="0"/>
                                          </p:stCondLst>
                                        </p:cTn>
                                        <p:tgtEl>
                                          <p:spTgt spid="14"/>
                                        </p:tgtEl>
                                        <p:attrNameLst>
                                          <p:attrName>ppt_x</p:attrName>
                                        </p:attrNameLst>
                                      </p:cBhvr>
                                      <p:tavLst>
                                        <p:tav tm="0" fmla="$">
                                          <p:val>
                                            <p:strVal val="#ppt_x-#ppt_w/2"/>
                                          </p:val>
                                        </p:tav>
                                        <p:tav tm="100000" fmla="$">
                                          <p:val>
                                            <p:strVal val="#ppt_x"/>
                                          </p:val>
                                        </p:tav>
                                      </p:tavLst>
                                    </p:anim>
                                    <p:anim to="" calcmode="lin" valueType="num">
                                      <p:cBhvr>
                                        <p:cTn id="14" dur="750" fill="hold">
                                          <p:stCondLst>
                                            <p:cond delay="0"/>
                                          </p:stCondLst>
                                        </p:cTn>
                                        <p:tgtEl>
                                          <p:spTgt spid="14"/>
                                        </p:tgtEl>
                                        <p:attrNameLst>
                                          <p:attrName>ppt_y</p:attrName>
                                        </p:attrNameLst>
                                      </p:cBhvr>
                                      <p:tavLst>
                                        <p:tav tm="0" fmla="$">
                                          <p:val>
                                            <p:strVal val="#ppt_y"/>
                                          </p:val>
                                        </p:tav>
                                        <p:tav tm="100000" fmla="$">
                                          <p:val>
                                            <p:strVal val="#ppt_y"/>
                                          </p:val>
                                        </p:tav>
                                      </p:tavLst>
                                    </p:anim>
                                    <p:anim to="" calcmode="lin" valueType="num">
                                      <p:cBhvr>
                                        <p:cTn id="15" dur="750" fill="hold">
                                          <p:stCondLst>
                                            <p:cond delay="0"/>
                                          </p:stCondLst>
                                        </p:cTn>
                                        <p:tgtEl>
                                          <p:spTgt spid="14"/>
                                        </p:tgtEl>
                                        <p:attrNameLst>
                                          <p:attrName>ppt_w</p:attrName>
                                        </p:attrNameLst>
                                      </p:cBhvr>
                                      <p:tavLst>
                                        <p:tav tm="0" fmla="$">
                                          <p:val>
                                            <p:fltVal val="0"/>
                                          </p:val>
                                        </p:tav>
                                        <p:tav tm="100000" fmla="$">
                                          <p:val>
                                            <p:strVal val="#ppt_w"/>
                                          </p:val>
                                        </p:tav>
                                      </p:tavLst>
                                    </p:anim>
                                    <p:anim to="" calcmode="lin" valueType="num">
                                      <p:cBhvr>
                                        <p:cTn id="16" dur="750" fill="hold">
                                          <p:stCondLst>
                                            <p:cond delay="0"/>
                                          </p:stCondLst>
                                        </p:cTn>
                                        <p:tgtEl>
                                          <p:spTgt spid="14"/>
                                        </p:tgtEl>
                                        <p:attrNameLst>
                                          <p:attrName>ppt_h</p:attrName>
                                        </p:attrNameLst>
                                      </p:cBhvr>
                                      <p:tavLst>
                                        <p:tav tm="0" fmla="$">
                                          <p:val>
                                            <p:strVal val="#ppt_h"/>
                                          </p:val>
                                        </p:tav>
                                        <p:tav tm="100000" fmla="$">
                                          <p:val>
                                            <p:strVal val="#ppt_h"/>
                                          </p:val>
                                        </p:tav>
                                      </p:tavLst>
                                    </p:anim>
                                  </p:childTnLst>
                                </p:cTn>
                              </p:par>
                              <p:par>
                                <p:cTn id="17" presetID="10" presetClass="entr" presetSubtype="0" decel="100000" fill="hold" grpId="0" nodeType="withEffect">
                                  <p:stCondLst>
                                    <p:cond delay="1250"/>
                                  </p:stCondLst>
                                  <p:childTnLst>
                                    <p:set>
                                      <p:cBhvr>
                                        <p:cTn id="18" dur="1" fill="hold">
                                          <p:stCondLst>
                                            <p:cond delay="0"/>
                                          </p:stCondLst>
                                        </p:cTn>
                                        <p:tgtEl>
                                          <p:spTgt spid="8"/>
                                        </p:tgtEl>
                                        <p:attrNameLst>
                                          <p:attrName>style.visibility</p:attrName>
                                        </p:attrNameLst>
                                      </p:cBhvr>
                                      <p:to>
                                        <p:strVal val="visible"/>
                                      </p:to>
                                    </p:set>
                                    <p:anim to="" calcmode="lin" valueType="num">
                                      <p:cBhvr>
                                        <p:cTn id="19" dur="750" fill="hold">
                                          <p:stCondLst>
                                            <p:cond delay="0"/>
                                          </p:stCondLst>
                                        </p:cTn>
                                        <p:tgtEl>
                                          <p:spTgt spid="8"/>
                                        </p:tgtEl>
                                        <p:attrNameLst>
                                          <p:attrName>ppt_x</p:attrName>
                                        </p:attrNameLst>
                                      </p:cBhvr>
                                      <p:tavLst>
                                        <p:tav tm="0" fmla="$">
                                          <p:val>
                                            <p:strVal val="#ppt_x-#ppt_w/2"/>
                                          </p:val>
                                        </p:tav>
                                        <p:tav tm="100000" fmla="$">
                                          <p:val>
                                            <p:strVal val="#ppt_x"/>
                                          </p:val>
                                        </p:tav>
                                      </p:tavLst>
                                    </p:anim>
                                    <p:anim to="" calcmode="lin" valueType="num">
                                      <p:cBhvr>
                                        <p:cTn id="20" dur="750" fill="hold">
                                          <p:stCondLst>
                                            <p:cond delay="0"/>
                                          </p:stCondLst>
                                        </p:cTn>
                                        <p:tgtEl>
                                          <p:spTgt spid="8"/>
                                        </p:tgtEl>
                                        <p:attrNameLst>
                                          <p:attrName>ppt_y</p:attrName>
                                        </p:attrNameLst>
                                      </p:cBhvr>
                                      <p:tavLst>
                                        <p:tav tm="0" fmla="$">
                                          <p:val>
                                            <p:strVal val="#ppt_y"/>
                                          </p:val>
                                        </p:tav>
                                        <p:tav tm="100000" fmla="$">
                                          <p:val>
                                            <p:strVal val="#ppt_y"/>
                                          </p:val>
                                        </p:tav>
                                      </p:tavLst>
                                    </p:anim>
                                    <p:anim to="" calcmode="lin" valueType="num">
                                      <p:cBhvr>
                                        <p:cTn id="21" dur="750" fill="hold">
                                          <p:stCondLst>
                                            <p:cond delay="0"/>
                                          </p:stCondLst>
                                        </p:cTn>
                                        <p:tgtEl>
                                          <p:spTgt spid="8"/>
                                        </p:tgtEl>
                                        <p:attrNameLst>
                                          <p:attrName>ppt_w</p:attrName>
                                        </p:attrNameLst>
                                      </p:cBhvr>
                                      <p:tavLst>
                                        <p:tav tm="0" fmla="$">
                                          <p:val>
                                            <p:fltVal val="0"/>
                                          </p:val>
                                        </p:tav>
                                        <p:tav tm="100000" fmla="$">
                                          <p:val>
                                            <p:strVal val="#ppt_w"/>
                                          </p:val>
                                        </p:tav>
                                      </p:tavLst>
                                    </p:anim>
                                    <p:anim to="" calcmode="lin" valueType="num">
                                      <p:cBhvr>
                                        <p:cTn id="22" dur="750" fill="hold">
                                          <p:stCondLst>
                                            <p:cond delay="0"/>
                                          </p:stCondLst>
                                        </p:cTn>
                                        <p:tgtEl>
                                          <p:spTgt spid="8"/>
                                        </p:tgtEl>
                                        <p:attrNameLst>
                                          <p:attrName>ppt_h</p:attrName>
                                        </p:attrNameLst>
                                      </p:cBhvr>
                                      <p:tavLst>
                                        <p:tav tm="0" fmla="$">
                                          <p:val>
                                            <p:strVal val="#ppt_h"/>
                                          </p:val>
                                        </p:tav>
                                        <p:tav tm="100000" fmla="$">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24" name="Number3">
            <a:extLst>
              <a:ext uri="{FF2B5EF4-FFF2-40B4-BE49-F238E27FC236}">
                <a16:creationId xmlns:a16="http://schemas.microsoft.com/office/drawing/2014/main" id="{0DB3060C-BE5B-9184-E2E5-3538BC6840C6}"/>
              </a:ext>
            </a:extLst>
          </p:cNvPr>
          <p:cNvSpPr/>
          <p:nvPr/>
        </p:nvSpPr>
        <p:spPr>
          <a:xfrm>
            <a:off x="698221" y="1165000"/>
            <a:ext cx="3370763" cy="354608"/>
          </a:xfrm>
          <a:prstGeom prst="chevron">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符号主义</a:t>
            </a:r>
            <a:endParaRPr lang="en-US" sz="1600" dirty="0">
              <a:solidFill>
                <a:srgbClr val="FFFFFF"/>
              </a:solidFill>
              <a:latin typeface="Source Code Pro"/>
              <a:ea typeface="阿里巴巴普惠体"/>
            </a:endParaRPr>
          </a:p>
        </p:txBody>
      </p:sp>
      <p:sp>
        <p:nvSpPr>
          <p:cNvPr id="7" name="内容占位符 1">
            <a:extLst>
              <a:ext uri="{FF2B5EF4-FFF2-40B4-BE49-F238E27FC236}">
                <a16:creationId xmlns:a16="http://schemas.microsoft.com/office/drawing/2014/main" id="{B0540A7F-5783-45CD-B94B-D544776541A8}"/>
              </a:ext>
            </a:extLst>
          </p:cNvPr>
          <p:cNvSpPr txBox="1">
            <a:spLocks/>
          </p:cNvSpPr>
          <p:nvPr/>
        </p:nvSpPr>
        <p:spPr>
          <a:xfrm>
            <a:off x="698224" y="1683331"/>
            <a:ext cx="2736979" cy="17148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dirty="0"/>
              <a:t>1.</a:t>
            </a:r>
            <a:r>
              <a:rPr lang="zh-CN" altLang="en-US" dirty="0"/>
              <a:t>将现实抽象为符号</a:t>
            </a:r>
            <a:endParaRPr lang="en-US" altLang="zh-CN" dirty="0"/>
          </a:p>
          <a:p>
            <a:pPr marL="0" indent="0">
              <a:lnSpc>
                <a:spcPct val="150000"/>
              </a:lnSpc>
              <a:buNone/>
            </a:pPr>
            <a:r>
              <a:rPr lang="en-US" altLang="zh-CN" dirty="0"/>
              <a:t>2.</a:t>
            </a:r>
            <a:r>
              <a:rPr lang="zh-CN" altLang="en-US" dirty="0"/>
              <a:t>设置规则</a:t>
            </a:r>
            <a:endParaRPr lang="en-US" altLang="zh-CN" dirty="0"/>
          </a:p>
          <a:p>
            <a:pPr marL="0" indent="0">
              <a:lnSpc>
                <a:spcPct val="150000"/>
              </a:lnSpc>
              <a:buNone/>
            </a:pPr>
            <a:r>
              <a:rPr lang="en-US" altLang="zh-CN" dirty="0"/>
              <a:t>3.</a:t>
            </a:r>
            <a:r>
              <a:rPr lang="zh-CN" altLang="en-US" dirty="0"/>
              <a:t>执行</a:t>
            </a:r>
            <a:endParaRPr lang="en-US" altLang="zh-CN" dirty="0"/>
          </a:p>
        </p:txBody>
      </p:sp>
      <p:sp>
        <p:nvSpPr>
          <p:cNvPr id="9" name="内容占位符 1">
            <a:extLst>
              <a:ext uri="{FF2B5EF4-FFF2-40B4-BE49-F238E27FC236}">
                <a16:creationId xmlns:a16="http://schemas.microsoft.com/office/drawing/2014/main" id="{323A630A-8025-403A-A44D-1A88995F76A0}"/>
              </a:ext>
            </a:extLst>
          </p:cNvPr>
          <p:cNvSpPr txBox="1">
            <a:spLocks/>
          </p:cNvSpPr>
          <p:nvPr/>
        </p:nvSpPr>
        <p:spPr>
          <a:xfrm>
            <a:off x="4068985" y="1683333"/>
            <a:ext cx="6031867" cy="4744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solidFill>
                  <a:schemeClr val="accent1"/>
                </a:solidFill>
              </a:rPr>
              <a:t>天晴：</a:t>
            </a:r>
            <a:r>
              <a:rPr lang="en-US" altLang="zh-CN" dirty="0">
                <a:solidFill>
                  <a:schemeClr val="accent1"/>
                </a:solidFill>
              </a:rPr>
              <a:t>A       </a:t>
            </a:r>
            <a:r>
              <a:rPr lang="zh-CN" altLang="en-US" dirty="0">
                <a:solidFill>
                  <a:schemeClr val="accent1"/>
                </a:solidFill>
              </a:rPr>
              <a:t>打篮球：</a:t>
            </a:r>
            <a:r>
              <a:rPr lang="en-US" altLang="zh-CN" dirty="0">
                <a:solidFill>
                  <a:schemeClr val="accent1"/>
                </a:solidFill>
              </a:rPr>
              <a:t>B      </a:t>
            </a:r>
            <a:r>
              <a:rPr lang="zh-CN" altLang="en-US" dirty="0">
                <a:solidFill>
                  <a:schemeClr val="accent1"/>
                </a:solidFill>
              </a:rPr>
              <a:t>打游戏：</a:t>
            </a:r>
            <a:r>
              <a:rPr lang="en-US" altLang="zh-CN" dirty="0">
                <a:solidFill>
                  <a:schemeClr val="accent1"/>
                </a:solidFill>
              </a:rPr>
              <a:t>C</a:t>
            </a:r>
          </a:p>
        </p:txBody>
      </p:sp>
      <p:sp>
        <p:nvSpPr>
          <p:cNvPr id="4" name="椭圆 3">
            <a:extLst>
              <a:ext uri="{FF2B5EF4-FFF2-40B4-BE49-F238E27FC236}">
                <a16:creationId xmlns:a16="http://schemas.microsoft.com/office/drawing/2014/main" id="{1D1BBCDB-C79F-4481-8CE6-58464AF3A89D}"/>
              </a:ext>
            </a:extLst>
          </p:cNvPr>
          <p:cNvSpPr/>
          <p:nvPr/>
        </p:nvSpPr>
        <p:spPr>
          <a:xfrm>
            <a:off x="5251512" y="3429002"/>
            <a:ext cx="620785" cy="620785"/>
          </a:xfrm>
          <a:prstGeom prst="ellipse">
            <a:avLst/>
          </a:prstGeom>
          <a:solidFill>
            <a:srgbClr val="15A0FA"/>
          </a:solidFill>
          <a:ln>
            <a:solidFill>
              <a:srgbClr val="15A0FA"/>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351" dirty="0"/>
              <a:t>A</a:t>
            </a:r>
            <a:endParaRPr lang="zh-CN" altLang="en-US" sz="1351" dirty="0"/>
          </a:p>
        </p:txBody>
      </p:sp>
      <p:sp>
        <p:nvSpPr>
          <p:cNvPr id="10" name="椭圆 9">
            <a:extLst>
              <a:ext uri="{FF2B5EF4-FFF2-40B4-BE49-F238E27FC236}">
                <a16:creationId xmlns:a16="http://schemas.microsoft.com/office/drawing/2014/main" id="{B0DC0A52-DB00-4542-A6DA-B714F242F342}"/>
              </a:ext>
            </a:extLst>
          </p:cNvPr>
          <p:cNvSpPr/>
          <p:nvPr/>
        </p:nvSpPr>
        <p:spPr>
          <a:xfrm>
            <a:off x="4240548" y="4864280"/>
            <a:ext cx="620785" cy="620785"/>
          </a:xfrm>
          <a:prstGeom prst="ellipse">
            <a:avLst/>
          </a:prstGeom>
          <a:solidFill>
            <a:srgbClr val="15A0FA"/>
          </a:solidFill>
          <a:ln>
            <a:solidFill>
              <a:srgbClr val="15A0FA"/>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351" dirty="0"/>
              <a:t>B</a:t>
            </a:r>
            <a:endParaRPr lang="zh-CN" altLang="en-US" sz="1351" dirty="0"/>
          </a:p>
        </p:txBody>
      </p:sp>
      <p:sp>
        <p:nvSpPr>
          <p:cNvPr id="11" name="椭圆 10">
            <a:extLst>
              <a:ext uri="{FF2B5EF4-FFF2-40B4-BE49-F238E27FC236}">
                <a16:creationId xmlns:a16="http://schemas.microsoft.com/office/drawing/2014/main" id="{3CF4937C-5044-4A96-923C-99A163419EF4}"/>
              </a:ext>
            </a:extLst>
          </p:cNvPr>
          <p:cNvSpPr/>
          <p:nvPr/>
        </p:nvSpPr>
        <p:spPr>
          <a:xfrm>
            <a:off x="6455422" y="4864278"/>
            <a:ext cx="620785" cy="620785"/>
          </a:xfrm>
          <a:prstGeom prst="ellipse">
            <a:avLst/>
          </a:prstGeom>
          <a:solidFill>
            <a:srgbClr val="15A0FA"/>
          </a:solidFill>
          <a:ln>
            <a:solidFill>
              <a:srgbClr val="15A0FA"/>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351" dirty="0"/>
              <a:t>C</a:t>
            </a:r>
            <a:endParaRPr lang="zh-CN" altLang="en-US" sz="1351" dirty="0"/>
          </a:p>
        </p:txBody>
      </p:sp>
      <p:cxnSp>
        <p:nvCxnSpPr>
          <p:cNvPr id="6" name="直接箭头连接符 5">
            <a:extLst>
              <a:ext uri="{FF2B5EF4-FFF2-40B4-BE49-F238E27FC236}">
                <a16:creationId xmlns:a16="http://schemas.microsoft.com/office/drawing/2014/main" id="{69FCDCB2-8462-4884-9E48-1D286ED318D8}"/>
              </a:ext>
            </a:extLst>
          </p:cNvPr>
          <p:cNvCxnSpPr>
            <a:stCxn id="4" idx="3"/>
            <a:endCxn id="10" idx="0"/>
          </p:cNvCxnSpPr>
          <p:nvPr/>
        </p:nvCxnSpPr>
        <p:spPr>
          <a:xfrm flipH="1">
            <a:off x="4550940" y="3958875"/>
            <a:ext cx="791483" cy="90540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直接箭头连接符 14">
            <a:extLst>
              <a:ext uri="{FF2B5EF4-FFF2-40B4-BE49-F238E27FC236}">
                <a16:creationId xmlns:a16="http://schemas.microsoft.com/office/drawing/2014/main" id="{AC91A14D-A4CC-4A78-B347-F3B602B56042}"/>
              </a:ext>
            </a:extLst>
          </p:cNvPr>
          <p:cNvCxnSpPr>
            <a:cxnSpLocks/>
            <a:stCxn id="4" idx="5"/>
            <a:endCxn id="11" idx="0"/>
          </p:cNvCxnSpPr>
          <p:nvPr/>
        </p:nvCxnSpPr>
        <p:spPr>
          <a:xfrm>
            <a:off x="5781383" y="3958873"/>
            <a:ext cx="984431" cy="90540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9" name="文本框 18">
            <a:extLst>
              <a:ext uri="{FF2B5EF4-FFF2-40B4-BE49-F238E27FC236}">
                <a16:creationId xmlns:a16="http://schemas.microsoft.com/office/drawing/2014/main" id="{0C8E60F7-7B0B-4022-BFF3-05A4AFF7CA68}"/>
              </a:ext>
            </a:extLst>
          </p:cNvPr>
          <p:cNvSpPr txBox="1"/>
          <p:nvPr/>
        </p:nvSpPr>
        <p:spPr>
          <a:xfrm rot="18697964">
            <a:off x="4550841" y="4191674"/>
            <a:ext cx="614271" cy="307777"/>
          </a:xfrm>
          <a:prstGeom prst="rect">
            <a:avLst/>
          </a:prstGeom>
          <a:noFill/>
        </p:spPr>
        <p:txBody>
          <a:bodyPr wrap="none" rtlCol="0">
            <a:spAutoFit/>
          </a:bodyPr>
          <a:lstStyle/>
          <a:p>
            <a:r>
              <a:rPr lang="en-US" altLang="zh-CN" sz="1400" dirty="0">
                <a:solidFill>
                  <a:srgbClr val="00B050"/>
                </a:solidFill>
              </a:rPr>
              <a:t>true</a:t>
            </a:r>
            <a:endParaRPr lang="zh-CN" altLang="en-US" sz="1400" dirty="0">
              <a:solidFill>
                <a:srgbClr val="00B050"/>
              </a:solidFill>
            </a:endParaRPr>
          </a:p>
        </p:txBody>
      </p:sp>
      <p:sp>
        <p:nvSpPr>
          <p:cNvPr id="21" name="文本框 20">
            <a:extLst>
              <a:ext uri="{FF2B5EF4-FFF2-40B4-BE49-F238E27FC236}">
                <a16:creationId xmlns:a16="http://schemas.microsoft.com/office/drawing/2014/main" id="{FD610522-4E31-4732-BA88-4B9EBAF1D0FF}"/>
              </a:ext>
            </a:extLst>
          </p:cNvPr>
          <p:cNvSpPr txBox="1"/>
          <p:nvPr/>
        </p:nvSpPr>
        <p:spPr>
          <a:xfrm rot="2496646">
            <a:off x="5989629" y="4181884"/>
            <a:ext cx="721672" cy="307777"/>
          </a:xfrm>
          <a:prstGeom prst="rect">
            <a:avLst/>
          </a:prstGeom>
          <a:noFill/>
        </p:spPr>
        <p:txBody>
          <a:bodyPr wrap="none" rtlCol="0">
            <a:spAutoFit/>
          </a:bodyPr>
          <a:lstStyle/>
          <a:p>
            <a:r>
              <a:rPr lang="en-US" altLang="zh-CN" sz="1400" dirty="0">
                <a:solidFill>
                  <a:srgbClr val="C00000"/>
                </a:solidFill>
              </a:rPr>
              <a:t>false</a:t>
            </a:r>
            <a:endParaRPr lang="zh-CN" altLang="en-US" sz="1400" dirty="0">
              <a:solidFill>
                <a:srgbClr val="C00000"/>
              </a:solidFill>
            </a:endParaRPr>
          </a:p>
        </p:txBody>
      </p:sp>
      <p:sp>
        <p:nvSpPr>
          <p:cNvPr id="22" name="内容占位符 1">
            <a:extLst>
              <a:ext uri="{FF2B5EF4-FFF2-40B4-BE49-F238E27FC236}">
                <a16:creationId xmlns:a16="http://schemas.microsoft.com/office/drawing/2014/main" id="{DED55508-6A5E-4F25-BCFF-F39A0B50EC86}"/>
              </a:ext>
            </a:extLst>
          </p:cNvPr>
          <p:cNvSpPr txBox="1">
            <a:spLocks/>
          </p:cNvSpPr>
          <p:nvPr/>
        </p:nvSpPr>
        <p:spPr>
          <a:xfrm>
            <a:off x="4068985" y="2230933"/>
            <a:ext cx="6031867" cy="4744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solidFill>
                  <a:schemeClr val="accent1"/>
                </a:solidFill>
              </a:rPr>
              <a:t>如果</a:t>
            </a:r>
            <a:r>
              <a:rPr lang="en-US" altLang="zh-CN" dirty="0">
                <a:solidFill>
                  <a:schemeClr val="accent1"/>
                </a:solidFill>
              </a:rPr>
              <a:t>A</a:t>
            </a:r>
            <a:r>
              <a:rPr lang="zh-CN" altLang="en-US" dirty="0">
                <a:solidFill>
                  <a:schemeClr val="accent1"/>
                </a:solidFill>
              </a:rPr>
              <a:t>，执行</a:t>
            </a:r>
            <a:r>
              <a:rPr lang="en-US" altLang="zh-CN" dirty="0">
                <a:solidFill>
                  <a:schemeClr val="accent1"/>
                </a:solidFill>
              </a:rPr>
              <a:t>B</a:t>
            </a:r>
            <a:r>
              <a:rPr lang="zh-CN" altLang="en-US" dirty="0">
                <a:solidFill>
                  <a:schemeClr val="accent1"/>
                </a:solidFill>
              </a:rPr>
              <a:t>，否则执行</a:t>
            </a:r>
            <a:r>
              <a:rPr lang="en-US" altLang="zh-CN" dirty="0">
                <a:solidFill>
                  <a:schemeClr val="accent1"/>
                </a:solidFill>
              </a:rPr>
              <a:t>C</a:t>
            </a:r>
          </a:p>
        </p:txBody>
      </p:sp>
      <p:pic>
        <p:nvPicPr>
          <p:cNvPr id="23" name="图片 22">
            <a:extLst>
              <a:ext uri="{FF2B5EF4-FFF2-40B4-BE49-F238E27FC236}">
                <a16:creationId xmlns:a16="http://schemas.microsoft.com/office/drawing/2014/main" id="{54F1D86E-F0C2-4AE6-A49B-3A2C8CEB03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287" y="3429000"/>
            <a:ext cx="2148768" cy="2148768"/>
          </a:xfrm>
          <a:prstGeom prst="roundRect">
            <a:avLst>
              <a:gd name="adj" fmla="val 1457"/>
            </a:avLst>
          </a:prstGeom>
          <a:ln w="6350">
            <a:solidFill>
              <a:schemeClr val="bg1">
                <a:lumMod val="65000"/>
              </a:schemeClr>
            </a:solidFill>
          </a:ln>
        </p:spPr>
      </p:pic>
    </p:spTree>
    <p:custDataLst>
      <p:custData r:id="rId1"/>
    </p:custDataLst>
    <p:extLst>
      <p:ext uri="{BB962C8B-B14F-4D97-AF65-F5344CB8AC3E}">
        <p14:creationId xmlns:p14="http://schemas.microsoft.com/office/powerpoint/2010/main" val="730873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up)">
                                      <p:cBhvr>
                                        <p:cTn id="26" dur="500"/>
                                        <p:tgtEl>
                                          <p:spTgt spid="4"/>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par>
                                <p:cTn id="30" presetID="22" presetClass="entr" presetSubtype="1" fill="hold"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up)">
                                      <p:cBhvr>
                                        <p:cTn id="32" dur="500"/>
                                        <p:tgtEl>
                                          <p:spTgt spid="6"/>
                                        </p:tgtEl>
                                      </p:cBhvr>
                                    </p:animEffect>
                                  </p:childTnLst>
                                </p:cTn>
                              </p:par>
                            </p:childTnLst>
                          </p:cTn>
                        </p:par>
                        <p:par>
                          <p:cTn id="33" fill="hold">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up)">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up)">
                                      <p:cBhvr>
                                        <p:cTn id="41" dur="500"/>
                                        <p:tgtEl>
                                          <p:spTgt spid="21"/>
                                        </p:tgtEl>
                                      </p:cBhvr>
                                    </p:animEffect>
                                  </p:childTnLst>
                                </p:cTn>
                              </p:par>
                              <p:par>
                                <p:cTn id="42" presetID="22" presetClass="entr" presetSubtype="1"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up)">
                                      <p:cBhvr>
                                        <p:cTn id="44" dur="500"/>
                                        <p:tgtEl>
                                          <p:spTgt spid="15"/>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up)">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1000"/>
                                        <p:tgtEl>
                                          <p:spTgt spid="23"/>
                                        </p:tgtEl>
                                      </p:cBhvr>
                                    </p:animEffect>
                                    <p:anim calcmode="lin" valueType="num">
                                      <p:cBhvr>
                                        <p:cTn id="54" dur="1000" fill="hold"/>
                                        <p:tgtEl>
                                          <p:spTgt spid="23"/>
                                        </p:tgtEl>
                                        <p:attrNameLst>
                                          <p:attrName>ppt_x</p:attrName>
                                        </p:attrNameLst>
                                      </p:cBhvr>
                                      <p:tavLst>
                                        <p:tav tm="0">
                                          <p:val>
                                            <p:strVal val="#ppt_x"/>
                                          </p:val>
                                        </p:tav>
                                        <p:tav tm="100000">
                                          <p:val>
                                            <p:strVal val="#ppt_x"/>
                                          </p:val>
                                        </p:tav>
                                      </p:tavLst>
                                    </p:anim>
                                    <p:anim calcmode="lin" valueType="num">
                                      <p:cBhvr>
                                        <p:cTn id="5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4" grpId="0" animBg="1"/>
      <p:bldP spid="10" grpId="0" animBg="1"/>
      <p:bldP spid="11" grpId="0" animBg="1"/>
      <p:bldP spid="19" grpId="0"/>
      <p:bldP spid="21" grpId="0"/>
      <p:bldP spid="2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7AA31321-CAF0-4F8F-9A20-0BCDF43DAC76}"/>
              </a:ext>
            </a:extLst>
          </p:cNvPr>
          <p:cNvPicPr>
            <a:picLocks noChangeAspect="1"/>
          </p:cNvPicPr>
          <p:nvPr/>
        </p:nvPicPr>
        <p:blipFill>
          <a:blip r:embed="rId3"/>
          <a:stretch>
            <a:fillRect/>
          </a:stretch>
        </p:blipFill>
        <p:spPr>
          <a:xfrm>
            <a:off x="4559370" y="1441903"/>
            <a:ext cx="4660964" cy="3047356"/>
          </a:xfrm>
          <a:prstGeom prst="rect">
            <a:avLst/>
          </a:prstGeom>
        </p:spPr>
      </p:pic>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pic>
        <p:nvPicPr>
          <p:cNvPr id="5" name="图片 4">
            <a:extLst>
              <a:ext uri="{FF2B5EF4-FFF2-40B4-BE49-F238E27FC236}">
                <a16:creationId xmlns:a16="http://schemas.microsoft.com/office/drawing/2014/main" id="{66BC0459-B42C-4C9C-B52D-3046E5DE15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738" y="2141524"/>
            <a:ext cx="2915623" cy="2283904"/>
          </a:xfrm>
          <a:prstGeom prst="rect">
            <a:avLst/>
          </a:prstGeom>
        </p:spPr>
      </p:pic>
      <p:sp>
        <p:nvSpPr>
          <p:cNvPr id="27" name="文本框 26">
            <a:extLst>
              <a:ext uri="{FF2B5EF4-FFF2-40B4-BE49-F238E27FC236}">
                <a16:creationId xmlns:a16="http://schemas.microsoft.com/office/drawing/2014/main" id="{20C7479F-D7FD-461E-91D8-043CF64F18C1}"/>
              </a:ext>
            </a:extLst>
          </p:cNvPr>
          <p:cNvSpPr txBox="1"/>
          <p:nvPr/>
        </p:nvSpPr>
        <p:spPr>
          <a:xfrm>
            <a:off x="4295659" y="4181326"/>
            <a:ext cx="1476686" cy="307777"/>
          </a:xfrm>
          <a:prstGeom prst="rect">
            <a:avLst/>
          </a:prstGeom>
          <a:noFill/>
        </p:spPr>
        <p:txBody>
          <a:bodyPr wrap="none" rtlCol="0">
            <a:spAutoFit/>
          </a:bodyPr>
          <a:lstStyle/>
          <a:p>
            <a:r>
              <a:rPr lang="zh-CN" altLang="en-US" sz="1400" dirty="0"/>
              <a:t>树突</a:t>
            </a:r>
            <a:r>
              <a:rPr lang="en-US" altLang="zh-CN" sz="1400" dirty="0"/>
              <a:t>(</a:t>
            </a:r>
            <a:r>
              <a:rPr lang="zh-CN" altLang="en-US" sz="1400" dirty="0"/>
              <a:t>接收信息</a:t>
            </a:r>
            <a:r>
              <a:rPr lang="en-US" altLang="zh-CN" sz="1400" dirty="0"/>
              <a:t>)</a:t>
            </a:r>
            <a:endParaRPr lang="zh-CN" altLang="en-US" sz="1400" dirty="0"/>
          </a:p>
        </p:txBody>
      </p:sp>
      <p:cxnSp>
        <p:nvCxnSpPr>
          <p:cNvPr id="35" name="直接箭头连接符 34">
            <a:extLst>
              <a:ext uri="{FF2B5EF4-FFF2-40B4-BE49-F238E27FC236}">
                <a16:creationId xmlns:a16="http://schemas.microsoft.com/office/drawing/2014/main" id="{D62BC849-2C8C-4E2C-A62C-F2D12397103A}"/>
              </a:ext>
            </a:extLst>
          </p:cNvPr>
          <p:cNvCxnSpPr/>
          <p:nvPr/>
        </p:nvCxnSpPr>
        <p:spPr>
          <a:xfrm>
            <a:off x="3028428" y="3283476"/>
            <a:ext cx="1283515" cy="0"/>
          </a:xfrm>
          <a:prstGeom prst="straightConnector1">
            <a:avLst/>
          </a:prstGeom>
          <a:ln>
            <a:solidFill>
              <a:srgbClr val="15A0FA"/>
            </a:solidFill>
            <a:tailEnd type="triangle"/>
          </a:ln>
        </p:spPr>
        <p:style>
          <a:lnRef idx="3">
            <a:schemeClr val="dk1"/>
          </a:lnRef>
          <a:fillRef idx="0">
            <a:schemeClr val="dk1"/>
          </a:fillRef>
          <a:effectRef idx="2">
            <a:schemeClr val="dk1"/>
          </a:effectRef>
          <a:fontRef idx="minor">
            <a:schemeClr val="tx1"/>
          </a:fontRef>
        </p:style>
      </p:cxnSp>
      <p:cxnSp>
        <p:nvCxnSpPr>
          <p:cNvPr id="26" name="直接箭头连接符 25">
            <a:extLst>
              <a:ext uri="{FF2B5EF4-FFF2-40B4-BE49-F238E27FC236}">
                <a16:creationId xmlns:a16="http://schemas.microsoft.com/office/drawing/2014/main" id="{81A83ADB-1795-4870-B631-47892FB388CE}"/>
              </a:ext>
            </a:extLst>
          </p:cNvPr>
          <p:cNvCxnSpPr>
            <a:cxnSpLocks/>
          </p:cNvCxnSpPr>
          <p:nvPr/>
        </p:nvCxnSpPr>
        <p:spPr>
          <a:xfrm flipV="1">
            <a:off x="4559369" y="3796653"/>
            <a:ext cx="161419" cy="4460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直接箭头连接符 27">
            <a:extLst>
              <a:ext uri="{FF2B5EF4-FFF2-40B4-BE49-F238E27FC236}">
                <a16:creationId xmlns:a16="http://schemas.microsoft.com/office/drawing/2014/main" id="{1EC2B4FC-5D4A-4D58-89A2-B31AED967928}"/>
              </a:ext>
            </a:extLst>
          </p:cNvPr>
          <p:cNvCxnSpPr>
            <a:cxnSpLocks/>
          </p:cNvCxnSpPr>
          <p:nvPr/>
        </p:nvCxnSpPr>
        <p:spPr>
          <a:xfrm flipV="1">
            <a:off x="6785551" y="4109357"/>
            <a:ext cx="155448" cy="3589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1" name="文本框 30">
            <a:extLst>
              <a:ext uri="{FF2B5EF4-FFF2-40B4-BE49-F238E27FC236}">
                <a16:creationId xmlns:a16="http://schemas.microsoft.com/office/drawing/2014/main" id="{1FB7A5DC-8CC5-4AAE-960C-AF3AB506873D}"/>
              </a:ext>
            </a:extLst>
          </p:cNvPr>
          <p:cNvSpPr txBox="1"/>
          <p:nvPr/>
        </p:nvSpPr>
        <p:spPr>
          <a:xfrm>
            <a:off x="6335852" y="4425430"/>
            <a:ext cx="1476686" cy="307777"/>
          </a:xfrm>
          <a:prstGeom prst="rect">
            <a:avLst/>
          </a:prstGeom>
          <a:noFill/>
        </p:spPr>
        <p:txBody>
          <a:bodyPr wrap="none" rtlCol="0">
            <a:spAutoFit/>
          </a:bodyPr>
          <a:lstStyle/>
          <a:p>
            <a:r>
              <a:rPr lang="zh-CN" altLang="en-US" sz="1400" dirty="0"/>
              <a:t>轴突</a:t>
            </a:r>
            <a:r>
              <a:rPr lang="en-US" altLang="zh-CN" sz="1400" dirty="0"/>
              <a:t>(</a:t>
            </a:r>
            <a:r>
              <a:rPr lang="zh-CN" altLang="en-US" sz="1400" dirty="0"/>
              <a:t>传递信息</a:t>
            </a:r>
            <a:r>
              <a:rPr lang="en-US" altLang="zh-CN" sz="1400" dirty="0"/>
              <a:t>)</a:t>
            </a:r>
            <a:endParaRPr lang="zh-CN" altLang="en-US" sz="1400" dirty="0"/>
          </a:p>
        </p:txBody>
      </p:sp>
      <p:cxnSp>
        <p:nvCxnSpPr>
          <p:cNvPr id="32" name="直接箭头连接符 31">
            <a:extLst>
              <a:ext uri="{FF2B5EF4-FFF2-40B4-BE49-F238E27FC236}">
                <a16:creationId xmlns:a16="http://schemas.microsoft.com/office/drawing/2014/main" id="{1574BE7E-4B5D-4FEA-83C1-406363157AEB}"/>
              </a:ext>
            </a:extLst>
          </p:cNvPr>
          <p:cNvCxnSpPr>
            <a:cxnSpLocks/>
          </p:cNvCxnSpPr>
          <p:nvPr/>
        </p:nvCxnSpPr>
        <p:spPr>
          <a:xfrm flipH="1">
            <a:off x="8788572" y="2148421"/>
            <a:ext cx="181611" cy="4426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3" name="文本框 32">
            <a:extLst>
              <a:ext uri="{FF2B5EF4-FFF2-40B4-BE49-F238E27FC236}">
                <a16:creationId xmlns:a16="http://schemas.microsoft.com/office/drawing/2014/main" id="{24811AB6-EF4A-4B79-82A7-8B9EB37CBD1B}"/>
              </a:ext>
            </a:extLst>
          </p:cNvPr>
          <p:cNvSpPr txBox="1"/>
          <p:nvPr/>
        </p:nvSpPr>
        <p:spPr>
          <a:xfrm>
            <a:off x="8740469" y="1869202"/>
            <a:ext cx="2912977" cy="307777"/>
          </a:xfrm>
          <a:prstGeom prst="rect">
            <a:avLst/>
          </a:prstGeom>
          <a:noFill/>
        </p:spPr>
        <p:txBody>
          <a:bodyPr wrap="none" rtlCol="0">
            <a:spAutoFit/>
          </a:bodyPr>
          <a:lstStyle/>
          <a:p>
            <a:r>
              <a:rPr lang="zh-CN" altLang="en-US" sz="1400" dirty="0"/>
              <a:t>突触</a:t>
            </a:r>
            <a:r>
              <a:rPr lang="en-US" altLang="zh-CN" sz="1400" dirty="0"/>
              <a:t>(</a:t>
            </a:r>
            <a:r>
              <a:rPr lang="zh-CN" altLang="en-US" sz="1400" dirty="0"/>
              <a:t>连接其它神经元，输出信息</a:t>
            </a:r>
            <a:r>
              <a:rPr lang="en-US" altLang="zh-CN" sz="1400" dirty="0"/>
              <a:t>)</a:t>
            </a:r>
            <a:endParaRPr lang="zh-CN" altLang="en-US" sz="1400" dirty="0"/>
          </a:p>
        </p:txBody>
      </p:sp>
      <p:cxnSp>
        <p:nvCxnSpPr>
          <p:cNvPr id="37" name="直接箭头连接符 36">
            <a:extLst>
              <a:ext uri="{FF2B5EF4-FFF2-40B4-BE49-F238E27FC236}">
                <a16:creationId xmlns:a16="http://schemas.microsoft.com/office/drawing/2014/main" id="{8594D7BE-CD79-428D-9666-9B80B7BC3AAD}"/>
              </a:ext>
            </a:extLst>
          </p:cNvPr>
          <p:cNvCxnSpPr>
            <a:cxnSpLocks/>
          </p:cNvCxnSpPr>
          <p:nvPr/>
        </p:nvCxnSpPr>
        <p:spPr>
          <a:xfrm flipH="1">
            <a:off x="6154243" y="1869201"/>
            <a:ext cx="786756" cy="5965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9" name="文本框 38">
            <a:extLst>
              <a:ext uri="{FF2B5EF4-FFF2-40B4-BE49-F238E27FC236}">
                <a16:creationId xmlns:a16="http://schemas.microsoft.com/office/drawing/2014/main" id="{4E137D0B-9341-462B-BFB9-EE14B088D964}"/>
              </a:ext>
            </a:extLst>
          </p:cNvPr>
          <p:cNvSpPr txBox="1"/>
          <p:nvPr/>
        </p:nvSpPr>
        <p:spPr>
          <a:xfrm>
            <a:off x="6889853" y="1701036"/>
            <a:ext cx="723275" cy="307777"/>
          </a:xfrm>
          <a:prstGeom prst="rect">
            <a:avLst/>
          </a:prstGeom>
          <a:noFill/>
        </p:spPr>
        <p:txBody>
          <a:bodyPr wrap="none" rtlCol="0">
            <a:spAutoFit/>
          </a:bodyPr>
          <a:lstStyle/>
          <a:p>
            <a:r>
              <a:rPr lang="zh-CN" altLang="en-US" sz="1400" dirty="0"/>
              <a:t>细胞体</a:t>
            </a:r>
          </a:p>
        </p:txBody>
      </p:sp>
    </p:spTree>
    <p:custDataLst>
      <p:custData r:id="rId1"/>
    </p:custDataLst>
    <p:extLst>
      <p:ext uri="{BB962C8B-B14F-4D97-AF65-F5344CB8AC3E}">
        <p14:creationId xmlns:p14="http://schemas.microsoft.com/office/powerpoint/2010/main" val="31536538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par>
                                <p:cTn id="17" presetID="22" presetClass="entr" presetSubtype="8"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left)">
                                      <p:cBhvr>
                                        <p:cTn id="24" dur="500"/>
                                        <p:tgtEl>
                                          <p:spTgt spid="39"/>
                                        </p:tgtEl>
                                      </p:cBhvr>
                                    </p:animEffect>
                                  </p:childTnLst>
                                </p:cTn>
                              </p:par>
                              <p:par>
                                <p:cTn id="25" presetID="22" presetClass="entr" presetSubtype="8"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par>
                                <p:cTn id="33" presetID="22" presetClass="entr" presetSubtype="8"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wipe(left)">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wipe(left)">
                                      <p:cBhvr>
                                        <p:cTn id="40" dur="500"/>
                                        <p:tgtEl>
                                          <p:spTgt spid="33"/>
                                        </p:tgtEl>
                                      </p:cBhvr>
                                    </p:animEffect>
                                  </p:childTnLst>
                                </p:cTn>
                              </p:par>
                              <p:par>
                                <p:cTn id="41" presetID="22" presetClass="entr" presetSubtype="8"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left)">
                                      <p:cBhvr>
                                        <p:cTn id="4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p:bldP spid="33" grpId="0"/>
      <p:bldP spid="3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pic>
        <p:nvPicPr>
          <p:cNvPr id="5" name="图片 4">
            <a:extLst>
              <a:ext uri="{FF2B5EF4-FFF2-40B4-BE49-F238E27FC236}">
                <a16:creationId xmlns:a16="http://schemas.microsoft.com/office/drawing/2014/main" id="{66BC0459-B42C-4C9C-B52D-3046E5DE15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738" y="2141524"/>
            <a:ext cx="2915623" cy="2283904"/>
          </a:xfrm>
          <a:prstGeom prst="rect">
            <a:avLst/>
          </a:prstGeom>
        </p:spPr>
      </p:pic>
      <p:cxnSp>
        <p:nvCxnSpPr>
          <p:cNvPr id="35" name="直接箭头连接符 34">
            <a:extLst>
              <a:ext uri="{FF2B5EF4-FFF2-40B4-BE49-F238E27FC236}">
                <a16:creationId xmlns:a16="http://schemas.microsoft.com/office/drawing/2014/main" id="{D62BC849-2C8C-4E2C-A62C-F2D12397103A}"/>
              </a:ext>
            </a:extLst>
          </p:cNvPr>
          <p:cNvCxnSpPr/>
          <p:nvPr/>
        </p:nvCxnSpPr>
        <p:spPr>
          <a:xfrm>
            <a:off x="3028428" y="3283476"/>
            <a:ext cx="1283515" cy="0"/>
          </a:xfrm>
          <a:prstGeom prst="straightConnector1">
            <a:avLst/>
          </a:prstGeom>
          <a:ln>
            <a:solidFill>
              <a:srgbClr val="15A0FA"/>
            </a:solidFill>
            <a:tailEnd type="triangle"/>
          </a:ln>
        </p:spPr>
        <p:style>
          <a:lnRef idx="3">
            <a:schemeClr val="dk1"/>
          </a:lnRef>
          <a:fillRef idx="0">
            <a:schemeClr val="dk1"/>
          </a:fillRef>
          <a:effectRef idx="2">
            <a:schemeClr val="dk1"/>
          </a:effectRef>
          <a:fontRef idx="minor">
            <a:schemeClr val="tx1"/>
          </a:fontRef>
        </p:style>
      </p:cxnSp>
      <p:pic>
        <p:nvPicPr>
          <p:cNvPr id="6" name="图片 5">
            <a:extLst>
              <a:ext uri="{FF2B5EF4-FFF2-40B4-BE49-F238E27FC236}">
                <a16:creationId xmlns:a16="http://schemas.microsoft.com/office/drawing/2014/main" id="{18285373-8FA7-45DF-8943-05942F5B89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941" y="335204"/>
            <a:ext cx="6556035" cy="6090517"/>
          </a:xfrm>
          <a:prstGeom prst="rect">
            <a:avLst/>
          </a:prstGeom>
        </p:spPr>
      </p:pic>
    </p:spTree>
    <p:custDataLst>
      <p:custData r:id="rId1"/>
    </p:custDataLst>
    <p:extLst>
      <p:ext uri="{BB962C8B-B14F-4D97-AF65-F5344CB8AC3E}">
        <p14:creationId xmlns:p14="http://schemas.microsoft.com/office/powerpoint/2010/main" val="312810909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pic>
        <p:nvPicPr>
          <p:cNvPr id="285" name="图片 284">
            <a:extLst>
              <a:ext uri="{FF2B5EF4-FFF2-40B4-BE49-F238E27FC236}">
                <a16:creationId xmlns:a16="http://schemas.microsoft.com/office/drawing/2014/main" id="{40D9FFE2-921E-417E-9FD5-2FB1B43433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511" y="2558328"/>
            <a:ext cx="2148768" cy="2148768"/>
          </a:xfrm>
          <a:prstGeom prst="roundRect">
            <a:avLst>
              <a:gd name="adj" fmla="val 1457"/>
            </a:avLst>
          </a:prstGeom>
          <a:ln w="6350">
            <a:solidFill>
              <a:schemeClr val="bg1">
                <a:lumMod val="65000"/>
              </a:schemeClr>
            </a:solidFill>
          </a:ln>
        </p:spPr>
      </p:pic>
      <p:pic>
        <p:nvPicPr>
          <p:cNvPr id="6" name="图片 5">
            <a:extLst>
              <a:ext uri="{FF2B5EF4-FFF2-40B4-BE49-F238E27FC236}">
                <a16:creationId xmlns:a16="http://schemas.microsoft.com/office/drawing/2014/main" id="{FC7B4822-DD96-4831-ACD4-A23367E3CA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7505" y="3427281"/>
            <a:ext cx="730499" cy="410105"/>
          </a:xfrm>
          <a:prstGeom prst="rect">
            <a:avLst/>
          </a:prstGeom>
        </p:spPr>
      </p:pic>
      <p:cxnSp>
        <p:nvCxnSpPr>
          <p:cNvPr id="8" name="直接箭头连接符 7">
            <a:extLst>
              <a:ext uri="{FF2B5EF4-FFF2-40B4-BE49-F238E27FC236}">
                <a16:creationId xmlns:a16="http://schemas.microsoft.com/office/drawing/2014/main" id="{49407F02-83CE-4A41-B9FF-E8E3E646267B}"/>
              </a:ext>
            </a:extLst>
          </p:cNvPr>
          <p:cNvCxnSpPr>
            <a:cxnSpLocks/>
            <a:stCxn id="285" idx="3"/>
            <a:endCxn id="6" idx="1"/>
          </p:cNvCxnSpPr>
          <p:nvPr/>
        </p:nvCxnSpPr>
        <p:spPr>
          <a:xfrm flipV="1">
            <a:off x="2468282" y="3632332"/>
            <a:ext cx="399225" cy="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2C136EF-E1BF-47E9-85D8-0B1E723A14CD}"/>
              </a:ext>
            </a:extLst>
          </p:cNvPr>
          <p:cNvCxnSpPr>
            <a:stCxn id="6" idx="3"/>
          </p:cNvCxnSpPr>
          <p:nvPr/>
        </p:nvCxnSpPr>
        <p:spPr>
          <a:xfrm>
            <a:off x="3598006" y="3632331"/>
            <a:ext cx="535735" cy="12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5" name="直接箭头连接符 294">
            <a:extLst>
              <a:ext uri="{FF2B5EF4-FFF2-40B4-BE49-F238E27FC236}">
                <a16:creationId xmlns:a16="http://schemas.microsoft.com/office/drawing/2014/main" id="{50A84EC2-4782-4E44-97AB-9B13E8BE19FB}"/>
              </a:ext>
            </a:extLst>
          </p:cNvPr>
          <p:cNvCxnSpPr/>
          <p:nvPr/>
        </p:nvCxnSpPr>
        <p:spPr>
          <a:xfrm>
            <a:off x="10679123" y="3552047"/>
            <a:ext cx="535735" cy="12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654AAE37-D805-420F-8DA0-20368497EE36}"/>
              </a:ext>
            </a:extLst>
          </p:cNvPr>
          <p:cNvSpPr txBox="1"/>
          <p:nvPr/>
        </p:nvSpPr>
        <p:spPr>
          <a:xfrm>
            <a:off x="11214855" y="3372692"/>
            <a:ext cx="357790" cy="300210"/>
          </a:xfrm>
          <a:prstGeom prst="rect">
            <a:avLst/>
          </a:prstGeom>
          <a:noFill/>
        </p:spPr>
        <p:txBody>
          <a:bodyPr wrap="none" rtlCol="0">
            <a:spAutoFit/>
          </a:bodyPr>
          <a:lstStyle/>
          <a:p>
            <a:r>
              <a:rPr lang="zh-CN" altLang="en-US" sz="1351" dirty="0"/>
              <a:t>猫</a:t>
            </a:r>
          </a:p>
        </p:txBody>
      </p:sp>
      <p:pic>
        <p:nvPicPr>
          <p:cNvPr id="298" name="图片 297">
            <a:extLst>
              <a:ext uri="{FF2B5EF4-FFF2-40B4-BE49-F238E27FC236}">
                <a16:creationId xmlns:a16="http://schemas.microsoft.com/office/drawing/2014/main" id="{59677EE2-5950-4CEA-8DCB-784B8706BB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1941" y="335204"/>
            <a:ext cx="6556035" cy="6090517"/>
          </a:xfrm>
          <a:prstGeom prst="rect">
            <a:avLst/>
          </a:prstGeom>
        </p:spPr>
      </p:pic>
    </p:spTree>
    <p:custDataLst>
      <p:custData r:id="rId1"/>
    </p:custDataLst>
    <p:extLst>
      <p:ext uri="{BB962C8B-B14F-4D97-AF65-F5344CB8AC3E}">
        <p14:creationId xmlns:p14="http://schemas.microsoft.com/office/powerpoint/2010/main" val="16508296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98"/>
                                        </p:tgtEl>
                                        <p:attrNameLst>
                                          <p:attrName>style.visibility</p:attrName>
                                        </p:attrNameLst>
                                      </p:cBhvr>
                                      <p:to>
                                        <p:strVal val="visible"/>
                                      </p:to>
                                    </p:set>
                                    <p:animEffect transition="in" filter="wipe(left)">
                                      <p:cBhvr>
                                        <p:cTn id="11" dur="500"/>
                                        <p:tgtEl>
                                          <p:spTgt spid="29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95"/>
                                        </p:tgtEl>
                                        <p:attrNameLst>
                                          <p:attrName>style.visibility</p:attrName>
                                        </p:attrNameLst>
                                      </p:cBhvr>
                                      <p:to>
                                        <p:strVal val="visible"/>
                                      </p:to>
                                    </p:set>
                                    <p:animEffect transition="in" filter="wipe(left)">
                                      <p:cBhvr>
                                        <p:cTn id="16" dur="500"/>
                                        <p:tgtEl>
                                          <p:spTgt spid="295"/>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11" name="矩形 10">
            <a:extLst>
              <a:ext uri="{FF2B5EF4-FFF2-40B4-BE49-F238E27FC236}">
                <a16:creationId xmlns:a16="http://schemas.microsoft.com/office/drawing/2014/main" id="{B8F05B44-1959-4573-9DBF-1A03571F4B56}"/>
              </a:ext>
            </a:extLst>
          </p:cNvPr>
          <p:cNvSpPr/>
          <p:nvPr/>
        </p:nvSpPr>
        <p:spPr>
          <a:xfrm>
            <a:off x="6892227" y="2274812"/>
            <a:ext cx="1568207" cy="2433064"/>
          </a:xfrm>
          <a:prstGeom prst="rect">
            <a:avLst/>
          </a:prstGeom>
          <a:solidFill>
            <a:schemeClr val="bg1"/>
          </a:solidFill>
          <a:ln w="31750">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6" name="流程图: 接点 15">
            <a:extLst>
              <a:ext uri="{FF2B5EF4-FFF2-40B4-BE49-F238E27FC236}">
                <a16:creationId xmlns:a16="http://schemas.microsoft.com/office/drawing/2014/main" id="{8D47B3C0-3F5D-4DC3-9A83-A8BC4B1E4405}"/>
              </a:ext>
            </a:extLst>
          </p:cNvPr>
          <p:cNvSpPr/>
          <p:nvPr/>
        </p:nvSpPr>
        <p:spPr>
          <a:xfrm>
            <a:off x="6263640" y="2274812"/>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流程图: 接点 16">
            <a:extLst>
              <a:ext uri="{FF2B5EF4-FFF2-40B4-BE49-F238E27FC236}">
                <a16:creationId xmlns:a16="http://schemas.microsoft.com/office/drawing/2014/main" id="{A4B17D62-36F7-4B3C-964C-338A763F6604}"/>
              </a:ext>
            </a:extLst>
          </p:cNvPr>
          <p:cNvSpPr/>
          <p:nvPr/>
        </p:nvSpPr>
        <p:spPr>
          <a:xfrm>
            <a:off x="6263640" y="3189592"/>
            <a:ext cx="621792" cy="61264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8" name="流程图: 接点 17">
            <a:extLst>
              <a:ext uri="{FF2B5EF4-FFF2-40B4-BE49-F238E27FC236}">
                <a16:creationId xmlns:a16="http://schemas.microsoft.com/office/drawing/2014/main" id="{27E4E970-29CE-402E-B126-64B31A15FC15}"/>
              </a:ext>
            </a:extLst>
          </p:cNvPr>
          <p:cNvSpPr/>
          <p:nvPr/>
        </p:nvSpPr>
        <p:spPr>
          <a:xfrm>
            <a:off x="6263640" y="4095228"/>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19" name="直接箭头连接符 18">
            <a:extLst>
              <a:ext uri="{FF2B5EF4-FFF2-40B4-BE49-F238E27FC236}">
                <a16:creationId xmlns:a16="http://schemas.microsoft.com/office/drawing/2014/main" id="{F5BE08A8-CDC9-49EE-B93B-B57EEC70D393}"/>
              </a:ext>
            </a:extLst>
          </p:cNvPr>
          <p:cNvCxnSpPr>
            <a:cxnSpLocks/>
            <a:stCxn id="16" idx="6"/>
          </p:cNvCxnSpPr>
          <p:nvPr/>
        </p:nvCxnSpPr>
        <p:spPr>
          <a:xfrm>
            <a:off x="6885432" y="2581138"/>
            <a:ext cx="1664208" cy="8994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直接箭头连接符 19">
            <a:extLst>
              <a:ext uri="{FF2B5EF4-FFF2-40B4-BE49-F238E27FC236}">
                <a16:creationId xmlns:a16="http://schemas.microsoft.com/office/drawing/2014/main" id="{EAC6F5F5-AD07-4B1C-A70D-7AD7257C1829}"/>
              </a:ext>
            </a:extLst>
          </p:cNvPr>
          <p:cNvCxnSpPr>
            <a:stCxn id="17" idx="6"/>
          </p:cNvCxnSpPr>
          <p:nvPr/>
        </p:nvCxnSpPr>
        <p:spPr>
          <a:xfrm flipV="1">
            <a:off x="6885432" y="3487985"/>
            <a:ext cx="1664208" cy="79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a:extLst>
              <a:ext uri="{FF2B5EF4-FFF2-40B4-BE49-F238E27FC236}">
                <a16:creationId xmlns:a16="http://schemas.microsoft.com/office/drawing/2014/main" id="{C7D89B3C-ADC7-4390-A5B7-C0A91E572456}"/>
              </a:ext>
            </a:extLst>
          </p:cNvPr>
          <p:cNvCxnSpPr>
            <a:stCxn id="18" idx="6"/>
          </p:cNvCxnSpPr>
          <p:nvPr/>
        </p:nvCxnSpPr>
        <p:spPr>
          <a:xfrm flipV="1">
            <a:off x="6885432" y="3495918"/>
            <a:ext cx="1664208" cy="9056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流程图: 接点 21">
            <a:extLst>
              <a:ext uri="{FF2B5EF4-FFF2-40B4-BE49-F238E27FC236}">
                <a16:creationId xmlns:a16="http://schemas.microsoft.com/office/drawing/2014/main" id="{79C0FA0C-8299-427B-BE90-C17A2B68D61A}"/>
              </a:ext>
            </a:extLst>
          </p:cNvPr>
          <p:cNvSpPr/>
          <p:nvPr/>
        </p:nvSpPr>
        <p:spPr>
          <a:xfrm>
            <a:off x="8540496" y="2746943"/>
            <a:ext cx="1435608" cy="146561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1600" dirty="0"/>
              <a:t>激活函数</a:t>
            </a:r>
          </a:p>
        </p:txBody>
      </p:sp>
      <p:cxnSp>
        <p:nvCxnSpPr>
          <p:cNvPr id="23" name="直接箭头连接符 22">
            <a:extLst>
              <a:ext uri="{FF2B5EF4-FFF2-40B4-BE49-F238E27FC236}">
                <a16:creationId xmlns:a16="http://schemas.microsoft.com/office/drawing/2014/main" id="{9BBBE6B1-6FA4-43A8-8194-E32E60070EF2}"/>
              </a:ext>
            </a:extLst>
          </p:cNvPr>
          <p:cNvCxnSpPr/>
          <p:nvPr/>
        </p:nvCxnSpPr>
        <p:spPr>
          <a:xfrm flipV="1">
            <a:off x="9893808" y="3476641"/>
            <a:ext cx="1664208" cy="79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文本框 23">
            <a:extLst>
              <a:ext uri="{FF2B5EF4-FFF2-40B4-BE49-F238E27FC236}">
                <a16:creationId xmlns:a16="http://schemas.microsoft.com/office/drawing/2014/main" id="{B5587432-123B-47BC-89A3-39D5F09E7B34}"/>
              </a:ext>
            </a:extLst>
          </p:cNvPr>
          <p:cNvSpPr txBox="1"/>
          <p:nvPr/>
        </p:nvSpPr>
        <p:spPr>
          <a:xfrm>
            <a:off x="7472999" y="3960072"/>
            <a:ext cx="530915" cy="300210"/>
          </a:xfrm>
          <a:prstGeom prst="rect">
            <a:avLst/>
          </a:prstGeom>
          <a:noFill/>
        </p:spPr>
        <p:txBody>
          <a:bodyPr wrap="none" rtlCol="0">
            <a:spAutoFit/>
          </a:bodyPr>
          <a:lstStyle/>
          <a:p>
            <a:r>
              <a:rPr lang="zh-CN" altLang="en-US" sz="1351" dirty="0"/>
              <a:t>权重</a:t>
            </a:r>
          </a:p>
        </p:txBody>
      </p:sp>
      <p:sp>
        <p:nvSpPr>
          <p:cNvPr id="25" name="文本框 24">
            <a:extLst>
              <a:ext uri="{FF2B5EF4-FFF2-40B4-BE49-F238E27FC236}">
                <a16:creationId xmlns:a16="http://schemas.microsoft.com/office/drawing/2014/main" id="{ED96CD99-AD33-4054-A2D7-CDC19D7ADFE8}"/>
              </a:ext>
            </a:extLst>
          </p:cNvPr>
          <p:cNvSpPr txBox="1"/>
          <p:nvPr/>
        </p:nvSpPr>
        <p:spPr>
          <a:xfrm>
            <a:off x="6314927" y="4816200"/>
            <a:ext cx="530915" cy="300210"/>
          </a:xfrm>
          <a:prstGeom prst="rect">
            <a:avLst/>
          </a:prstGeom>
          <a:noFill/>
        </p:spPr>
        <p:txBody>
          <a:bodyPr wrap="none" rtlCol="0">
            <a:spAutoFit/>
          </a:bodyPr>
          <a:lstStyle/>
          <a:p>
            <a:r>
              <a:rPr lang="zh-CN" altLang="en-US" sz="1351" dirty="0"/>
              <a:t>输入</a:t>
            </a:r>
          </a:p>
        </p:txBody>
      </p:sp>
      <p:sp>
        <p:nvSpPr>
          <p:cNvPr id="26" name="文本框 25">
            <a:extLst>
              <a:ext uri="{FF2B5EF4-FFF2-40B4-BE49-F238E27FC236}">
                <a16:creationId xmlns:a16="http://schemas.microsoft.com/office/drawing/2014/main" id="{75A834A3-9162-4B1B-B3A3-D838CE82E338}"/>
              </a:ext>
            </a:extLst>
          </p:cNvPr>
          <p:cNvSpPr txBox="1"/>
          <p:nvPr/>
        </p:nvSpPr>
        <p:spPr>
          <a:xfrm>
            <a:off x="7913779" y="1675500"/>
            <a:ext cx="1980029" cy="523220"/>
          </a:xfrm>
          <a:prstGeom prst="rect">
            <a:avLst/>
          </a:prstGeom>
          <a:noFill/>
        </p:spPr>
        <p:txBody>
          <a:bodyPr wrap="none" rtlCol="0">
            <a:spAutoFit/>
          </a:bodyPr>
          <a:lstStyle/>
          <a:p>
            <a:r>
              <a:rPr lang="zh-CN" altLang="en-US" sz="2800" dirty="0"/>
              <a:t>感知机模型</a:t>
            </a:r>
          </a:p>
        </p:txBody>
      </p:sp>
      <p:sp>
        <p:nvSpPr>
          <p:cNvPr id="27" name="文本框 26">
            <a:extLst>
              <a:ext uri="{FF2B5EF4-FFF2-40B4-BE49-F238E27FC236}">
                <a16:creationId xmlns:a16="http://schemas.microsoft.com/office/drawing/2014/main" id="{3C7D97A3-28E7-48FC-8CED-414759A58599}"/>
              </a:ext>
            </a:extLst>
          </p:cNvPr>
          <p:cNvSpPr txBox="1"/>
          <p:nvPr/>
        </p:nvSpPr>
        <p:spPr>
          <a:xfrm>
            <a:off x="8935135" y="4816200"/>
            <a:ext cx="530915" cy="300210"/>
          </a:xfrm>
          <a:prstGeom prst="rect">
            <a:avLst/>
          </a:prstGeom>
          <a:noFill/>
        </p:spPr>
        <p:txBody>
          <a:bodyPr wrap="none" rtlCol="0">
            <a:spAutoFit/>
          </a:bodyPr>
          <a:lstStyle/>
          <a:p>
            <a:r>
              <a:rPr lang="zh-CN" altLang="en-US" sz="1351" dirty="0"/>
              <a:t>输出</a:t>
            </a:r>
          </a:p>
        </p:txBody>
      </p:sp>
      <p:grpSp>
        <p:nvGrpSpPr>
          <p:cNvPr id="4" name="组合 3">
            <a:extLst>
              <a:ext uri="{FF2B5EF4-FFF2-40B4-BE49-F238E27FC236}">
                <a16:creationId xmlns:a16="http://schemas.microsoft.com/office/drawing/2014/main" id="{6DDB69E1-E8A1-4B1A-8E2C-D5E63754C3C7}"/>
              </a:ext>
            </a:extLst>
          </p:cNvPr>
          <p:cNvGrpSpPr/>
          <p:nvPr/>
        </p:nvGrpSpPr>
        <p:grpSpPr>
          <a:xfrm>
            <a:off x="90853" y="1887165"/>
            <a:ext cx="5841846" cy="3291304"/>
            <a:chOff x="90852" y="1887164"/>
            <a:chExt cx="5841845" cy="3291302"/>
          </a:xfrm>
        </p:grpSpPr>
        <p:pic>
          <p:nvPicPr>
            <p:cNvPr id="37" name="图片 36">
              <a:extLst>
                <a:ext uri="{FF2B5EF4-FFF2-40B4-BE49-F238E27FC236}">
                  <a16:creationId xmlns:a16="http://schemas.microsoft.com/office/drawing/2014/main" id="{5B54DC1B-19AC-4D6A-BFEB-823779F0F5D9}"/>
                </a:ext>
              </a:extLst>
            </p:cNvPr>
            <p:cNvPicPr>
              <a:picLocks noChangeAspect="1"/>
            </p:cNvPicPr>
            <p:nvPr/>
          </p:nvPicPr>
          <p:blipFill>
            <a:blip r:embed="rId3"/>
            <a:stretch>
              <a:fillRect/>
            </a:stretch>
          </p:blipFill>
          <p:spPr>
            <a:xfrm>
              <a:off x="633984" y="1887164"/>
              <a:ext cx="4660964" cy="3047356"/>
            </a:xfrm>
            <a:prstGeom prst="rect">
              <a:avLst/>
            </a:prstGeom>
          </p:spPr>
        </p:pic>
        <p:sp>
          <p:nvSpPr>
            <p:cNvPr id="36" name="文本框 35">
              <a:extLst>
                <a:ext uri="{FF2B5EF4-FFF2-40B4-BE49-F238E27FC236}">
                  <a16:creationId xmlns:a16="http://schemas.microsoft.com/office/drawing/2014/main" id="{77E3D805-3BBA-4AD9-985F-9BEFD230BCD6}"/>
                </a:ext>
              </a:extLst>
            </p:cNvPr>
            <p:cNvSpPr txBox="1"/>
            <p:nvPr/>
          </p:nvSpPr>
          <p:spPr>
            <a:xfrm>
              <a:off x="90852" y="4682403"/>
              <a:ext cx="1476686" cy="307777"/>
            </a:xfrm>
            <a:prstGeom prst="rect">
              <a:avLst/>
            </a:prstGeom>
            <a:noFill/>
          </p:spPr>
          <p:txBody>
            <a:bodyPr wrap="none" rtlCol="0">
              <a:spAutoFit/>
            </a:bodyPr>
            <a:lstStyle/>
            <a:p>
              <a:r>
                <a:rPr lang="zh-CN" altLang="en-US" sz="1400" dirty="0"/>
                <a:t>树突</a:t>
              </a:r>
              <a:r>
                <a:rPr lang="en-US" altLang="zh-CN" sz="1400" dirty="0"/>
                <a:t>(</a:t>
              </a:r>
              <a:r>
                <a:rPr lang="zh-CN" altLang="en-US" sz="1400" dirty="0"/>
                <a:t>接收信息</a:t>
              </a:r>
              <a:r>
                <a:rPr lang="en-US" altLang="zh-CN" sz="1400" dirty="0"/>
                <a:t>)</a:t>
              </a:r>
              <a:endParaRPr lang="zh-CN" altLang="en-US" sz="1400" dirty="0"/>
            </a:p>
          </p:txBody>
        </p:sp>
        <p:cxnSp>
          <p:nvCxnSpPr>
            <p:cNvPr id="38" name="直接箭头连接符 37">
              <a:extLst>
                <a:ext uri="{FF2B5EF4-FFF2-40B4-BE49-F238E27FC236}">
                  <a16:creationId xmlns:a16="http://schemas.microsoft.com/office/drawing/2014/main" id="{07D8D428-D6D3-4B12-AF92-69C1DC73B400}"/>
                </a:ext>
              </a:extLst>
            </p:cNvPr>
            <p:cNvCxnSpPr>
              <a:cxnSpLocks/>
            </p:cNvCxnSpPr>
            <p:nvPr/>
          </p:nvCxnSpPr>
          <p:spPr>
            <a:xfrm flipV="1">
              <a:off x="633984" y="4241911"/>
              <a:ext cx="161419" cy="4460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9" name="直接箭头连接符 38">
              <a:extLst>
                <a:ext uri="{FF2B5EF4-FFF2-40B4-BE49-F238E27FC236}">
                  <a16:creationId xmlns:a16="http://schemas.microsoft.com/office/drawing/2014/main" id="{7ABE673F-DA73-40B6-BEC4-789A9E80C8B6}"/>
                </a:ext>
              </a:extLst>
            </p:cNvPr>
            <p:cNvCxnSpPr>
              <a:cxnSpLocks/>
            </p:cNvCxnSpPr>
            <p:nvPr/>
          </p:nvCxnSpPr>
          <p:spPr>
            <a:xfrm flipV="1">
              <a:off x="2860166" y="4554616"/>
              <a:ext cx="155448" cy="3589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0" name="文本框 39">
              <a:extLst>
                <a:ext uri="{FF2B5EF4-FFF2-40B4-BE49-F238E27FC236}">
                  <a16:creationId xmlns:a16="http://schemas.microsoft.com/office/drawing/2014/main" id="{753A21DF-CA1B-4567-A20D-0EA5D699A2C6}"/>
                </a:ext>
              </a:extLst>
            </p:cNvPr>
            <p:cNvSpPr txBox="1"/>
            <p:nvPr/>
          </p:nvSpPr>
          <p:spPr>
            <a:xfrm>
              <a:off x="2410468" y="4870689"/>
              <a:ext cx="1476686" cy="307777"/>
            </a:xfrm>
            <a:prstGeom prst="rect">
              <a:avLst/>
            </a:prstGeom>
            <a:noFill/>
          </p:spPr>
          <p:txBody>
            <a:bodyPr wrap="none" rtlCol="0">
              <a:spAutoFit/>
            </a:bodyPr>
            <a:lstStyle/>
            <a:p>
              <a:r>
                <a:rPr lang="zh-CN" altLang="en-US" sz="1400" dirty="0"/>
                <a:t>轴突</a:t>
              </a:r>
              <a:r>
                <a:rPr lang="en-US" altLang="zh-CN" sz="1400" dirty="0"/>
                <a:t>(</a:t>
              </a:r>
              <a:r>
                <a:rPr lang="zh-CN" altLang="en-US" sz="1400" dirty="0"/>
                <a:t>传递信息</a:t>
              </a:r>
              <a:r>
                <a:rPr lang="en-US" altLang="zh-CN" sz="1400" dirty="0"/>
                <a:t>)</a:t>
              </a:r>
              <a:endParaRPr lang="zh-CN" altLang="en-US" sz="1400" dirty="0"/>
            </a:p>
          </p:txBody>
        </p:sp>
        <p:cxnSp>
          <p:nvCxnSpPr>
            <p:cNvPr id="41" name="直接箭头连接符 40">
              <a:extLst>
                <a:ext uri="{FF2B5EF4-FFF2-40B4-BE49-F238E27FC236}">
                  <a16:creationId xmlns:a16="http://schemas.microsoft.com/office/drawing/2014/main" id="{3F799C9B-81B0-4CBB-BD98-853E2509AF03}"/>
                </a:ext>
              </a:extLst>
            </p:cNvPr>
            <p:cNvCxnSpPr>
              <a:cxnSpLocks/>
            </p:cNvCxnSpPr>
            <p:nvPr/>
          </p:nvCxnSpPr>
          <p:spPr>
            <a:xfrm flipH="1">
              <a:off x="4863186" y="2593681"/>
              <a:ext cx="181611" cy="4426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2" name="文本框 41">
              <a:extLst>
                <a:ext uri="{FF2B5EF4-FFF2-40B4-BE49-F238E27FC236}">
                  <a16:creationId xmlns:a16="http://schemas.microsoft.com/office/drawing/2014/main" id="{ACFFAC20-1CAC-4DEF-91FF-8AA656156419}"/>
                </a:ext>
              </a:extLst>
            </p:cNvPr>
            <p:cNvSpPr txBox="1"/>
            <p:nvPr/>
          </p:nvSpPr>
          <p:spPr>
            <a:xfrm>
              <a:off x="4815083" y="2314461"/>
              <a:ext cx="1117614" cy="307777"/>
            </a:xfrm>
            <a:prstGeom prst="rect">
              <a:avLst/>
            </a:prstGeom>
            <a:noFill/>
          </p:spPr>
          <p:txBody>
            <a:bodyPr wrap="none" rtlCol="0">
              <a:spAutoFit/>
            </a:bodyPr>
            <a:lstStyle/>
            <a:p>
              <a:r>
                <a:rPr lang="zh-CN" altLang="en-US" sz="1400" dirty="0"/>
                <a:t>突触</a:t>
              </a:r>
              <a:r>
                <a:rPr lang="en-US" altLang="zh-CN" sz="1400" dirty="0"/>
                <a:t>(</a:t>
              </a:r>
              <a:r>
                <a:rPr lang="zh-CN" altLang="en-US" sz="1400" dirty="0"/>
                <a:t>输出</a:t>
              </a:r>
              <a:r>
                <a:rPr lang="en-US" altLang="zh-CN" sz="1400" dirty="0"/>
                <a:t>)</a:t>
              </a:r>
              <a:endParaRPr lang="zh-CN" altLang="en-US" sz="1400" dirty="0"/>
            </a:p>
          </p:txBody>
        </p:sp>
      </p:grpSp>
    </p:spTree>
    <p:custDataLst>
      <p:custData r:id="rId1"/>
    </p:custDataLst>
    <p:extLst>
      <p:ext uri="{BB962C8B-B14F-4D97-AF65-F5344CB8AC3E}">
        <p14:creationId xmlns:p14="http://schemas.microsoft.com/office/powerpoint/2010/main" val="26552119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1000"/>
                                        <p:tgtEl>
                                          <p:spTgt spid="21"/>
                                        </p:tgtEl>
                                      </p:cBhvr>
                                    </p:animEffect>
                                    <p:anim calcmode="lin" valueType="num">
                                      <p:cBhvr>
                                        <p:cTn id="33" dur="1000" fill="hold"/>
                                        <p:tgtEl>
                                          <p:spTgt spid="21"/>
                                        </p:tgtEl>
                                        <p:attrNameLst>
                                          <p:attrName>ppt_x</p:attrName>
                                        </p:attrNameLst>
                                      </p:cBhvr>
                                      <p:tavLst>
                                        <p:tav tm="0">
                                          <p:val>
                                            <p:strVal val="#ppt_x"/>
                                          </p:val>
                                        </p:tav>
                                        <p:tav tm="100000">
                                          <p:val>
                                            <p:strVal val="#ppt_x"/>
                                          </p:val>
                                        </p:tav>
                                      </p:tavLst>
                                    </p:anim>
                                    <p:anim calcmode="lin" valueType="num">
                                      <p:cBhvr>
                                        <p:cTn id="34" dur="1000" fill="hold"/>
                                        <p:tgtEl>
                                          <p:spTgt spid="2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1000"/>
                                        <p:tgtEl>
                                          <p:spTgt spid="24"/>
                                        </p:tgtEl>
                                      </p:cBhvr>
                                    </p:animEffect>
                                    <p:anim calcmode="lin" valueType="num">
                                      <p:cBhvr>
                                        <p:cTn id="48" dur="1000" fill="hold"/>
                                        <p:tgtEl>
                                          <p:spTgt spid="24"/>
                                        </p:tgtEl>
                                        <p:attrNameLst>
                                          <p:attrName>ppt_x</p:attrName>
                                        </p:attrNameLst>
                                      </p:cBhvr>
                                      <p:tavLst>
                                        <p:tav tm="0">
                                          <p:val>
                                            <p:strVal val="#ppt_x"/>
                                          </p:val>
                                        </p:tav>
                                        <p:tav tm="100000">
                                          <p:val>
                                            <p:strVal val="#ppt_x"/>
                                          </p:val>
                                        </p:tav>
                                      </p:tavLst>
                                    </p:anim>
                                    <p:anim calcmode="lin" valueType="num">
                                      <p:cBhvr>
                                        <p:cTn id="49" dur="1000" fill="hold"/>
                                        <p:tgtEl>
                                          <p:spTgt spid="2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1000"/>
                                        <p:tgtEl>
                                          <p:spTgt spid="25"/>
                                        </p:tgtEl>
                                      </p:cBhvr>
                                    </p:animEffect>
                                    <p:anim calcmode="lin" valueType="num">
                                      <p:cBhvr>
                                        <p:cTn id="53" dur="1000" fill="hold"/>
                                        <p:tgtEl>
                                          <p:spTgt spid="25"/>
                                        </p:tgtEl>
                                        <p:attrNameLst>
                                          <p:attrName>ppt_x</p:attrName>
                                        </p:attrNameLst>
                                      </p:cBhvr>
                                      <p:tavLst>
                                        <p:tav tm="0">
                                          <p:val>
                                            <p:strVal val="#ppt_x"/>
                                          </p:val>
                                        </p:tav>
                                        <p:tav tm="100000">
                                          <p:val>
                                            <p:strVal val="#ppt_x"/>
                                          </p:val>
                                        </p:tav>
                                      </p:tavLst>
                                    </p:anim>
                                    <p:anim calcmode="lin" valueType="num">
                                      <p:cBhvr>
                                        <p:cTn id="54" dur="1000" fill="hold"/>
                                        <p:tgtEl>
                                          <p:spTgt spid="25"/>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1000"/>
                                        <p:tgtEl>
                                          <p:spTgt spid="26"/>
                                        </p:tgtEl>
                                      </p:cBhvr>
                                    </p:animEffect>
                                    <p:anim calcmode="lin" valueType="num">
                                      <p:cBhvr>
                                        <p:cTn id="58" dur="1000" fill="hold"/>
                                        <p:tgtEl>
                                          <p:spTgt spid="26"/>
                                        </p:tgtEl>
                                        <p:attrNameLst>
                                          <p:attrName>ppt_x</p:attrName>
                                        </p:attrNameLst>
                                      </p:cBhvr>
                                      <p:tavLst>
                                        <p:tav tm="0">
                                          <p:val>
                                            <p:strVal val="#ppt_x"/>
                                          </p:val>
                                        </p:tav>
                                        <p:tav tm="100000">
                                          <p:val>
                                            <p:strVal val="#ppt_x"/>
                                          </p:val>
                                        </p:tav>
                                      </p:tavLst>
                                    </p:anim>
                                    <p:anim calcmode="lin" valueType="num">
                                      <p:cBhvr>
                                        <p:cTn id="59" dur="1000" fill="hold"/>
                                        <p:tgtEl>
                                          <p:spTgt spid="26"/>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1000"/>
                                        <p:tgtEl>
                                          <p:spTgt spid="27"/>
                                        </p:tgtEl>
                                      </p:cBhvr>
                                    </p:animEffect>
                                    <p:anim calcmode="lin" valueType="num">
                                      <p:cBhvr>
                                        <p:cTn id="63" dur="1000" fill="hold"/>
                                        <p:tgtEl>
                                          <p:spTgt spid="27"/>
                                        </p:tgtEl>
                                        <p:attrNameLst>
                                          <p:attrName>ppt_x</p:attrName>
                                        </p:attrNameLst>
                                      </p:cBhvr>
                                      <p:tavLst>
                                        <p:tav tm="0">
                                          <p:val>
                                            <p:strVal val="#ppt_x"/>
                                          </p:val>
                                        </p:tav>
                                        <p:tav tm="100000">
                                          <p:val>
                                            <p:strVal val="#ppt_x"/>
                                          </p:val>
                                        </p:tav>
                                      </p:tavLst>
                                    </p:anim>
                                    <p:anim calcmode="lin" valueType="num">
                                      <p:cBhvr>
                                        <p:cTn id="6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wipe(down)">
                                      <p:cBhvr>
                                        <p:cTn id="6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17" grpId="0" animBg="1"/>
      <p:bldP spid="18" grpId="0" animBg="1"/>
      <p:bldP spid="22" grpId="0" animBg="1"/>
      <p:bldP spid="24" grpId="0"/>
      <p:bldP spid="25" grpId="0"/>
      <p:bldP spid="26" grpId="0"/>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28" name="流程图: 接点 27">
            <a:extLst>
              <a:ext uri="{FF2B5EF4-FFF2-40B4-BE49-F238E27FC236}">
                <a16:creationId xmlns:a16="http://schemas.microsoft.com/office/drawing/2014/main" id="{5E18313D-CDB0-4139-965B-3CA72A80F9B1}"/>
              </a:ext>
            </a:extLst>
          </p:cNvPr>
          <p:cNvSpPr/>
          <p:nvPr/>
        </p:nvSpPr>
        <p:spPr>
          <a:xfrm>
            <a:off x="6263640" y="2023803"/>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9" name="流程图: 接点 28">
            <a:extLst>
              <a:ext uri="{FF2B5EF4-FFF2-40B4-BE49-F238E27FC236}">
                <a16:creationId xmlns:a16="http://schemas.microsoft.com/office/drawing/2014/main" id="{28603C05-D2E7-4B20-80D9-F77F4C2F0D6A}"/>
              </a:ext>
            </a:extLst>
          </p:cNvPr>
          <p:cNvSpPr/>
          <p:nvPr/>
        </p:nvSpPr>
        <p:spPr>
          <a:xfrm>
            <a:off x="6263640" y="2938583"/>
            <a:ext cx="621792" cy="61264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0" name="流程图: 接点 29">
            <a:extLst>
              <a:ext uri="{FF2B5EF4-FFF2-40B4-BE49-F238E27FC236}">
                <a16:creationId xmlns:a16="http://schemas.microsoft.com/office/drawing/2014/main" id="{9513EB64-FCD6-4DAB-AB9E-314137615305}"/>
              </a:ext>
            </a:extLst>
          </p:cNvPr>
          <p:cNvSpPr/>
          <p:nvPr/>
        </p:nvSpPr>
        <p:spPr>
          <a:xfrm>
            <a:off x="6263640" y="3844219"/>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31" name="直接箭头连接符 30">
            <a:extLst>
              <a:ext uri="{FF2B5EF4-FFF2-40B4-BE49-F238E27FC236}">
                <a16:creationId xmlns:a16="http://schemas.microsoft.com/office/drawing/2014/main" id="{A5662B57-0833-4288-8FB9-4852EB30666A}"/>
              </a:ext>
            </a:extLst>
          </p:cNvPr>
          <p:cNvCxnSpPr>
            <a:cxnSpLocks/>
            <a:stCxn id="28" idx="6"/>
          </p:cNvCxnSpPr>
          <p:nvPr/>
        </p:nvCxnSpPr>
        <p:spPr>
          <a:xfrm>
            <a:off x="6885432" y="2330127"/>
            <a:ext cx="1664208" cy="8994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2" name="直接箭头连接符 31">
            <a:extLst>
              <a:ext uri="{FF2B5EF4-FFF2-40B4-BE49-F238E27FC236}">
                <a16:creationId xmlns:a16="http://schemas.microsoft.com/office/drawing/2014/main" id="{E2F394BE-8FE6-4A5B-AF6E-D460B215EF29}"/>
              </a:ext>
            </a:extLst>
          </p:cNvPr>
          <p:cNvCxnSpPr>
            <a:stCxn id="29" idx="6"/>
          </p:cNvCxnSpPr>
          <p:nvPr/>
        </p:nvCxnSpPr>
        <p:spPr>
          <a:xfrm flipV="1">
            <a:off x="6885432" y="3236977"/>
            <a:ext cx="1664208" cy="79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直接箭头连接符 32">
            <a:extLst>
              <a:ext uri="{FF2B5EF4-FFF2-40B4-BE49-F238E27FC236}">
                <a16:creationId xmlns:a16="http://schemas.microsoft.com/office/drawing/2014/main" id="{75BA2369-074E-4576-898B-8B4C5FF45BFB}"/>
              </a:ext>
            </a:extLst>
          </p:cNvPr>
          <p:cNvCxnSpPr>
            <a:stCxn id="30" idx="6"/>
          </p:cNvCxnSpPr>
          <p:nvPr/>
        </p:nvCxnSpPr>
        <p:spPr>
          <a:xfrm flipV="1">
            <a:off x="6885432" y="3244907"/>
            <a:ext cx="1664208" cy="9056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4" name="流程图: 接点 33">
            <a:extLst>
              <a:ext uri="{FF2B5EF4-FFF2-40B4-BE49-F238E27FC236}">
                <a16:creationId xmlns:a16="http://schemas.microsoft.com/office/drawing/2014/main" id="{AD10FE50-3BEA-4168-90A0-FDA109299FB6}"/>
              </a:ext>
            </a:extLst>
          </p:cNvPr>
          <p:cNvSpPr/>
          <p:nvPr/>
        </p:nvSpPr>
        <p:spPr>
          <a:xfrm>
            <a:off x="8540496" y="2495934"/>
            <a:ext cx="1435608" cy="146561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1600" dirty="0"/>
              <a:t>激活函数</a:t>
            </a:r>
          </a:p>
        </p:txBody>
      </p:sp>
      <p:cxnSp>
        <p:nvCxnSpPr>
          <p:cNvPr id="35" name="直接箭头连接符 34">
            <a:extLst>
              <a:ext uri="{FF2B5EF4-FFF2-40B4-BE49-F238E27FC236}">
                <a16:creationId xmlns:a16="http://schemas.microsoft.com/office/drawing/2014/main" id="{539A571D-E4EF-4C64-9EB9-C05978B7D354}"/>
              </a:ext>
            </a:extLst>
          </p:cNvPr>
          <p:cNvCxnSpPr/>
          <p:nvPr/>
        </p:nvCxnSpPr>
        <p:spPr>
          <a:xfrm flipV="1">
            <a:off x="9893808" y="3225632"/>
            <a:ext cx="1664208" cy="79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3" name="文本框 42">
            <a:extLst>
              <a:ext uri="{FF2B5EF4-FFF2-40B4-BE49-F238E27FC236}">
                <a16:creationId xmlns:a16="http://schemas.microsoft.com/office/drawing/2014/main" id="{91F73D49-F856-4049-AB2F-9027873FA83A}"/>
              </a:ext>
            </a:extLst>
          </p:cNvPr>
          <p:cNvSpPr txBox="1"/>
          <p:nvPr/>
        </p:nvSpPr>
        <p:spPr>
          <a:xfrm>
            <a:off x="7472999" y="3709064"/>
            <a:ext cx="530915" cy="300210"/>
          </a:xfrm>
          <a:prstGeom prst="rect">
            <a:avLst/>
          </a:prstGeom>
          <a:noFill/>
        </p:spPr>
        <p:txBody>
          <a:bodyPr wrap="none" rtlCol="0">
            <a:spAutoFit/>
          </a:bodyPr>
          <a:lstStyle/>
          <a:p>
            <a:r>
              <a:rPr lang="zh-CN" altLang="en-US" sz="1351" dirty="0"/>
              <a:t>权重</a:t>
            </a:r>
          </a:p>
        </p:txBody>
      </p:sp>
      <p:pic>
        <p:nvPicPr>
          <p:cNvPr id="44" name="图片 43">
            <a:extLst>
              <a:ext uri="{FF2B5EF4-FFF2-40B4-BE49-F238E27FC236}">
                <a16:creationId xmlns:a16="http://schemas.microsoft.com/office/drawing/2014/main" id="{91E73133-D3D1-46D7-AB7F-AB914EFCD33E}"/>
              </a:ext>
            </a:extLst>
          </p:cNvPr>
          <p:cNvPicPr>
            <a:picLocks noChangeAspect="1"/>
          </p:cNvPicPr>
          <p:nvPr/>
        </p:nvPicPr>
        <p:blipFill>
          <a:blip r:embed="rId3"/>
          <a:stretch>
            <a:fillRect/>
          </a:stretch>
        </p:blipFill>
        <p:spPr>
          <a:xfrm>
            <a:off x="844296" y="2144681"/>
            <a:ext cx="2400000" cy="2161905"/>
          </a:xfrm>
          <a:prstGeom prst="rect">
            <a:avLst/>
          </a:prstGeom>
        </p:spPr>
      </p:pic>
      <p:sp>
        <p:nvSpPr>
          <p:cNvPr id="45" name="文本框 44">
            <a:extLst>
              <a:ext uri="{FF2B5EF4-FFF2-40B4-BE49-F238E27FC236}">
                <a16:creationId xmlns:a16="http://schemas.microsoft.com/office/drawing/2014/main" id="{69F98BDD-A8F0-483C-A384-4826C29D4A67}"/>
              </a:ext>
            </a:extLst>
          </p:cNvPr>
          <p:cNvSpPr txBox="1"/>
          <p:nvPr/>
        </p:nvSpPr>
        <p:spPr>
          <a:xfrm>
            <a:off x="1581914" y="1949068"/>
            <a:ext cx="530915" cy="300210"/>
          </a:xfrm>
          <a:prstGeom prst="rect">
            <a:avLst/>
          </a:prstGeom>
          <a:noFill/>
        </p:spPr>
        <p:txBody>
          <a:bodyPr wrap="none" rtlCol="0">
            <a:spAutoFit/>
          </a:bodyPr>
          <a:lstStyle/>
          <a:p>
            <a:r>
              <a:rPr lang="zh-CN" altLang="en-US" sz="1351" dirty="0">
                <a:solidFill>
                  <a:schemeClr val="accent1">
                    <a:lumMod val="75000"/>
                  </a:schemeClr>
                </a:solidFill>
              </a:rPr>
              <a:t>颜色</a:t>
            </a:r>
          </a:p>
        </p:txBody>
      </p:sp>
      <p:sp>
        <p:nvSpPr>
          <p:cNvPr id="46" name="文本框 45">
            <a:extLst>
              <a:ext uri="{FF2B5EF4-FFF2-40B4-BE49-F238E27FC236}">
                <a16:creationId xmlns:a16="http://schemas.microsoft.com/office/drawing/2014/main" id="{2D312C68-0E0A-46CD-90A5-E06D9DAA6EBC}"/>
              </a:ext>
            </a:extLst>
          </p:cNvPr>
          <p:cNvSpPr txBox="1"/>
          <p:nvPr/>
        </p:nvSpPr>
        <p:spPr>
          <a:xfrm>
            <a:off x="844298" y="4401992"/>
            <a:ext cx="530915" cy="300210"/>
          </a:xfrm>
          <a:prstGeom prst="rect">
            <a:avLst/>
          </a:prstGeom>
          <a:noFill/>
        </p:spPr>
        <p:txBody>
          <a:bodyPr wrap="none" rtlCol="0">
            <a:spAutoFit/>
          </a:bodyPr>
          <a:lstStyle/>
          <a:p>
            <a:r>
              <a:rPr lang="zh-CN" altLang="en-US" sz="1351" dirty="0">
                <a:solidFill>
                  <a:schemeClr val="accent1">
                    <a:lumMod val="75000"/>
                  </a:schemeClr>
                </a:solidFill>
              </a:rPr>
              <a:t>味道</a:t>
            </a:r>
          </a:p>
        </p:txBody>
      </p:sp>
      <p:sp>
        <p:nvSpPr>
          <p:cNvPr id="47" name="文本框 46">
            <a:extLst>
              <a:ext uri="{FF2B5EF4-FFF2-40B4-BE49-F238E27FC236}">
                <a16:creationId xmlns:a16="http://schemas.microsoft.com/office/drawing/2014/main" id="{A0F8A693-194A-4892-A8F2-5F573FE0837E}"/>
              </a:ext>
            </a:extLst>
          </p:cNvPr>
          <p:cNvSpPr txBox="1"/>
          <p:nvPr/>
        </p:nvSpPr>
        <p:spPr>
          <a:xfrm>
            <a:off x="2988031" y="3893728"/>
            <a:ext cx="530915" cy="300210"/>
          </a:xfrm>
          <a:prstGeom prst="rect">
            <a:avLst/>
          </a:prstGeom>
          <a:noFill/>
        </p:spPr>
        <p:txBody>
          <a:bodyPr wrap="none" rtlCol="0">
            <a:spAutoFit/>
          </a:bodyPr>
          <a:lstStyle/>
          <a:p>
            <a:r>
              <a:rPr lang="zh-CN" altLang="en-US" sz="1351" dirty="0">
                <a:solidFill>
                  <a:schemeClr val="accent1">
                    <a:lumMod val="75000"/>
                  </a:schemeClr>
                </a:solidFill>
              </a:rPr>
              <a:t>形状</a:t>
            </a:r>
          </a:p>
        </p:txBody>
      </p:sp>
      <p:sp>
        <p:nvSpPr>
          <p:cNvPr id="48" name="文本框 47">
            <a:extLst>
              <a:ext uri="{FF2B5EF4-FFF2-40B4-BE49-F238E27FC236}">
                <a16:creationId xmlns:a16="http://schemas.microsoft.com/office/drawing/2014/main" id="{E6848E6C-1C98-4F03-8982-6B57ED9F3CD3}"/>
              </a:ext>
            </a:extLst>
          </p:cNvPr>
          <p:cNvSpPr txBox="1"/>
          <p:nvPr/>
        </p:nvSpPr>
        <p:spPr>
          <a:xfrm>
            <a:off x="6314927" y="4565188"/>
            <a:ext cx="530915" cy="300210"/>
          </a:xfrm>
          <a:prstGeom prst="rect">
            <a:avLst/>
          </a:prstGeom>
          <a:noFill/>
        </p:spPr>
        <p:txBody>
          <a:bodyPr wrap="none" rtlCol="0">
            <a:spAutoFit/>
          </a:bodyPr>
          <a:lstStyle/>
          <a:p>
            <a:r>
              <a:rPr lang="zh-CN" altLang="en-US" sz="1351" dirty="0"/>
              <a:t>输入</a:t>
            </a:r>
          </a:p>
        </p:txBody>
      </p:sp>
      <p:sp>
        <p:nvSpPr>
          <p:cNvPr id="49" name="文本框 48">
            <a:extLst>
              <a:ext uri="{FF2B5EF4-FFF2-40B4-BE49-F238E27FC236}">
                <a16:creationId xmlns:a16="http://schemas.microsoft.com/office/drawing/2014/main" id="{7D1B3EFD-5F07-4965-A284-0380A371D39F}"/>
              </a:ext>
            </a:extLst>
          </p:cNvPr>
          <p:cNvSpPr txBox="1"/>
          <p:nvPr/>
        </p:nvSpPr>
        <p:spPr>
          <a:xfrm>
            <a:off x="8935135" y="4565188"/>
            <a:ext cx="530915" cy="300210"/>
          </a:xfrm>
          <a:prstGeom prst="rect">
            <a:avLst/>
          </a:prstGeom>
          <a:noFill/>
        </p:spPr>
        <p:txBody>
          <a:bodyPr wrap="none" rtlCol="0">
            <a:spAutoFit/>
          </a:bodyPr>
          <a:lstStyle/>
          <a:p>
            <a:r>
              <a:rPr lang="zh-CN" altLang="en-US" sz="1351" dirty="0"/>
              <a:t>输出</a:t>
            </a:r>
          </a:p>
        </p:txBody>
      </p:sp>
    </p:spTree>
    <p:custDataLst>
      <p:custData r:id="rId1"/>
    </p:custDataLst>
    <p:extLst>
      <p:ext uri="{BB962C8B-B14F-4D97-AF65-F5344CB8AC3E}">
        <p14:creationId xmlns:p14="http://schemas.microsoft.com/office/powerpoint/2010/main" val="35146677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down)">
                                      <p:cBhvr>
                                        <p:cTn id="7" dur="580">
                                          <p:stCondLst>
                                            <p:cond delay="0"/>
                                          </p:stCondLst>
                                        </p:cTn>
                                        <p:tgtEl>
                                          <p:spTgt spid="47"/>
                                        </p:tgtEl>
                                      </p:cBhvr>
                                    </p:animEffect>
                                    <p:anim calcmode="lin" valueType="num">
                                      <p:cBhvr>
                                        <p:cTn id="8" dur="1822"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7"/>
                                        </p:tgtEl>
                                        <p:attrNameLst>
                                          <p:attrName>ppt_y</p:attrName>
                                        </p:attrNameLst>
                                      </p:cBhvr>
                                      <p:tavLst>
                                        <p:tav tm="0" fmla="#ppt_y-sin(pi*$)/81">
                                          <p:val>
                                            <p:fltVal val="0"/>
                                          </p:val>
                                        </p:tav>
                                        <p:tav tm="100000">
                                          <p:val>
                                            <p:fltVal val="1"/>
                                          </p:val>
                                        </p:tav>
                                      </p:tavLst>
                                    </p:anim>
                                    <p:animScale>
                                      <p:cBhvr>
                                        <p:cTn id="13" dur="26">
                                          <p:stCondLst>
                                            <p:cond delay="650"/>
                                          </p:stCondLst>
                                        </p:cTn>
                                        <p:tgtEl>
                                          <p:spTgt spid="47"/>
                                        </p:tgtEl>
                                      </p:cBhvr>
                                      <p:to x="100000" y="60000"/>
                                    </p:animScale>
                                    <p:animScale>
                                      <p:cBhvr>
                                        <p:cTn id="14" dur="166" decel="50000">
                                          <p:stCondLst>
                                            <p:cond delay="676"/>
                                          </p:stCondLst>
                                        </p:cTn>
                                        <p:tgtEl>
                                          <p:spTgt spid="47"/>
                                        </p:tgtEl>
                                      </p:cBhvr>
                                      <p:to x="100000" y="100000"/>
                                    </p:animScale>
                                    <p:animScale>
                                      <p:cBhvr>
                                        <p:cTn id="15" dur="26">
                                          <p:stCondLst>
                                            <p:cond delay="1312"/>
                                          </p:stCondLst>
                                        </p:cTn>
                                        <p:tgtEl>
                                          <p:spTgt spid="47"/>
                                        </p:tgtEl>
                                      </p:cBhvr>
                                      <p:to x="100000" y="80000"/>
                                    </p:animScale>
                                    <p:animScale>
                                      <p:cBhvr>
                                        <p:cTn id="16" dur="166" decel="50000">
                                          <p:stCondLst>
                                            <p:cond delay="1338"/>
                                          </p:stCondLst>
                                        </p:cTn>
                                        <p:tgtEl>
                                          <p:spTgt spid="47"/>
                                        </p:tgtEl>
                                      </p:cBhvr>
                                      <p:to x="100000" y="100000"/>
                                    </p:animScale>
                                    <p:animScale>
                                      <p:cBhvr>
                                        <p:cTn id="17" dur="26">
                                          <p:stCondLst>
                                            <p:cond delay="1642"/>
                                          </p:stCondLst>
                                        </p:cTn>
                                        <p:tgtEl>
                                          <p:spTgt spid="47"/>
                                        </p:tgtEl>
                                      </p:cBhvr>
                                      <p:to x="100000" y="90000"/>
                                    </p:animScale>
                                    <p:animScale>
                                      <p:cBhvr>
                                        <p:cTn id="18" dur="166" decel="50000">
                                          <p:stCondLst>
                                            <p:cond delay="1668"/>
                                          </p:stCondLst>
                                        </p:cTn>
                                        <p:tgtEl>
                                          <p:spTgt spid="47"/>
                                        </p:tgtEl>
                                      </p:cBhvr>
                                      <p:to x="100000" y="100000"/>
                                    </p:animScale>
                                    <p:animScale>
                                      <p:cBhvr>
                                        <p:cTn id="19" dur="26">
                                          <p:stCondLst>
                                            <p:cond delay="1808"/>
                                          </p:stCondLst>
                                        </p:cTn>
                                        <p:tgtEl>
                                          <p:spTgt spid="47"/>
                                        </p:tgtEl>
                                      </p:cBhvr>
                                      <p:to x="100000" y="95000"/>
                                    </p:animScale>
                                    <p:animScale>
                                      <p:cBhvr>
                                        <p:cTn id="20" dur="166" decel="50000">
                                          <p:stCondLst>
                                            <p:cond delay="1834"/>
                                          </p:stCondLst>
                                        </p:cTn>
                                        <p:tgtEl>
                                          <p:spTgt spid="47"/>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ipe(down)">
                                      <p:cBhvr>
                                        <p:cTn id="23" dur="580">
                                          <p:stCondLst>
                                            <p:cond delay="0"/>
                                          </p:stCondLst>
                                        </p:cTn>
                                        <p:tgtEl>
                                          <p:spTgt spid="45"/>
                                        </p:tgtEl>
                                      </p:cBhvr>
                                    </p:animEffect>
                                    <p:anim calcmode="lin" valueType="num">
                                      <p:cBhvr>
                                        <p:cTn id="24" dur="1822"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45"/>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45"/>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45"/>
                                        </p:tgtEl>
                                        <p:attrNameLst>
                                          <p:attrName>ppt_y</p:attrName>
                                        </p:attrNameLst>
                                      </p:cBhvr>
                                      <p:tavLst>
                                        <p:tav tm="0" fmla="#ppt_y-sin(pi*$)/81">
                                          <p:val>
                                            <p:fltVal val="0"/>
                                          </p:val>
                                        </p:tav>
                                        <p:tav tm="100000">
                                          <p:val>
                                            <p:fltVal val="1"/>
                                          </p:val>
                                        </p:tav>
                                      </p:tavLst>
                                    </p:anim>
                                    <p:animScale>
                                      <p:cBhvr>
                                        <p:cTn id="29" dur="26">
                                          <p:stCondLst>
                                            <p:cond delay="650"/>
                                          </p:stCondLst>
                                        </p:cTn>
                                        <p:tgtEl>
                                          <p:spTgt spid="45"/>
                                        </p:tgtEl>
                                      </p:cBhvr>
                                      <p:to x="100000" y="60000"/>
                                    </p:animScale>
                                    <p:animScale>
                                      <p:cBhvr>
                                        <p:cTn id="30" dur="166" decel="50000">
                                          <p:stCondLst>
                                            <p:cond delay="676"/>
                                          </p:stCondLst>
                                        </p:cTn>
                                        <p:tgtEl>
                                          <p:spTgt spid="45"/>
                                        </p:tgtEl>
                                      </p:cBhvr>
                                      <p:to x="100000" y="100000"/>
                                    </p:animScale>
                                    <p:animScale>
                                      <p:cBhvr>
                                        <p:cTn id="31" dur="26">
                                          <p:stCondLst>
                                            <p:cond delay="1312"/>
                                          </p:stCondLst>
                                        </p:cTn>
                                        <p:tgtEl>
                                          <p:spTgt spid="45"/>
                                        </p:tgtEl>
                                      </p:cBhvr>
                                      <p:to x="100000" y="80000"/>
                                    </p:animScale>
                                    <p:animScale>
                                      <p:cBhvr>
                                        <p:cTn id="32" dur="166" decel="50000">
                                          <p:stCondLst>
                                            <p:cond delay="1338"/>
                                          </p:stCondLst>
                                        </p:cTn>
                                        <p:tgtEl>
                                          <p:spTgt spid="45"/>
                                        </p:tgtEl>
                                      </p:cBhvr>
                                      <p:to x="100000" y="100000"/>
                                    </p:animScale>
                                    <p:animScale>
                                      <p:cBhvr>
                                        <p:cTn id="33" dur="26">
                                          <p:stCondLst>
                                            <p:cond delay="1642"/>
                                          </p:stCondLst>
                                        </p:cTn>
                                        <p:tgtEl>
                                          <p:spTgt spid="45"/>
                                        </p:tgtEl>
                                      </p:cBhvr>
                                      <p:to x="100000" y="90000"/>
                                    </p:animScale>
                                    <p:animScale>
                                      <p:cBhvr>
                                        <p:cTn id="34" dur="166" decel="50000">
                                          <p:stCondLst>
                                            <p:cond delay="1668"/>
                                          </p:stCondLst>
                                        </p:cTn>
                                        <p:tgtEl>
                                          <p:spTgt spid="45"/>
                                        </p:tgtEl>
                                      </p:cBhvr>
                                      <p:to x="100000" y="100000"/>
                                    </p:animScale>
                                    <p:animScale>
                                      <p:cBhvr>
                                        <p:cTn id="35" dur="26">
                                          <p:stCondLst>
                                            <p:cond delay="1808"/>
                                          </p:stCondLst>
                                        </p:cTn>
                                        <p:tgtEl>
                                          <p:spTgt spid="45"/>
                                        </p:tgtEl>
                                      </p:cBhvr>
                                      <p:to x="100000" y="95000"/>
                                    </p:animScale>
                                    <p:animScale>
                                      <p:cBhvr>
                                        <p:cTn id="36" dur="166" decel="50000">
                                          <p:stCondLst>
                                            <p:cond delay="1834"/>
                                          </p:stCondLst>
                                        </p:cTn>
                                        <p:tgtEl>
                                          <p:spTgt spid="45"/>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wipe(down)">
                                      <p:cBhvr>
                                        <p:cTn id="39" dur="580">
                                          <p:stCondLst>
                                            <p:cond delay="0"/>
                                          </p:stCondLst>
                                        </p:cTn>
                                        <p:tgtEl>
                                          <p:spTgt spid="46"/>
                                        </p:tgtEl>
                                      </p:cBhvr>
                                    </p:animEffect>
                                    <p:anim calcmode="lin" valueType="num">
                                      <p:cBhvr>
                                        <p:cTn id="40"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45" dur="26">
                                          <p:stCondLst>
                                            <p:cond delay="650"/>
                                          </p:stCondLst>
                                        </p:cTn>
                                        <p:tgtEl>
                                          <p:spTgt spid="46"/>
                                        </p:tgtEl>
                                      </p:cBhvr>
                                      <p:to x="100000" y="60000"/>
                                    </p:animScale>
                                    <p:animScale>
                                      <p:cBhvr>
                                        <p:cTn id="46" dur="166" decel="50000">
                                          <p:stCondLst>
                                            <p:cond delay="676"/>
                                          </p:stCondLst>
                                        </p:cTn>
                                        <p:tgtEl>
                                          <p:spTgt spid="46"/>
                                        </p:tgtEl>
                                      </p:cBhvr>
                                      <p:to x="100000" y="100000"/>
                                    </p:animScale>
                                    <p:animScale>
                                      <p:cBhvr>
                                        <p:cTn id="47" dur="26">
                                          <p:stCondLst>
                                            <p:cond delay="1312"/>
                                          </p:stCondLst>
                                        </p:cTn>
                                        <p:tgtEl>
                                          <p:spTgt spid="46"/>
                                        </p:tgtEl>
                                      </p:cBhvr>
                                      <p:to x="100000" y="80000"/>
                                    </p:animScale>
                                    <p:animScale>
                                      <p:cBhvr>
                                        <p:cTn id="48" dur="166" decel="50000">
                                          <p:stCondLst>
                                            <p:cond delay="1338"/>
                                          </p:stCondLst>
                                        </p:cTn>
                                        <p:tgtEl>
                                          <p:spTgt spid="46"/>
                                        </p:tgtEl>
                                      </p:cBhvr>
                                      <p:to x="100000" y="100000"/>
                                    </p:animScale>
                                    <p:animScale>
                                      <p:cBhvr>
                                        <p:cTn id="49" dur="26">
                                          <p:stCondLst>
                                            <p:cond delay="1642"/>
                                          </p:stCondLst>
                                        </p:cTn>
                                        <p:tgtEl>
                                          <p:spTgt spid="46"/>
                                        </p:tgtEl>
                                      </p:cBhvr>
                                      <p:to x="100000" y="90000"/>
                                    </p:animScale>
                                    <p:animScale>
                                      <p:cBhvr>
                                        <p:cTn id="50" dur="166" decel="50000">
                                          <p:stCondLst>
                                            <p:cond delay="1668"/>
                                          </p:stCondLst>
                                        </p:cTn>
                                        <p:tgtEl>
                                          <p:spTgt spid="46"/>
                                        </p:tgtEl>
                                      </p:cBhvr>
                                      <p:to x="100000" y="100000"/>
                                    </p:animScale>
                                    <p:animScale>
                                      <p:cBhvr>
                                        <p:cTn id="51" dur="26">
                                          <p:stCondLst>
                                            <p:cond delay="1808"/>
                                          </p:stCondLst>
                                        </p:cTn>
                                        <p:tgtEl>
                                          <p:spTgt spid="46"/>
                                        </p:tgtEl>
                                      </p:cBhvr>
                                      <p:to x="100000" y="95000"/>
                                    </p:animScale>
                                    <p:animScale>
                                      <p:cBhvr>
                                        <p:cTn id="52" dur="166" decel="50000">
                                          <p:stCondLst>
                                            <p:cond delay="1834"/>
                                          </p:stCondLst>
                                        </p:cTn>
                                        <p:tgtEl>
                                          <p:spTgt spid="4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19" name="流程图: 接点 18">
            <a:extLst>
              <a:ext uri="{FF2B5EF4-FFF2-40B4-BE49-F238E27FC236}">
                <a16:creationId xmlns:a16="http://schemas.microsoft.com/office/drawing/2014/main" id="{810F5AF6-CEF3-4229-8FBF-CD6119A71658}"/>
              </a:ext>
            </a:extLst>
          </p:cNvPr>
          <p:cNvSpPr/>
          <p:nvPr/>
        </p:nvSpPr>
        <p:spPr>
          <a:xfrm>
            <a:off x="6266804" y="2083403"/>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0" name="流程图: 接点 19">
            <a:extLst>
              <a:ext uri="{FF2B5EF4-FFF2-40B4-BE49-F238E27FC236}">
                <a16:creationId xmlns:a16="http://schemas.microsoft.com/office/drawing/2014/main" id="{04DB2FE8-0F0B-48EF-A743-DB9545C09A1B}"/>
              </a:ext>
            </a:extLst>
          </p:cNvPr>
          <p:cNvSpPr/>
          <p:nvPr/>
        </p:nvSpPr>
        <p:spPr>
          <a:xfrm>
            <a:off x="6266804" y="2836099"/>
            <a:ext cx="621792" cy="61264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1" name="流程图: 接点 20">
            <a:extLst>
              <a:ext uri="{FF2B5EF4-FFF2-40B4-BE49-F238E27FC236}">
                <a16:creationId xmlns:a16="http://schemas.microsoft.com/office/drawing/2014/main" id="{0EB0869A-F73B-42E5-A9EC-275D1EE4AD9F}"/>
              </a:ext>
            </a:extLst>
          </p:cNvPr>
          <p:cNvSpPr/>
          <p:nvPr/>
        </p:nvSpPr>
        <p:spPr>
          <a:xfrm>
            <a:off x="6266804" y="4341493"/>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2" name="流程图: 接点 21">
            <a:extLst>
              <a:ext uri="{FF2B5EF4-FFF2-40B4-BE49-F238E27FC236}">
                <a16:creationId xmlns:a16="http://schemas.microsoft.com/office/drawing/2014/main" id="{3042A11F-8165-4C41-95C3-AD17219656E3}"/>
              </a:ext>
            </a:extLst>
          </p:cNvPr>
          <p:cNvSpPr/>
          <p:nvPr/>
        </p:nvSpPr>
        <p:spPr>
          <a:xfrm>
            <a:off x="8557640" y="2836102"/>
            <a:ext cx="1435608" cy="146561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1600" dirty="0"/>
              <a:t>激活函数</a:t>
            </a:r>
          </a:p>
        </p:txBody>
      </p:sp>
      <p:cxnSp>
        <p:nvCxnSpPr>
          <p:cNvPr id="23" name="直接箭头连接符 22">
            <a:extLst>
              <a:ext uri="{FF2B5EF4-FFF2-40B4-BE49-F238E27FC236}">
                <a16:creationId xmlns:a16="http://schemas.microsoft.com/office/drawing/2014/main" id="{5B8C56B8-AC3F-4E6F-92C0-082353F7C7C8}"/>
              </a:ext>
            </a:extLst>
          </p:cNvPr>
          <p:cNvCxnSpPr/>
          <p:nvPr/>
        </p:nvCxnSpPr>
        <p:spPr>
          <a:xfrm flipV="1">
            <a:off x="9998084" y="3564941"/>
            <a:ext cx="1664208" cy="79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4" name="图片 23">
            <a:extLst>
              <a:ext uri="{FF2B5EF4-FFF2-40B4-BE49-F238E27FC236}">
                <a16:creationId xmlns:a16="http://schemas.microsoft.com/office/drawing/2014/main" id="{2E687389-8D8B-47E8-AB70-B0EFC1FAFAAC}"/>
              </a:ext>
            </a:extLst>
          </p:cNvPr>
          <p:cNvPicPr>
            <a:picLocks noChangeAspect="1"/>
          </p:cNvPicPr>
          <p:nvPr/>
        </p:nvPicPr>
        <p:blipFill>
          <a:blip r:embed="rId3"/>
          <a:stretch>
            <a:fillRect/>
          </a:stretch>
        </p:blipFill>
        <p:spPr>
          <a:xfrm>
            <a:off x="844296" y="2144681"/>
            <a:ext cx="2400000" cy="2161905"/>
          </a:xfrm>
          <a:prstGeom prst="rect">
            <a:avLst/>
          </a:prstGeom>
        </p:spPr>
      </p:pic>
      <p:sp>
        <p:nvSpPr>
          <p:cNvPr id="25" name="文本框 24">
            <a:extLst>
              <a:ext uri="{FF2B5EF4-FFF2-40B4-BE49-F238E27FC236}">
                <a16:creationId xmlns:a16="http://schemas.microsoft.com/office/drawing/2014/main" id="{2C916037-A92A-4139-932D-85E3382457A0}"/>
              </a:ext>
            </a:extLst>
          </p:cNvPr>
          <p:cNvSpPr txBox="1"/>
          <p:nvPr/>
        </p:nvSpPr>
        <p:spPr>
          <a:xfrm>
            <a:off x="1581914" y="1949068"/>
            <a:ext cx="530915" cy="300210"/>
          </a:xfrm>
          <a:prstGeom prst="rect">
            <a:avLst/>
          </a:prstGeom>
          <a:noFill/>
        </p:spPr>
        <p:txBody>
          <a:bodyPr wrap="none" rtlCol="0">
            <a:spAutoFit/>
          </a:bodyPr>
          <a:lstStyle/>
          <a:p>
            <a:r>
              <a:rPr lang="zh-CN" altLang="en-US" sz="1351" dirty="0">
                <a:solidFill>
                  <a:schemeClr val="accent1">
                    <a:lumMod val="75000"/>
                  </a:schemeClr>
                </a:solidFill>
              </a:rPr>
              <a:t>颜色</a:t>
            </a:r>
          </a:p>
        </p:txBody>
      </p:sp>
      <p:sp>
        <p:nvSpPr>
          <p:cNvPr id="26" name="文本框 25">
            <a:extLst>
              <a:ext uri="{FF2B5EF4-FFF2-40B4-BE49-F238E27FC236}">
                <a16:creationId xmlns:a16="http://schemas.microsoft.com/office/drawing/2014/main" id="{A244D05B-1AD2-431D-8A83-B4B468674147}"/>
              </a:ext>
            </a:extLst>
          </p:cNvPr>
          <p:cNvSpPr txBox="1"/>
          <p:nvPr/>
        </p:nvSpPr>
        <p:spPr>
          <a:xfrm>
            <a:off x="844298" y="4401992"/>
            <a:ext cx="530915" cy="300210"/>
          </a:xfrm>
          <a:prstGeom prst="rect">
            <a:avLst/>
          </a:prstGeom>
          <a:noFill/>
        </p:spPr>
        <p:txBody>
          <a:bodyPr wrap="none" rtlCol="0">
            <a:spAutoFit/>
          </a:bodyPr>
          <a:lstStyle/>
          <a:p>
            <a:r>
              <a:rPr lang="zh-CN" altLang="en-US" sz="1351" dirty="0">
                <a:solidFill>
                  <a:schemeClr val="accent1">
                    <a:lumMod val="75000"/>
                  </a:schemeClr>
                </a:solidFill>
              </a:rPr>
              <a:t>味道</a:t>
            </a:r>
          </a:p>
        </p:txBody>
      </p:sp>
      <p:sp>
        <p:nvSpPr>
          <p:cNvPr id="27" name="文本框 26">
            <a:extLst>
              <a:ext uri="{FF2B5EF4-FFF2-40B4-BE49-F238E27FC236}">
                <a16:creationId xmlns:a16="http://schemas.microsoft.com/office/drawing/2014/main" id="{771FE2C0-36C2-4D46-A7BB-6B16C16E5E9C}"/>
              </a:ext>
            </a:extLst>
          </p:cNvPr>
          <p:cNvSpPr txBox="1"/>
          <p:nvPr/>
        </p:nvSpPr>
        <p:spPr>
          <a:xfrm>
            <a:off x="2988031" y="3893728"/>
            <a:ext cx="530915" cy="300210"/>
          </a:xfrm>
          <a:prstGeom prst="rect">
            <a:avLst/>
          </a:prstGeom>
          <a:noFill/>
        </p:spPr>
        <p:txBody>
          <a:bodyPr wrap="none" rtlCol="0">
            <a:spAutoFit/>
          </a:bodyPr>
          <a:lstStyle/>
          <a:p>
            <a:r>
              <a:rPr lang="zh-CN" altLang="en-US" sz="1351" dirty="0">
                <a:solidFill>
                  <a:schemeClr val="accent1">
                    <a:lumMod val="75000"/>
                  </a:schemeClr>
                </a:solidFill>
              </a:rPr>
              <a:t>形状</a:t>
            </a:r>
          </a:p>
        </p:txBody>
      </p:sp>
      <p:sp>
        <p:nvSpPr>
          <p:cNvPr id="36" name="流程图: 接点 35">
            <a:extLst>
              <a:ext uri="{FF2B5EF4-FFF2-40B4-BE49-F238E27FC236}">
                <a16:creationId xmlns:a16="http://schemas.microsoft.com/office/drawing/2014/main" id="{9F25C81F-CA24-4485-A3D8-A1117C5E6812}"/>
              </a:ext>
            </a:extLst>
          </p:cNvPr>
          <p:cNvSpPr/>
          <p:nvPr/>
        </p:nvSpPr>
        <p:spPr>
          <a:xfrm>
            <a:off x="6266804" y="1330705"/>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7" name="流程图: 接点 36">
            <a:extLst>
              <a:ext uri="{FF2B5EF4-FFF2-40B4-BE49-F238E27FC236}">
                <a16:creationId xmlns:a16="http://schemas.microsoft.com/office/drawing/2014/main" id="{BEDFCD56-2F47-4832-87BB-4787C2C7900C}"/>
              </a:ext>
            </a:extLst>
          </p:cNvPr>
          <p:cNvSpPr/>
          <p:nvPr/>
        </p:nvSpPr>
        <p:spPr>
          <a:xfrm>
            <a:off x="6266804" y="578008"/>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8" name="流程图: 接点 37">
            <a:extLst>
              <a:ext uri="{FF2B5EF4-FFF2-40B4-BE49-F238E27FC236}">
                <a16:creationId xmlns:a16="http://schemas.microsoft.com/office/drawing/2014/main" id="{3CBE58D7-D4C5-4BE4-9361-929310078003}"/>
              </a:ext>
            </a:extLst>
          </p:cNvPr>
          <p:cNvSpPr/>
          <p:nvPr/>
        </p:nvSpPr>
        <p:spPr>
          <a:xfrm>
            <a:off x="6266804" y="5094191"/>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9" name="流程图: 接点 38">
            <a:extLst>
              <a:ext uri="{FF2B5EF4-FFF2-40B4-BE49-F238E27FC236}">
                <a16:creationId xmlns:a16="http://schemas.microsoft.com/office/drawing/2014/main" id="{99334AC1-40BA-439C-AEDB-F832C8986C19}"/>
              </a:ext>
            </a:extLst>
          </p:cNvPr>
          <p:cNvSpPr/>
          <p:nvPr/>
        </p:nvSpPr>
        <p:spPr>
          <a:xfrm>
            <a:off x="6266804" y="5846884"/>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0" name="流程图: 接点 39">
            <a:extLst>
              <a:ext uri="{FF2B5EF4-FFF2-40B4-BE49-F238E27FC236}">
                <a16:creationId xmlns:a16="http://schemas.microsoft.com/office/drawing/2014/main" id="{56565D98-B943-4006-BDFB-F102070F4B33}"/>
              </a:ext>
            </a:extLst>
          </p:cNvPr>
          <p:cNvSpPr/>
          <p:nvPr/>
        </p:nvSpPr>
        <p:spPr>
          <a:xfrm>
            <a:off x="6266804" y="3588796"/>
            <a:ext cx="621792" cy="61264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41" name="直接连接符 40">
            <a:extLst>
              <a:ext uri="{FF2B5EF4-FFF2-40B4-BE49-F238E27FC236}">
                <a16:creationId xmlns:a16="http://schemas.microsoft.com/office/drawing/2014/main" id="{E373BFEE-1788-4E8F-BCF3-80AAB8A4338D}"/>
              </a:ext>
            </a:extLst>
          </p:cNvPr>
          <p:cNvCxnSpPr>
            <a:cxnSpLocks/>
          </p:cNvCxnSpPr>
          <p:nvPr/>
        </p:nvCxnSpPr>
        <p:spPr>
          <a:xfrm>
            <a:off x="6888597" y="884332"/>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42" name="直接连接符 41">
            <a:extLst>
              <a:ext uri="{FF2B5EF4-FFF2-40B4-BE49-F238E27FC236}">
                <a16:creationId xmlns:a16="http://schemas.microsoft.com/office/drawing/2014/main" id="{FBE3BF83-C052-4E38-B9AE-DD27B62C5866}"/>
              </a:ext>
            </a:extLst>
          </p:cNvPr>
          <p:cNvCxnSpPr>
            <a:cxnSpLocks/>
          </p:cNvCxnSpPr>
          <p:nvPr/>
        </p:nvCxnSpPr>
        <p:spPr>
          <a:xfrm>
            <a:off x="6888597" y="1637029"/>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50" name="直接连接符 49">
            <a:extLst>
              <a:ext uri="{FF2B5EF4-FFF2-40B4-BE49-F238E27FC236}">
                <a16:creationId xmlns:a16="http://schemas.microsoft.com/office/drawing/2014/main" id="{7E05E67C-0623-4759-A596-835765797853}"/>
              </a:ext>
            </a:extLst>
          </p:cNvPr>
          <p:cNvCxnSpPr>
            <a:cxnSpLocks/>
          </p:cNvCxnSpPr>
          <p:nvPr/>
        </p:nvCxnSpPr>
        <p:spPr>
          <a:xfrm>
            <a:off x="6888597" y="2389727"/>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51" name="直接连接符 50">
            <a:extLst>
              <a:ext uri="{FF2B5EF4-FFF2-40B4-BE49-F238E27FC236}">
                <a16:creationId xmlns:a16="http://schemas.microsoft.com/office/drawing/2014/main" id="{7B1C0685-8741-4217-856E-F44E0749C43F}"/>
              </a:ext>
            </a:extLst>
          </p:cNvPr>
          <p:cNvCxnSpPr>
            <a:cxnSpLocks/>
          </p:cNvCxnSpPr>
          <p:nvPr/>
        </p:nvCxnSpPr>
        <p:spPr>
          <a:xfrm>
            <a:off x="6888597" y="3142423"/>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52" name="直接连接符 51">
            <a:extLst>
              <a:ext uri="{FF2B5EF4-FFF2-40B4-BE49-F238E27FC236}">
                <a16:creationId xmlns:a16="http://schemas.microsoft.com/office/drawing/2014/main" id="{4F31130C-2201-4ED5-A9D8-DD1566B35C1A}"/>
              </a:ext>
            </a:extLst>
          </p:cNvPr>
          <p:cNvCxnSpPr>
            <a:cxnSpLocks/>
          </p:cNvCxnSpPr>
          <p:nvPr/>
        </p:nvCxnSpPr>
        <p:spPr>
          <a:xfrm>
            <a:off x="6888597" y="3895120"/>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53" name="直接连接符 52">
            <a:extLst>
              <a:ext uri="{FF2B5EF4-FFF2-40B4-BE49-F238E27FC236}">
                <a16:creationId xmlns:a16="http://schemas.microsoft.com/office/drawing/2014/main" id="{5EF1A745-57BE-4D72-9C90-45215F0E2BE3}"/>
              </a:ext>
            </a:extLst>
          </p:cNvPr>
          <p:cNvCxnSpPr>
            <a:cxnSpLocks/>
          </p:cNvCxnSpPr>
          <p:nvPr/>
        </p:nvCxnSpPr>
        <p:spPr>
          <a:xfrm>
            <a:off x="6888597" y="4647817"/>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54" name="直接连接符 53">
            <a:extLst>
              <a:ext uri="{FF2B5EF4-FFF2-40B4-BE49-F238E27FC236}">
                <a16:creationId xmlns:a16="http://schemas.microsoft.com/office/drawing/2014/main" id="{0F566D99-1956-41DD-8331-81FC378345C5}"/>
              </a:ext>
            </a:extLst>
          </p:cNvPr>
          <p:cNvCxnSpPr>
            <a:cxnSpLocks/>
          </p:cNvCxnSpPr>
          <p:nvPr/>
        </p:nvCxnSpPr>
        <p:spPr>
          <a:xfrm>
            <a:off x="6888597" y="5394353"/>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55" name="直接连接符 54">
            <a:extLst>
              <a:ext uri="{FF2B5EF4-FFF2-40B4-BE49-F238E27FC236}">
                <a16:creationId xmlns:a16="http://schemas.microsoft.com/office/drawing/2014/main" id="{E57F8166-A9B2-4B02-9B49-188C83EDCCF4}"/>
              </a:ext>
            </a:extLst>
          </p:cNvPr>
          <p:cNvCxnSpPr>
            <a:cxnSpLocks/>
          </p:cNvCxnSpPr>
          <p:nvPr/>
        </p:nvCxnSpPr>
        <p:spPr>
          <a:xfrm>
            <a:off x="6888597" y="6147051"/>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56" name="直接连接符 55">
            <a:extLst>
              <a:ext uri="{FF2B5EF4-FFF2-40B4-BE49-F238E27FC236}">
                <a16:creationId xmlns:a16="http://schemas.microsoft.com/office/drawing/2014/main" id="{7A1AEF22-02EA-404E-A8E4-41C42912395E}"/>
              </a:ext>
            </a:extLst>
          </p:cNvPr>
          <p:cNvCxnSpPr>
            <a:cxnSpLocks/>
          </p:cNvCxnSpPr>
          <p:nvPr/>
        </p:nvCxnSpPr>
        <p:spPr>
          <a:xfrm flipH="1">
            <a:off x="7507227" y="884334"/>
            <a:ext cx="9415" cy="5262719"/>
          </a:xfrm>
          <a:prstGeom prst="line">
            <a:avLst/>
          </a:prstGeom>
        </p:spPr>
        <p:style>
          <a:lnRef idx="3">
            <a:schemeClr val="dk1"/>
          </a:lnRef>
          <a:fillRef idx="0">
            <a:schemeClr val="dk1"/>
          </a:fillRef>
          <a:effectRef idx="2">
            <a:schemeClr val="dk1"/>
          </a:effectRef>
          <a:fontRef idx="minor">
            <a:schemeClr val="tx1"/>
          </a:fontRef>
        </p:style>
      </p:cxnSp>
      <p:cxnSp>
        <p:nvCxnSpPr>
          <p:cNvPr id="57" name="直接箭头连接符 56">
            <a:extLst>
              <a:ext uri="{FF2B5EF4-FFF2-40B4-BE49-F238E27FC236}">
                <a16:creationId xmlns:a16="http://schemas.microsoft.com/office/drawing/2014/main" id="{8DC79263-9FCD-45DB-8F3C-ED58CAD03D64}"/>
              </a:ext>
            </a:extLst>
          </p:cNvPr>
          <p:cNvCxnSpPr>
            <a:cxnSpLocks/>
            <a:endCxn id="22" idx="2"/>
          </p:cNvCxnSpPr>
          <p:nvPr/>
        </p:nvCxnSpPr>
        <p:spPr>
          <a:xfrm>
            <a:off x="7516642" y="3564943"/>
            <a:ext cx="1041001" cy="396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8" name="文本框 57">
            <a:extLst>
              <a:ext uri="{FF2B5EF4-FFF2-40B4-BE49-F238E27FC236}">
                <a16:creationId xmlns:a16="http://schemas.microsoft.com/office/drawing/2014/main" id="{7432DED7-1F94-4C0A-8A8E-562AF4885A1B}"/>
              </a:ext>
            </a:extLst>
          </p:cNvPr>
          <p:cNvSpPr txBox="1"/>
          <p:nvPr/>
        </p:nvSpPr>
        <p:spPr>
          <a:xfrm>
            <a:off x="5469998" y="698264"/>
            <a:ext cx="530915" cy="300210"/>
          </a:xfrm>
          <a:prstGeom prst="rect">
            <a:avLst/>
          </a:prstGeom>
          <a:noFill/>
        </p:spPr>
        <p:txBody>
          <a:bodyPr wrap="none" rtlCol="0">
            <a:spAutoFit/>
          </a:bodyPr>
          <a:lstStyle/>
          <a:p>
            <a:r>
              <a:rPr lang="zh-CN" altLang="en-US" sz="1351" dirty="0"/>
              <a:t>红色</a:t>
            </a:r>
          </a:p>
        </p:txBody>
      </p:sp>
      <p:sp>
        <p:nvSpPr>
          <p:cNvPr id="59" name="文本框 58">
            <a:extLst>
              <a:ext uri="{FF2B5EF4-FFF2-40B4-BE49-F238E27FC236}">
                <a16:creationId xmlns:a16="http://schemas.microsoft.com/office/drawing/2014/main" id="{85D6C3CD-8AB8-4AE6-8254-0A9BA0B70BA2}"/>
              </a:ext>
            </a:extLst>
          </p:cNvPr>
          <p:cNvSpPr txBox="1"/>
          <p:nvPr/>
        </p:nvSpPr>
        <p:spPr>
          <a:xfrm>
            <a:off x="5469998" y="1451220"/>
            <a:ext cx="530915" cy="300210"/>
          </a:xfrm>
          <a:prstGeom prst="rect">
            <a:avLst/>
          </a:prstGeom>
          <a:noFill/>
        </p:spPr>
        <p:txBody>
          <a:bodyPr wrap="none" rtlCol="0">
            <a:spAutoFit/>
          </a:bodyPr>
          <a:lstStyle/>
          <a:p>
            <a:r>
              <a:rPr lang="zh-CN" altLang="en-US" sz="1351" dirty="0"/>
              <a:t>黄色</a:t>
            </a:r>
          </a:p>
        </p:txBody>
      </p:sp>
      <p:sp>
        <p:nvSpPr>
          <p:cNvPr id="60" name="文本框 59">
            <a:extLst>
              <a:ext uri="{FF2B5EF4-FFF2-40B4-BE49-F238E27FC236}">
                <a16:creationId xmlns:a16="http://schemas.microsoft.com/office/drawing/2014/main" id="{A12FE139-DB67-4222-8DBC-67FCF7F98057}"/>
              </a:ext>
            </a:extLst>
          </p:cNvPr>
          <p:cNvSpPr txBox="1"/>
          <p:nvPr/>
        </p:nvSpPr>
        <p:spPr>
          <a:xfrm>
            <a:off x="5469998" y="2204176"/>
            <a:ext cx="530915" cy="300210"/>
          </a:xfrm>
          <a:prstGeom prst="rect">
            <a:avLst/>
          </a:prstGeom>
          <a:noFill/>
        </p:spPr>
        <p:txBody>
          <a:bodyPr wrap="none" rtlCol="0">
            <a:spAutoFit/>
          </a:bodyPr>
          <a:lstStyle/>
          <a:p>
            <a:r>
              <a:rPr lang="zh-CN" altLang="en-US" sz="1351" dirty="0"/>
              <a:t>蓝色</a:t>
            </a:r>
          </a:p>
        </p:txBody>
      </p:sp>
      <p:sp>
        <p:nvSpPr>
          <p:cNvPr id="61" name="文本框 60">
            <a:extLst>
              <a:ext uri="{FF2B5EF4-FFF2-40B4-BE49-F238E27FC236}">
                <a16:creationId xmlns:a16="http://schemas.microsoft.com/office/drawing/2014/main" id="{02B31042-89A5-40C1-A965-5F6A377D0D68}"/>
              </a:ext>
            </a:extLst>
          </p:cNvPr>
          <p:cNvSpPr txBox="1"/>
          <p:nvPr/>
        </p:nvSpPr>
        <p:spPr>
          <a:xfrm>
            <a:off x="5469998" y="2957132"/>
            <a:ext cx="530915" cy="300210"/>
          </a:xfrm>
          <a:prstGeom prst="rect">
            <a:avLst/>
          </a:prstGeom>
          <a:noFill/>
        </p:spPr>
        <p:txBody>
          <a:bodyPr wrap="none" rtlCol="0">
            <a:spAutoFit/>
          </a:bodyPr>
          <a:lstStyle/>
          <a:p>
            <a:r>
              <a:rPr lang="zh-CN" altLang="en-US" sz="1351" dirty="0"/>
              <a:t>圆形</a:t>
            </a:r>
          </a:p>
        </p:txBody>
      </p:sp>
      <p:sp>
        <p:nvSpPr>
          <p:cNvPr id="62" name="文本框 61">
            <a:extLst>
              <a:ext uri="{FF2B5EF4-FFF2-40B4-BE49-F238E27FC236}">
                <a16:creationId xmlns:a16="http://schemas.microsoft.com/office/drawing/2014/main" id="{8EFF6B11-A37E-45ED-8BCC-FEA56B918894}"/>
              </a:ext>
            </a:extLst>
          </p:cNvPr>
          <p:cNvSpPr txBox="1"/>
          <p:nvPr/>
        </p:nvSpPr>
        <p:spPr>
          <a:xfrm>
            <a:off x="5469998" y="3710088"/>
            <a:ext cx="530915" cy="300210"/>
          </a:xfrm>
          <a:prstGeom prst="rect">
            <a:avLst/>
          </a:prstGeom>
          <a:noFill/>
        </p:spPr>
        <p:txBody>
          <a:bodyPr wrap="none" rtlCol="0">
            <a:spAutoFit/>
          </a:bodyPr>
          <a:lstStyle/>
          <a:p>
            <a:r>
              <a:rPr lang="zh-CN" altLang="en-US" sz="1351" dirty="0"/>
              <a:t>长条</a:t>
            </a:r>
          </a:p>
        </p:txBody>
      </p:sp>
      <p:sp>
        <p:nvSpPr>
          <p:cNvPr id="63" name="文本框 62">
            <a:extLst>
              <a:ext uri="{FF2B5EF4-FFF2-40B4-BE49-F238E27FC236}">
                <a16:creationId xmlns:a16="http://schemas.microsoft.com/office/drawing/2014/main" id="{D2D81F80-DF38-46CC-B161-35989997C92D}"/>
              </a:ext>
            </a:extLst>
          </p:cNvPr>
          <p:cNvSpPr txBox="1"/>
          <p:nvPr/>
        </p:nvSpPr>
        <p:spPr>
          <a:xfrm>
            <a:off x="5469998" y="4463044"/>
            <a:ext cx="530915" cy="300210"/>
          </a:xfrm>
          <a:prstGeom prst="rect">
            <a:avLst/>
          </a:prstGeom>
          <a:noFill/>
        </p:spPr>
        <p:txBody>
          <a:bodyPr wrap="none" rtlCol="0">
            <a:spAutoFit/>
          </a:bodyPr>
          <a:lstStyle/>
          <a:p>
            <a:r>
              <a:rPr lang="zh-CN" altLang="en-US" sz="1351" dirty="0"/>
              <a:t>甜的</a:t>
            </a:r>
          </a:p>
        </p:txBody>
      </p:sp>
      <p:sp>
        <p:nvSpPr>
          <p:cNvPr id="64" name="文本框 63">
            <a:extLst>
              <a:ext uri="{FF2B5EF4-FFF2-40B4-BE49-F238E27FC236}">
                <a16:creationId xmlns:a16="http://schemas.microsoft.com/office/drawing/2014/main" id="{67B61700-4E00-4EEE-A4FF-5587AE17816E}"/>
              </a:ext>
            </a:extLst>
          </p:cNvPr>
          <p:cNvSpPr txBox="1"/>
          <p:nvPr/>
        </p:nvSpPr>
        <p:spPr>
          <a:xfrm>
            <a:off x="5469998" y="5216000"/>
            <a:ext cx="530915" cy="300210"/>
          </a:xfrm>
          <a:prstGeom prst="rect">
            <a:avLst/>
          </a:prstGeom>
          <a:noFill/>
        </p:spPr>
        <p:txBody>
          <a:bodyPr wrap="none" rtlCol="0">
            <a:spAutoFit/>
          </a:bodyPr>
          <a:lstStyle/>
          <a:p>
            <a:r>
              <a:rPr lang="zh-CN" altLang="en-US" sz="1351" dirty="0"/>
              <a:t>酸的</a:t>
            </a:r>
          </a:p>
        </p:txBody>
      </p:sp>
      <p:sp>
        <p:nvSpPr>
          <p:cNvPr id="65" name="文本框 64">
            <a:extLst>
              <a:ext uri="{FF2B5EF4-FFF2-40B4-BE49-F238E27FC236}">
                <a16:creationId xmlns:a16="http://schemas.microsoft.com/office/drawing/2014/main" id="{A448A02E-F5F6-4459-A996-94E4611C5A52}"/>
              </a:ext>
            </a:extLst>
          </p:cNvPr>
          <p:cNvSpPr txBox="1"/>
          <p:nvPr/>
        </p:nvSpPr>
        <p:spPr>
          <a:xfrm>
            <a:off x="5469998" y="5968960"/>
            <a:ext cx="530915" cy="300210"/>
          </a:xfrm>
          <a:prstGeom prst="rect">
            <a:avLst/>
          </a:prstGeom>
          <a:noFill/>
        </p:spPr>
        <p:txBody>
          <a:bodyPr wrap="none" rtlCol="0">
            <a:spAutoFit/>
          </a:bodyPr>
          <a:lstStyle/>
          <a:p>
            <a:r>
              <a:rPr lang="zh-CN" altLang="en-US" sz="1351" dirty="0"/>
              <a:t>苦的</a:t>
            </a:r>
          </a:p>
        </p:txBody>
      </p:sp>
      <p:sp>
        <p:nvSpPr>
          <p:cNvPr id="66" name="文本框 65">
            <a:extLst>
              <a:ext uri="{FF2B5EF4-FFF2-40B4-BE49-F238E27FC236}">
                <a16:creationId xmlns:a16="http://schemas.microsoft.com/office/drawing/2014/main" id="{8A06980E-60D2-4C4A-B55B-8C80FDA0AFE7}"/>
              </a:ext>
            </a:extLst>
          </p:cNvPr>
          <p:cNvSpPr txBox="1"/>
          <p:nvPr/>
        </p:nvSpPr>
        <p:spPr>
          <a:xfrm>
            <a:off x="7040332" y="593448"/>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67" name="文本框 66">
            <a:extLst>
              <a:ext uri="{FF2B5EF4-FFF2-40B4-BE49-F238E27FC236}">
                <a16:creationId xmlns:a16="http://schemas.microsoft.com/office/drawing/2014/main" id="{27188128-2CF9-4018-9BD8-A776C05C72D0}"/>
              </a:ext>
            </a:extLst>
          </p:cNvPr>
          <p:cNvSpPr txBox="1"/>
          <p:nvPr/>
        </p:nvSpPr>
        <p:spPr>
          <a:xfrm>
            <a:off x="7040332" y="1341708"/>
            <a:ext cx="288862" cy="300210"/>
          </a:xfrm>
          <a:prstGeom prst="rect">
            <a:avLst/>
          </a:prstGeom>
          <a:noFill/>
        </p:spPr>
        <p:txBody>
          <a:bodyPr wrap="none" rtlCol="0">
            <a:spAutoFit/>
          </a:bodyPr>
          <a:lstStyle/>
          <a:p>
            <a:r>
              <a:rPr lang="en-US" altLang="zh-CN" sz="1351" dirty="0"/>
              <a:t>1</a:t>
            </a:r>
            <a:endParaRPr lang="zh-CN" altLang="en-US" sz="1351" dirty="0"/>
          </a:p>
        </p:txBody>
      </p:sp>
      <p:sp>
        <p:nvSpPr>
          <p:cNvPr id="68" name="文本框 67">
            <a:extLst>
              <a:ext uri="{FF2B5EF4-FFF2-40B4-BE49-F238E27FC236}">
                <a16:creationId xmlns:a16="http://schemas.microsoft.com/office/drawing/2014/main" id="{E8EC595D-EFEF-4AD5-877B-C0223B65DBD4}"/>
              </a:ext>
            </a:extLst>
          </p:cNvPr>
          <p:cNvSpPr txBox="1"/>
          <p:nvPr/>
        </p:nvSpPr>
        <p:spPr>
          <a:xfrm>
            <a:off x="7040332" y="2087388"/>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69" name="文本框 68">
            <a:extLst>
              <a:ext uri="{FF2B5EF4-FFF2-40B4-BE49-F238E27FC236}">
                <a16:creationId xmlns:a16="http://schemas.microsoft.com/office/drawing/2014/main" id="{50D3F27A-14C3-4E15-B40B-3759A283521D}"/>
              </a:ext>
            </a:extLst>
          </p:cNvPr>
          <p:cNvSpPr txBox="1"/>
          <p:nvPr/>
        </p:nvSpPr>
        <p:spPr>
          <a:xfrm>
            <a:off x="7040332" y="2849101"/>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70" name="文本框 69">
            <a:extLst>
              <a:ext uri="{FF2B5EF4-FFF2-40B4-BE49-F238E27FC236}">
                <a16:creationId xmlns:a16="http://schemas.microsoft.com/office/drawing/2014/main" id="{E17C74BC-2CAD-46FD-AD2A-B063EAFD7F1F}"/>
              </a:ext>
            </a:extLst>
          </p:cNvPr>
          <p:cNvSpPr txBox="1"/>
          <p:nvPr/>
        </p:nvSpPr>
        <p:spPr>
          <a:xfrm>
            <a:off x="7040332" y="3597360"/>
            <a:ext cx="288862" cy="300210"/>
          </a:xfrm>
          <a:prstGeom prst="rect">
            <a:avLst/>
          </a:prstGeom>
          <a:noFill/>
        </p:spPr>
        <p:txBody>
          <a:bodyPr wrap="none" rtlCol="0">
            <a:spAutoFit/>
          </a:bodyPr>
          <a:lstStyle/>
          <a:p>
            <a:r>
              <a:rPr lang="en-US" altLang="zh-CN" sz="1351" dirty="0"/>
              <a:t>1</a:t>
            </a:r>
            <a:endParaRPr lang="zh-CN" altLang="en-US" sz="1351" dirty="0"/>
          </a:p>
        </p:txBody>
      </p:sp>
      <p:sp>
        <p:nvSpPr>
          <p:cNvPr id="71" name="文本框 70">
            <a:extLst>
              <a:ext uri="{FF2B5EF4-FFF2-40B4-BE49-F238E27FC236}">
                <a16:creationId xmlns:a16="http://schemas.microsoft.com/office/drawing/2014/main" id="{19650A7C-1E39-4C24-A445-ECFECFA78A9F}"/>
              </a:ext>
            </a:extLst>
          </p:cNvPr>
          <p:cNvSpPr txBox="1"/>
          <p:nvPr/>
        </p:nvSpPr>
        <p:spPr>
          <a:xfrm>
            <a:off x="7040332" y="4343040"/>
            <a:ext cx="288862" cy="300210"/>
          </a:xfrm>
          <a:prstGeom prst="rect">
            <a:avLst/>
          </a:prstGeom>
          <a:noFill/>
        </p:spPr>
        <p:txBody>
          <a:bodyPr wrap="none" rtlCol="0">
            <a:spAutoFit/>
          </a:bodyPr>
          <a:lstStyle/>
          <a:p>
            <a:r>
              <a:rPr lang="en-US" altLang="zh-CN" sz="1351" dirty="0"/>
              <a:t>1</a:t>
            </a:r>
            <a:endParaRPr lang="zh-CN" altLang="en-US" sz="1351" dirty="0"/>
          </a:p>
        </p:txBody>
      </p:sp>
      <p:sp>
        <p:nvSpPr>
          <p:cNvPr id="72" name="文本框 71">
            <a:extLst>
              <a:ext uri="{FF2B5EF4-FFF2-40B4-BE49-F238E27FC236}">
                <a16:creationId xmlns:a16="http://schemas.microsoft.com/office/drawing/2014/main" id="{F70AD088-A262-4486-9ED5-623A5D9D2C76}"/>
              </a:ext>
            </a:extLst>
          </p:cNvPr>
          <p:cNvSpPr txBox="1"/>
          <p:nvPr/>
        </p:nvSpPr>
        <p:spPr>
          <a:xfrm>
            <a:off x="7040332" y="5095736"/>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73" name="文本框 72">
            <a:extLst>
              <a:ext uri="{FF2B5EF4-FFF2-40B4-BE49-F238E27FC236}">
                <a16:creationId xmlns:a16="http://schemas.microsoft.com/office/drawing/2014/main" id="{7B6F5A55-25FA-4D36-8B55-BD456C980F35}"/>
              </a:ext>
            </a:extLst>
          </p:cNvPr>
          <p:cNvSpPr txBox="1"/>
          <p:nvPr/>
        </p:nvSpPr>
        <p:spPr>
          <a:xfrm>
            <a:off x="7040332" y="5843996"/>
            <a:ext cx="288862" cy="300210"/>
          </a:xfrm>
          <a:prstGeom prst="rect">
            <a:avLst/>
          </a:prstGeom>
          <a:noFill/>
        </p:spPr>
        <p:txBody>
          <a:bodyPr wrap="none" rtlCol="0">
            <a:spAutoFit/>
          </a:bodyPr>
          <a:lstStyle/>
          <a:p>
            <a:r>
              <a:rPr lang="en-US" altLang="zh-CN" sz="1351" dirty="0"/>
              <a:t>0</a:t>
            </a:r>
            <a:endParaRPr lang="zh-CN" altLang="en-US" sz="1351" dirty="0"/>
          </a:p>
        </p:txBody>
      </p:sp>
    </p:spTree>
    <p:custDataLst>
      <p:custData r:id="rId1"/>
    </p:custDataLst>
    <p:extLst>
      <p:ext uri="{BB962C8B-B14F-4D97-AF65-F5344CB8AC3E}">
        <p14:creationId xmlns:p14="http://schemas.microsoft.com/office/powerpoint/2010/main" val="2727037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50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1000"/>
                                        <p:tgtEl>
                                          <p:spTgt spid="68"/>
                                        </p:tgtEl>
                                      </p:cBhvr>
                                    </p:animEffect>
                                    <p:anim calcmode="lin" valueType="num">
                                      <p:cBhvr>
                                        <p:cTn id="18" dur="1000" fill="hold"/>
                                        <p:tgtEl>
                                          <p:spTgt spid="68"/>
                                        </p:tgtEl>
                                        <p:attrNameLst>
                                          <p:attrName>ppt_x</p:attrName>
                                        </p:attrNameLst>
                                      </p:cBhvr>
                                      <p:tavLst>
                                        <p:tav tm="0">
                                          <p:val>
                                            <p:strVal val="#ppt_x"/>
                                          </p:val>
                                        </p:tav>
                                        <p:tav tm="100000">
                                          <p:val>
                                            <p:strVal val="#ppt_x"/>
                                          </p:val>
                                        </p:tav>
                                      </p:tavLst>
                                    </p:anim>
                                    <p:anim calcmode="lin" valueType="num">
                                      <p:cBhvr>
                                        <p:cTn id="19" dur="1000" fill="hold"/>
                                        <p:tgtEl>
                                          <p:spTgt spid="6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750"/>
                                  </p:stCondLst>
                                  <p:childTnLst>
                                    <p:set>
                                      <p:cBhvr>
                                        <p:cTn id="21" dur="1" fill="hold">
                                          <p:stCondLst>
                                            <p:cond delay="0"/>
                                          </p:stCondLst>
                                        </p:cTn>
                                        <p:tgtEl>
                                          <p:spTgt spid="69"/>
                                        </p:tgtEl>
                                        <p:attrNameLst>
                                          <p:attrName>style.visibility</p:attrName>
                                        </p:attrNameLst>
                                      </p:cBhvr>
                                      <p:to>
                                        <p:strVal val="visible"/>
                                      </p:to>
                                    </p:set>
                                    <p:animEffect transition="in" filter="fade">
                                      <p:cBhvr>
                                        <p:cTn id="22" dur="1000"/>
                                        <p:tgtEl>
                                          <p:spTgt spid="69"/>
                                        </p:tgtEl>
                                      </p:cBhvr>
                                    </p:animEffect>
                                    <p:anim calcmode="lin" valueType="num">
                                      <p:cBhvr>
                                        <p:cTn id="23" dur="1000" fill="hold"/>
                                        <p:tgtEl>
                                          <p:spTgt spid="69"/>
                                        </p:tgtEl>
                                        <p:attrNameLst>
                                          <p:attrName>ppt_x</p:attrName>
                                        </p:attrNameLst>
                                      </p:cBhvr>
                                      <p:tavLst>
                                        <p:tav tm="0">
                                          <p:val>
                                            <p:strVal val="#ppt_x"/>
                                          </p:val>
                                        </p:tav>
                                        <p:tav tm="100000">
                                          <p:val>
                                            <p:strVal val="#ppt_x"/>
                                          </p:val>
                                        </p:tav>
                                      </p:tavLst>
                                    </p:anim>
                                    <p:anim calcmode="lin" valueType="num">
                                      <p:cBhvr>
                                        <p:cTn id="24" dur="1000" fill="hold"/>
                                        <p:tgtEl>
                                          <p:spTgt spid="6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000"/>
                                  </p:stCondLst>
                                  <p:childTnLst>
                                    <p:set>
                                      <p:cBhvr>
                                        <p:cTn id="26" dur="1" fill="hold">
                                          <p:stCondLst>
                                            <p:cond delay="0"/>
                                          </p:stCondLst>
                                        </p:cTn>
                                        <p:tgtEl>
                                          <p:spTgt spid="70"/>
                                        </p:tgtEl>
                                        <p:attrNameLst>
                                          <p:attrName>style.visibility</p:attrName>
                                        </p:attrNameLst>
                                      </p:cBhvr>
                                      <p:to>
                                        <p:strVal val="visible"/>
                                      </p:to>
                                    </p:set>
                                    <p:animEffect transition="in" filter="fade">
                                      <p:cBhvr>
                                        <p:cTn id="27" dur="1000"/>
                                        <p:tgtEl>
                                          <p:spTgt spid="70"/>
                                        </p:tgtEl>
                                      </p:cBhvr>
                                    </p:animEffect>
                                    <p:anim calcmode="lin" valueType="num">
                                      <p:cBhvr>
                                        <p:cTn id="28" dur="1000" fill="hold"/>
                                        <p:tgtEl>
                                          <p:spTgt spid="70"/>
                                        </p:tgtEl>
                                        <p:attrNameLst>
                                          <p:attrName>ppt_x</p:attrName>
                                        </p:attrNameLst>
                                      </p:cBhvr>
                                      <p:tavLst>
                                        <p:tav tm="0">
                                          <p:val>
                                            <p:strVal val="#ppt_x"/>
                                          </p:val>
                                        </p:tav>
                                        <p:tav tm="100000">
                                          <p:val>
                                            <p:strVal val="#ppt_x"/>
                                          </p:val>
                                        </p:tav>
                                      </p:tavLst>
                                    </p:anim>
                                    <p:anim calcmode="lin" valueType="num">
                                      <p:cBhvr>
                                        <p:cTn id="29" dur="1000" fill="hold"/>
                                        <p:tgtEl>
                                          <p:spTgt spid="7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1250"/>
                                  </p:stCondLst>
                                  <p:childTnLst>
                                    <p:set>
                                      <p:cBhvr>
                                        <p:cTn id="31" dur="1" fill="hold">
                                          <p:stCondLst>
                                            <p:cond delay="0"/>
                                          </p:stCondLst>
                                        </p:cTn>
                                        <p:tgtEl>
                                          <p:spTgt spid="71"/>
                                        </p:tgtEl>
                                        <p:attrNameLst>
                                          <p:attrName>style.visibility</p:attrName>
                                        </p:attrNameLst>
                                      </p:cBhvr>
                                      <p:to>
                                        <p:strVal val="visible"/>
                                      </p:to>
                                    </p:set>
                                    <p:animEffect transition="in" filter="fade">
                                      <p:cBhvr>
                                        <p:cTn id="32" dur="1000"/>
                                        <p:tgtEl>
                                          <p:spTgt spid="71"/>
                                        </p:tgtEl>
                                      </p:cBhvr>
                                    </p:animEffect>
                                    <p:anim calcmode="lin" valueType="num">
                                      <p:cBhvr>
                                        <p:cTn id="33" dur="1000" fill="hold"/>
                                        <p:tgtEl>
                                          <p:spTgt spid="71"/>
                                        </p:tgtEl>
                                        <p:attrNameLst>
                                          <p:attrName>ppt_x</p:attrName>
                                        </p:attrNameLst>
                                      </p:cBhvr>
                                      <p:tavLst>
                                        <p:tav tm="0">
                                          <p:val>
                                            <p:strVal val="#ppt_x"/>
                                          </p:val>
                                        </p:tav>
                                        <p:tav tm="100000">
                                          <p:val>
                                            <p:strVal val="#ppt_x"/>
                                          </p:val>
                                        </p:tav>
                                      </p:tavLst>
                                    </p:anim>
                                    <p:anim calcmode="lin" valueType="num">
                                      <p:cBhvr>
                                        <p:cTn id="34" dur="1000" fill="hold"/>
                                        <p:tgtEl>
                                          <p:spTgt spid="7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1500"/>
                                  </p:stCondLst>
                                  <p:childTnLst>
                                    <p:set>
                                      <p:cBhvr>
                                        <p:cTn id="36" dur="1" fill="hold">
                                          <p:stCondLst>
                                            <p:cond delay="0"/>
                                          </p:stCondLst>
                                        </p:cTn>
                                        <p:tgtEl>
                                          <p:spTgt spid="72"/>
                                        </p:tgtEl>
                                        <p:attrNameLst>
                                          <p:attrName>style.visibility</p:attrName>
                                        </p:attrNameLst>
                                      </p:cBhvr>
                                      <p:to>
                                        <p:strVal val="visible"/>
                                      </p:to>
                                    </p:set>
                                    <p:animEffect transition="in" filter="fade">
                                      <p:cBhvr>
                                        <p:cTn id="37" dur="1000"/>
                                        <p:tgtEl>
                                          <p:spTgt spid="72"/>
                                        </p:tgtEl>
                                      </p:cBhvr>
                                    </p:animEffect>
                                    <p:anim calcmode="lin" valueType="num">
                                      <p:cBhvr>
                                        <p:cTn id="38" dur="1000" fill="hold"/>
                                        <p:tgtEl>
                                          <p:spTgt spid="72"/>
                                        </p:tgtEl>
                                        <p:attrNameLst>
                                          <p:attrName>ppt_x</p:attrName>
                                        </p:attrNameLst>
                                      </p:cBhvr>
                                      <p:tavLst>
                                        <p:tav tm="0">
                                          <p:val>
                                            <p:strVal val="#ppt_x"/>
                                          </p:val>
                                        </p:tav>
                                        <p:tav tm="100000">
                                          <p:val>
                                            <p:strVal val="#ppt_x"/>
                                          </p:val>
                                        </p:tav>
                                      </p:tavLst>
                                    </p:anim>
                                    <p:anim calcmode="lin" valueType="num">
                                      <p:cBhvr>
                                        <p:cTn id="39" dur="1000" fill="hold"/>
                                        <p:tgtEl>
                                          <p:spTgt spid="7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1750"/>
                                  </p:stCondLst>
                                  <p:childTnLst>
                                    <p:set>
                                      <p:cBhvr>
                                        <p:cTn id="41" dur="1" fill="hold">
                                          <p:stCondLst>
                                            <p:cond delay="0"/>
                                          </p:stCondLst>
                                        </p:cTn>
                                        <p:tgtEl>
                                          <p:spTgt spid="73"/>
                                        </p:tgtEl>
                                        <p:attrNameLst>
                                          <p:attrName>style.visibility</p:attrName>
                                        </p:attrNameLst>
                                      </p:cBhvr>
                                      <p:to>
                                        <p:strVal val="visible"/>
                                      </p:to>
                                    </p:set>
                                    <p:animEffect transition="in" filter="fade">
                                      <p:cBhvr>
                                        <p:cTn id="42" dur="1000"/>
                                        <p:tgtEl>
                                          <p:spTgt spid="73"/>
                                        </p:tgtEl>
                                      </p:cBhvr>
                                    </p:animEffect>
                                    <p:anim calcmode="lin" valueType="num">
                                      <p:cBhvr>
                                        <p:cTn id="43" dur="1000" fill="hold"/>
                                        <p:tgtEl>
                                          <p:spTgt spid="73"/>
                                        </p:tgtEl>
                                        <p:attrNameLst>
                                          <p:attrName>ppt_x</p:attrName>
                                        </p:attrNameLst>
                                      </p:cBhvr>
                                      <p:tavLst>
                                        <p:tav tm="0">
                                          <p:val>
                                            <p:strVal val="#ppt_x"/>
                                          </p:val>
                                        </p:tav>
                                        <p:tav tm="100000">
                                          <p:val>
                                            <p:strVal val="#ppt_x"/>
                                          </p:val>
                                        </p:tav>
                                      </p:tavLst>
                                    </p:anim>
                                    <p:anim calcmode="lin" valueType="num">
                                      <p:cBhvr>
                                        <p:cTn id="44"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P spid="69" grpId="0"/>
      <p:bldP spid="70" grpId="0"/>
      <p:bldP spid="71" grpId="0"/>
      <p:bldP spid="72" grpId="0"/>
      <p:bldP spid="7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a:extLst>
              <a:ext uri="{FF2B5EF4-FFF2-40B4-BE49-F238E27FC236}">
                <a16:creationId xmlns:a16="http://schemas.microsoft.com/office/drawing/2014/main" id="{122CCB6C-5E99-45E2-8D30-D00B3FFCCBA5}"/>
              </a:ext>
            </a:extLst>
          </p:cNvPr>
          <p:cNvSpPr/>
          <p:nvPr/>
        </p:nvSpPr>
        <p:spPr>
          <a:xfrm>
            <a:off x="6883761" y="644675"/>
            <a:ext cx="729971" cy="5619879"/>
          </a:xfrm>
          <a:prstGeom prst="rect">
            <a:avLst/>
          </a:prstGeom>
          <a:solidFill>
            <a:schemeClr val="bg1"/>
          </a:solidFill>
          <a:ln w="31750">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45" name="流程图: 接点 44">
            <a:extLst>
              <a:ext uri="{FF2B5EF4-FFF2-40B4-BE49-F238E27FC236}">
                <a16:creationId xmlns:a16="http://schemas.microsoft.com/office/drawing/2014/main" id="{2ECC4375-9B46-4E38-BA04-BA872ACE1414}"/>
              </a:ext>
            </a:extLst>
          </p:cNvPr>
          <p:cNvSpPr/>
          <p:nvPr/>
        </p:nvSpPr>
        <p:spPr>
          <a:xfrm>
            <a:off x="6266804" y="2083403"/>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6" name="流程图: 接点 45">
            <a:extLst>
              <a:ext uri="{FF2B5EF4-FFF2-40B4-BE49-F238E27FC236}">
                <a16:creationId xmlns:a16="http://schemas.microsoft.com/office/drawing/2014/main" id="{038F71F1-871D-47B2-9BAC-DCBD2799D852}"/>
              </a:ext>
            </a:extLst>
          </p:cNvPr>
          <p:cNvSpPr/>
          <p:nvPr/>
        </p:nvSpPr>
        <p:spPr>
          <a:xfrm>
            <a:off x="6266804" y="2836099"/>
            <a:ext cx="621792" cy="61264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7" name="流程图: 接点 46">
            <a:extLst>
              <a:ext uri="{FF2B5EF4-FFF2-40B4-BE49-F238E27FC236}">
                <a16:creationId xmlns:a16="http://schemas.microsoft.com/office/drawing/2014/main" id="{001E7FEF-B52E-4961-B07D-47BDC00FCCD4}"/>
              </a:ext>
            </a:extLst>
          </p:cNvPr>
          <p:cNvSpPr/>
          <p:nvPr/>
        </p:nvSpPr>
        <p:spPr>
          <a:xfrm>
            <a:off x="6266804" y="4341493"/>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8" name="流程图: 接点 47">
            <a:extLst>
              <a:ext uri="{FF2B5EF4-FFF2-40B4-BE49-F238E27FC236}">
                <a16:creationId xmlns:a16="http://schemas.microsoft.com/office/drawing/2014/main" id="{0CBB253A-C8A3-4962-987E-C1F36B938904}"/>
              </a:ext>
            </a:extLst>
          </p:cNvPr>
          <p:cNvSpPr/>
          <p:nvPr/>
        </p:nvSpPr>
        <p:spPr>
          <a:xfrm>
            <a:off x="8557640" y="2836102"/>
            <a:ext cx="1435608" cy="146561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1600" dirty="0"/>
              <a:t>总分</a:t>
            </a:r>
          </a:p>
        </p:txBody>
      </p:sp>
      <p:cxnSp>
        <p:nvCxnSpPr>
          <p:cNvPr id="49" name="直接箭头连接符 48">
            <a:extLst>
              <a:ext uri="{FF2B5EF4-FFF2-40B4-BE49-F238E27FC236}">
                <a16:creationId xmlns:a16="http://schemas.microsoft.com/office/drawing/2014/main" id="{AEE96D85-626B-4781-9D3E-CAAB276CDB07}"/>
              </a:ext>
            </a:extLst>
          </p:cNvPr>
          <p:cNvCxnSpPr/>
          <p:nvPr/>
        </p:nvCxnSpPr>
        <p:spPr>
          <a:xfrm flipV="1">
            <a:off x="9998084" y="3564941"/>
            <a:ext cx="1664208" cy="79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74" name="图片 73">
            <a:extLst>
              <a:ext uri="{FF2B5EF4-FFF2-40B4-BE49-F238E27FC236}">
                <a16:creationId xmlns:a16="http://schemas.microsoft.com/office/drawing/2014/main" id="{91B35DA3-A4EB-4164-B7FF-C8E83EDB27F7}"/>
              </a:ext>
            </a:extLst>
          </p:cNvPr>
          <p:cNvPicPr>
            <a:picLocks noChangeAspect="1"/>
          </p:cNvPicPr>
          <p:nvPr/>
        </p:nvPicPr>
        <p:blipFill>
          <a:blip r:embed="rId3"/>
          <a:stretch>
            <a:fillRect/>
          </a:stretch>
        </p:blipFill>
        <p:spPr>
          <a:xfrm>
            <a:off x="844296" y="2144681"/>
            <a:ext cx="2400000" cy="2161905"/>
          </a:xfrm>
          <a:prstGeom prst="rect">
            <a:avLst/>
          </a:prstGeom>
        </p:spPr>
      </p:pic>
      <p:sp>
        <p:nvSpPr>
          <p:cNvPr id="75" name="文本框 74">
            <a:extLst>
              <a:ext uri="{FF2B5EF4-FFF2-40B4-BE49-F238E27FC236}">
                <a16:creationId xmlns:a16="http://schemas.microsoft.com/office/drawing/2014/main" id="{D9E2E7C0-E470-428B-B9DD-6A40E1113AD0}"/>
              </a:ext>
            </a:extLst>
          </p:cNvPr>
          <p:cNvSpPr txBox="1"/>
          <p:nvPr/>
        </p:nvSpPr>
        <p:spPr>
          <a:xfrm>
            <a:off x="1581914" y="1949068"/>
            <a:ext cx="530915" cy="300210"/>
          </a:xfrm>
          <a:prstGeom prst="rect">
            <a:avLst/>
          </a:prstGeom>
          <a:noFill/>
        </p:spPr>
        <p:txBody>
          <a:bodyPr wrap="none" rtlCol="0">
            <a:spAutoFit/>
          </a:bodyPr>
          <a:lstStyle/>
          <a:p>
            <a:r>
              <a:rPr lang="zh-CN" altLang="en-US" sz="1351" dirty="0">
                <a:solidFill>
                  <a:schemeClr val="accent1">
                    <a:lumMod val="75000"/>
                  </a:schemeClr>
                </a:solidFill>
              </a:rPr>
              <a:t>颜色</a:t>
            </a:r>
          </a:p>
        </p:txBody>
      </p:sp>
      <p:sp>
        <p:nvSpPr>
          <p:cNvPr id="76" name="文本框 75">
            <a:extLst>
              <a:ext uri="{FF2B5EF4-FFF2-40B4-BE49-F238E27FC236}">
                <a16:creationId xmlns:a16="http://schemas.microsoft.com/office/drawing/2014/main" id="{25C476EE-90EE-447E-ABAA-1872822EB7D1}"/>
              </a:ext>
            </a:extLst>
          </p:cNvPr>
          <p:cNvSpPr txBox="1"/>
          <p:nvPr/>
        </p:nvSpPr>
        <p:spPr>
          <a:xfrm>
            <a:off x="844298" y="4401992"/>
            <a:ext cx="530915" cy="300210"/>
          </a:xfrm>
          <a:prstGeom prst="rect">
            <a:avLst/>
          </a:prstGeom>
          <a:noFill/>
        </p:spPr>
        <p:txBody>
          <a:bodyPr wrap="none" rtlCol="0">
            <a:spAutoFit/>
          </a:bodyPr>
          <a:lstStyle/>
          <a:p>
            <a:r>
              <a:rPr lang="zh-CN" altLang="en-US" sz="1351" dirty="0">
                <a:solidFill>
                  <a:schemeClr val="accent1">
                    <a:lumMod val="75000"/>
                  </a:schemeClr>
                </a:solidFill>
              </a:rPr>
              <a:t>味道</a:t>
            </a:r>
          </a:p>
        </p:txBody>
      </p:sp>
      <p:sp>
        <p:nvSpPr>
          <p:cNvPr id="77" name="文本框 76">
            <a:extLst>
              <a:ext uri="{FF2B5EF4-FFF2-40B4-BE49-F238E27FC236}">
                <a16:creationId xmlns:a16="http://schemas.microsoft.com/office/drawing/2014/main" id="{F8AE683E-1E9F-4285-9591-4E806F06F2DE}"/>
              </a:ext>
            </a:extLst>
          </p:cNvPr>
          <p:cNvSpPr txBox="1"/>
          <p:nvPr/>
        </p:nvSpPr>
        <p:spPr>
          <a:xfrm>
            <a:off x="2988031" y="3893728"/>
            <a:ext cx="530915" cy="300210"/>
          </a:xfrm>
          <a:prstGeom prst="rect">
            <a:avLst/>
          </a:prstGeom>
          <a:noFill/>
        </p:spPr>
        <p:txBody>
          <a:bodyPr wrap="none" rtlCol="0">
            <a:spAutoFit/>
          </a:bodyPr>
          <a:lstStyle/>
          <a:p>
            <a:r>
              <a:rPr lang="zh-CN" altLang="en-US" sz="1351" dirty="0">
                <a:solidFill>
                  <a:schemeClr val="accent1">
                    <a:lumMod val="75000"/>
                  </a:schemeClr>
                </a:solidFill>
              </a:rPr>
              <a:t>形状</a:t>
            </a:r>
          </a:p>
        </p:txBody>
      </p:sp>
      <p:sp>
        <p:nvSpPr>
          <p:cNvPr id="78" name="流程图: 接点 77">
            <a:extLst>
              <a:ext uri="{FF2B5EF4-FFF2-40B4-BE49-F238E27FC236}">
                <a16:creationId xmlns:a16="http://schemas.microsoft.com/office/drawing/2014/main" id="{9EF21F88-0C12-42D4-BBBC-9618B06928A4}"/>
              </a:ext>
            </a:extLst>
          </p:cNvPr>
          <p:cNvSpPr/>
          <p:nvPr/>
        </p:nvSpPr>
        <p:spPr>
          <a:xfrm>
            <a:off x="6266804" y="1330705"/>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9" name="流程图: 接点 78">
            <a:extLst>
              <a:ext uri="{FF2B5EF4-FFF2-40B4-BE49-F238E27FC236}">
                <a16:creationId xmlns:a16="http://schemas.microsoft.com/office/drawing/2014/main" id="{2361CEFA-F92F-40A6-9054-B052E09EB98C}"/>
              </a:ext>
            </a:extLst>
          </p:cNvPr>
          <p:cNvSpPr/>
          <p:nvPr/>
        </p:nvSpPr>
        <p:spPr>
          <a:xfrm>
            <a:off x="6266804" y="578008"/>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0" name="流程图: 接点 79">
            <a:extLst>
              <a:ext uri="{FF2B5EF4-FFF2-40B4-BE49-F238E27FC236}">
                <a16:creationId xmlns:a16="http://schemas.microsoft.com/office/drawing/2014/main" id="{458DE62E-1CD5-433E-8E16-04AB1EBB280C}"/>
              </a:ext>
            </a:extLst>
          </p:cNvPr>
          <p:cNvSpPr/>
          <p:nvPr/>
        </p:nvSpPr>
        <p:spPr>
          <a:xfrm>
            <a:off x="6266804" y="5094191"/>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1" name="流程图: 接点 80">
            <a:extLst>
              <a:ext uri="{FF2B5EF4-FFF2-40B4-BE49-F238E27FC236}">
                <a16:creationId xmlns:a16="http://schemas.microsoft.com/office/drawing/2014/main" id="{EEA3FADC-CC82-4C87-AD54-C76F8A9F0636}"/>
              </a:ext>
            </a:extLst>
          </p:cNvPr>
          <p:cNvSpPr/>
          <p:nvPr/>
        </p:nvSpPr>
        <p:spPr>
          <a:xfrm>
            <a:off x="6266804" y="5846884"/>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2" name="流程图: 接点 81">
            <a:extLst>
              <a:ext uri="{FF2B5EF4-FFF2-40B4-BE49-F238E27FC236}">
                <a16:creationId xmlns:a16="http://schemas.microsoft.com/office/drawing/2014/main" id="{00CE9501-E372-4CFD-99F1-373B0937D702}"/>
              </a:ext>
            </a:extLst>
          </p:cNvPr>
          <p:cNvSpPr/>
          <p:nvPr/>
        </p:nvSpPr>
        <p:spPr>
          <a:xfrm>
            <a:off x="6266804" y="3588796"/>
            <a:ext cx="621792" cy="61264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83" name="直接连接符 82">
            <a:extLst>
              <a:ext uri="{FF2B5EF4-FFF2-40B4-BE49-F238E27FC236}">
                <a16:creationId xmlns:a16="http://schemas.microsoft.com/office/drawing/2014/main" id="{260DF4E9-4CA5-4479-B7D5-4C156B9F2C44}"/>
              </a:ext>
            </a:extLst>
          </p:cNvPr>
          <p:cNvCxnSpPr>
            <a:cxnSpLocks/>
          </p:cNvCxnSpPr>
          <p:nvPr/>
        </p:nvCxnSpPr>
        <p:spPr>
          <a:xfrm>
            <a:off x="6888597" y="884332"/>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4" name="直接连接符 83">
            <a:extLst>
              <a:ext uri="{FF2B5EF4-FFF2-40B4-BE49-F238E27FC236}">
                <a16:creationId xmlns:a16="http://schemas.microsoft.com/office/drawing/2014/main" id="{6B95893A-A716-40C2-BF4C-D3BEE03B051D}"/>
              </a:ext>
            </a:extLst>
          </p:cNvPr>
          <p:cNvCxnSpPr>
            <a:cxnSpLocks/>
          </p:cNvCxnSpPr>
          <p:nvPr/>
        </p:nvCxnSpPr>
        <p:spPr>
          <a:xfrm>
            <a:off x="6888597" y="1637029"/>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5" name="直接连接符 84">
            <a:extLst>
              <a:ext uri="{FF2B5EF4-FFF2-40B4-BE49-F238E27FC236}">
                <a16:creationId xmlns:a16="http://schemas.microsoft.com/office/drawing/2014/main" id="{945AA03E-DBEC-4D5E-A97A-703F17D7C0E4}"/>
              </a:ext>
            </a:extLst>
          </p:cNvPr>
          <p:cNvCxnSpPr>
            <a:cxnSpLocks/>
          </p:cNvCxnSpPr>
          <p:nvPr/>
        </p:nvCxnSpPr>
        <p:spPr>
          <a:xfrm>
            <a:off x="6888597" y="2389727"/>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6" name="直接连接符 85">
            <a:extLst>
              <a:ext uri="{FF2B5EF4-FFF2-40B4-BE49-F238E27FC236}">
                <a16:creationId xmlns:a16="http://schemas.microsoft.com/office/drawing/2014/main" id="{81D2C696-CF64-4A39-8F55-1824FF28BCE1}"/>
              </a:ext>
            </a:extLst>
          </p:cNvPr>
          <p:cNvCxnSpPr>
            <a:cxnSpLocks/>
          </p:cNvCxnSpPr>
          <p:nvPr/>
        </p:nvCxnSpPr>
        <p:spPr>
          <a:xfrm>
            <a:off x="6888597" y="3142423"/>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7" name="直接连接符 86">
            <a:extLst>
              <a:ext uri="{FF2B5EF4-FFF2-40B4-BE49-F238E27FC236}">
                <a16:creationId xmlns:a16="http://schemas.microsoft.com/office/drawing/2014/main" id="{57B7C7DE-6F8E-4FEA-883B-C96F430BE0E4}"/>
              </a:ext>
            </a:extLst>
          </p:cNvPr>
          <p:cNvCxnSpPr>
            <a:cxnSpLocks/>
          </p:cNvCxnSpPr>
          <p:nvPr/>
        </p:nvCxnSpPr>
        <p:spPr>
          <a:xfrm>
            <a:off x="6888597" y="3895120"/>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8" name="直接连接符 87">
            <a:extLst>
              <a:ext uri="{FF2B5EF4-FFF2-40B4-BE49-F238E27FC236}">
                <a16:creationId xmlns:a16="http://schemas.microsoft.com/office/drawing/2014/main" id="{3A56822F-2C58-492D-8549-CC32EC69553B}"/>
              </a:ext>
            </a:extLst>
          </p:cNvPr>
          <p:cNvCxnSpPr>
            <a:cxnSpLocks/>
          </p:cNvCxnSpPr>
          <p:nvPr/>
        </p:nvCxnSpPr>
        <p:spPr>
          <a:xfrm>
            <a:off x="6888597" y="4647817"/>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9" name="直接连接符 88">
            <a:extLst>
              <a:ext uri="{FF2B5EF4-FFF2-40B4-BE49-F238E27FC236}">
                <a16:creationId xmlns:a16="http://schemas.microsoft.com/office/drawing/2014/main" id="{87E2E8C3-55A3-4797-9E1C-8CDA023610B3}"/>
              </a:ext>
            </a:extLst>
          </p:cNvPr>
          <p:cNvCxnSpPr>
            <a:cxnSpLocks/>
          </p:cNvCxnSpPr>
          <p:nvPr/>
        </p:nvCxnSpPr>
        <p:spPr>
          <a:xfrm>
            <a:off x="6888597" y="5394353"/>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90" name="直接连接符 89">
            <a:extLst>
              <a:ext uri="{FF2B5EF4-FFF2-40B4-BE49-F238E27FC236}">
                <a16:creationId xmlns:a16="http://schemas.microsoft.com/office/drawing/2014/main" id="{2126C1F1-30A1-4600-89E5-B02223AAF589}"/>
              </a:ext>
            </a:extLst>
          </p:cNvPr>
          <p:cNvCxnSpPr>
            <a:cxnSpLocks/>
          </p:cNvCxnSpPr>
          <p:nvPr/>
        </p:nvCxnSpPr>
        <p:spPr>
          <a:xfrm>
            <a:off x="6888597" y="6147051"/>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91" name="直接连接符 90">
            <a:extLst>
              <a:ext uri="{FF2B5EF4-FFF2-40B4-BE49-F238E27FC236}">
                <a16:creationId xmlns:a16="http://schemas.microsoft.com/office/drawing/2014/main" id="{B0400266-9AF7-4DC2-823E-71E04F82B92B}"/>
              </a:ext>
            </a:extLst>
          </p:cNvPr>
          <p:cNvCxnSpPr>
            <a:cxnSpLocks/>
          </p:cNvCxnSpPr>
          <p:nvPr/>
        </p:nvCxnSpPr>
        <p:spPr>
          <a:xfrm flipH="1">
            <a:off x="7507227" y="884334"/>
            <a:ext cx="9415" cy="5262719"/>
          </a:xfrm>
          <a:prstGeom prst="line">
            <a:avLst/>
          </a:prstGeom>
        </p:spPr>
        <p:style>
          <a:lnRef idx="3">
            <a:schemeClr val="dk1"/>
          </a:lnRef>
          <a:fillRef idx="0">
            <a:schemeClr val="dk1"/>
          </a:fillRef>
          <a:effectRef idx="2">
            <a:schemeClr val="dk1"/>
          </a:effectRef>
          <a:fontRef idx="minor">
            <a:schemeClr val="tx1"/>
          </a:fontRef>
        </p:style>
      </p:cxnSp>
      <p:cxnSp>
        <p:nvCxnSpPr>
          <p:cNvPr id="92" name="直接箭头连接符 91">
            <a:extLst>
              <a:ext uri="{FF2B5EF4-FFF2-40B4-BE49-F238E27FC236}">
                <a16:creationId xmlns:a16="http://schemas.microsoft.com/office/drawing/2014/main" id="{60A2743B-7A73-4DAE-B21E-8BA74E26B531}"/>
              </a:ext>
            </a:extLst>
          </p:cNvPr>
          <p:cNvCxnSpPr>
            <a:cxnSpLocks/>
            <a:endCxn id="48" idx="2"/>
          </p:cNvCxnSpPr>
          <p:nvPr/>
        </p:nvCxnSpPr>
        <p:spPr>
          <a:xfrm>
            <a:off x="7516642" y="3564943"/>
            <a:ext cx="1041001" cy="396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3" name="文本框 92">
            <a:extLst>
              <a:ext uri="{FF2B5EF4-FFF2-40B4-BE49-F238E27FC236}">
                <a16:creationId xmlns:a16="http://schemas.microsoft.com/office/drawing/2014/main" id="{8A4D99B8-7A0A-4703-8B97-AA3F90477FF3}"/>
              </a:ext>
            </a:extLst>
          </p:cNvPr>
          <p:cNvSpPr txBox="1"/>
          <p:nvPr/>
        </p:nvSpPr>
        <p:spPr>
          <a:xfrm>
            <a:off x="5469998" y="698264"/>
            <a:ext cx="530915" cy="300210"/>
          </a:xfrm>
          <a:prstGeom prst="rect">
            <a:avLst/>
          </a:prstGeom>
          <a:noFill/>
        </p:spPr>
        <p:txBody>
          <a:bodyPr wrap="none" rtlCol="0">
            <a:spAutoFit/>
          </a:bodyPr>
          <a:lstStyle/>
          <a:p>
            <a:r>
              <a:rPr lang="zh-CN" altLang="en-US" sz="1351" dirty="0"/>
              <a:t>红色</a:t>
            </a:r>
          </a:p>
        </p:txBody>
      </p:sp>
      <p:sp>
        <p:nvSpPr>
          <p:cNvPr id="94" name="文本框 93">
            <a:extLst>
              <a:ext uri="{FF2B5EF4-FFF2-40B4-BE49-F238E27FC236}">
                <a16:creationId xmlns:a16="http://schemas.microsoft.com/office/drawing/2014/main" id="{05CAA8F8-EBEC-4025-A186-FADA5B24A2A5}"/>
              </a:ext>
            </a:extLst>
          </p:cNvPr>
          <p:cNvSpPr txBox="1"/>
          <p:nvPr/>
        </p:nvSpPr>
        <p:spPr>
          <a:xfrm>
            <a:off x="5469998" y="1451220"/>
            <a:ext cx="530915" cy="300210"/>
          </a:xfrm>
          <a:prstGeom prst="rect">
            <a:avLst/>
          </a:prstGeom>
          <a:noFill/>
        </p:spPr>
        <p:txBody>
          <a:bodyPr wrap="none" rtlCol="0">
            <a:spAutoFit/>
          </a:bodyPr>
          <a:lstStyle/>
          <a:p>
            <a:r>
              <a:rPr lang="zh-CN" altLang="en-US" sz="1351" dirty="0"/>
              <a:t>黄色</a:t>
            </a:r>
          </a:p>
        </p:txBody>
      </p:sp>
      <p:sp>
        <p:nvSpPr>
          <p:cNvPr id="95" name="文本框 94">
            <a:extLst>
              <a:ext uri="{FF2B5EF4-FFF2-40B4-BE49-F238E27FC236}">
                <a16:creationId xmlns:a16="http://schemas.microsoft.com/office/drawing/2014/main" id="{C9E86E0C-56F0-4F68-8FF0-B097BDBC0992}"/>
              </a:ext>
            </a:extLst>
          </p:cNvPr>
          <p:cNvSpPr txBox="1"/>
          <p:nvPr/>
        </p:nvSpPr>
        <p:spPr>
          <a:xfrm>
            <a:off x="5469998" y="2204176"/>
            <a:ext cx="530915" cy="300210"/>
          </a:xfrm>
          <a:prstGeom prst="rect">
            <a:avLst/>
          </a:prstGeom>
          <a:noFill/>
        </p:spPr>
        <p:txBody>
          <a:bodyPr wrap="none" rtlCol="0">
            <a:spAutoFit/>
          </a:bodyPr>
          <a:lstStyle/>
          <a:p>
            <a:r>
              <a:rPr lang="zh-CN" altLang="en-US" sz="1351" dirty="0"/>
              <a:t>蓝色</a:t>
            </a:r>
          </a:p>
        </p:txBody>
      </p:sp>
      <p:sp>
        <p:nvSpPr>
          <p:cNvPr id="96" name="文本框 95">
            <a:extLst>
              <a:ext uri="{FF2B5EF4-FFF2-40B4-BE49-F238E27FC236}">
                <a16:creationId xmlns:a16="http://schemas.microsoft.com/office/drawing/2014/main" id="{6331DF69-CD31-40B2-913F-7E02132F6A49}"/>
              </a:ext>
            </a:extLst>
          </p:cNvPr>
          <p:cNvSpPr txBox="1"/>
          <p:nvPr/>
        </p:nvSpPr>
        <p:spPr>
          <a:xfrm>
            <a:off x="5469998" y="2957132"/>
            <a:ext cx="530915" cy="300210"/>
          </a:xfrm>
          <a:prstGeom prst="rect">
            <a:avLst/>
          </a:prstGeom>
          <a:noFill/>
        </p:spPr>
        <p:txBody>
          <a:bodyPr wrap="none" rtlCol="0">
            <a:spAutoFit/>
          </a:bodyPr>
          <a:lstStyle/>
          <a:p>
            <a:r>
              <a:rPr lang="zh-CN" altLang="en-US" sz="1351" dirty="0"/>
              <a:t>圆形</a:t>
            </a:r>
          </a:p>
        </p:txBody>
      </p:sp>
      <p:sp>
        <p:nvSpPr>
          <p:cNvPr id="97" name="文本框 96">
            <a:extLst>
              <a:ext uri="{FF2B5EF4-FFF2-40B4-BE49-F238E27FC236}">
                <a16:creationId xmlns:a16="http://schemas.microsoft.com/office/drawing/2014/main" id="{CB2B93FB-2035-46F5-9994-238160AA99CE}"/>
              </a:ext>
            </a:extLst>
          </p:cNvPr>
          <p:cNvSpPr txBox="1"/>
          <p:nvPr/>
        </p:nvSpPr>
        <p:spPr>
          <a:xfrm>
            <a:off x="5469998" y="3710088"/>
            <a:ext cx="530915" cy="300210"/>
          </a:xfrm>
          <a:prstGeom prst="rect">
            <a:avLst/>
          </a:prstGeom>
          <a:noFill/>
        </p:spPr>
        <p:txBody>
          <a:bodyPr wrap="none" rtlCol="0">
            <a:spAutoFit/>
          </a:bodyPr>
          <a:lstStyle/>
          <a:p>
            <a:r>
              <a:rPr lang="zh-CN" altLang="en-US" sz="1351" dirty="0"/>
              <a:t>长条</a:t>
            </a:r>
          </a:p>
        </p:txBody>
      </p:sp>
      <p:sp>
        <p:nvSpPr>
          <p:cNvPr id="98" name="文本框 97">
            <a:extLst>
              <a:ext uri="{FF2B5EF4-FFF2-40B4-BE49-F238E27FC236}">
                <a16:creationId xmlns:a16="http://schemas.microsoft.com/office/drawing/2014/main" id="{6D7AAC28-B7D1-4075-8336-9C52C9E01757}"/>
              </a:ext>
            </a:extLst>
          </p:cNvPr>
          <p:cNvSpPr txBox="1"/>
          <p:nvPr/>
        </p:nvSpPr>
        <p:spPr>
          <a:xfrm>
            <a:off x="5469998" y="4463044"/>
            <a:ext cx="530915" cy="300210"/>
          </a:xfrm>
          <a:prstGeom prst="rect">
            <a:avLst/>
          </a:prstGeom>
          <a:noFill/>
        </p:spPr>
        <p:txBody>
          <a:bodyPr wrap="none" rtlCol="0">
            <a:spAutoFit/>
          </a:bodyPr>
          <a:lstStyle/>
          <a:p>
            <a:r>
              <a:rPr lang="zh-CN" altLang="en-US" sz="1351" dirty="0"/>
              <a:t>甜的</a:t>
            </a:r>
          </a:p>
        </p:txBody>
      </p:sp>
      <p:sp>
        <p:nvSpPr>
          <p:cNvPr id="99" name="文本框 98">
            <a:extLst>
              <a:ext uri="{FF2B5EF4-FFF2-40B4-BE49-F238E27FC236}">
                <a16:creationId xmlns:a16="http://schemas.microsoft.com/office/drawing/2014/main" id="{795C5E27-A56C-4E78-A6FD-35C338549179}"/>
              </a:ext>
            </a:extLst>
          </p:cNvPr>
          <p:cNvSpPr txBox="1"/>
          <p:nvPr/>
        </p:nvSpPr>
        <p:spPr>
          <a:xfrm>
            <a:off x="5469998" y="5216000"/>
            <a:ext cx="530915" cy="300210"/>
          </a:xfrm>
          <a:prstGeom prst="rect">
            <a:avLst/>
          </a:prstGeom>
          <a:noFill/>
        </p:spPr>
        <p:txBody>
          <a:bodyPr wrap="none" rtlCol="0">
            <a:spAutoFit/>
          </a:bodyPr>
          <a:lstStyle/>
          <a:p>
            <a:r>
              <a:rPr lang="zh-CN" altLang="en-US" sz="1351" dirty="0"/>
              <a:t>酸的</a:t>
            </a:r>
          </a:p>
        </p:txBody>
      </p:sp>
      <p:sp>
        <p:nvSpPr>
          <p:cNvPr id="100" name="文本框 99">
            <a:extLst>
              <a:ext uri="{FF2B5EF4-FFF2-40B4-BE49-F238E27FC236}">
                <a16:creationId xmlns:a16="http://schemas.microsoft.com/office/drawing/2014/main" id="{D53A5387-39D7-446E-8600-E52022D9DEBE}"/>
              </a:ext>
            </a:extLst>
          </p:cNvPr>
          <p:cNvSpPr txBox="1"/>
          <p:nvPr/>
        </p:nvSpPr>
        <p:spPr>
          <a:xfrm>
            <a:off x="5469998" y="5968960"/>
            <a:ext cx="530915" cy="300210"/>
          </a:xfrm>
          <a:prstGeom prst="rect">
            <a:avLst/>
          </a:prstGeom>
          <a:noFill/>
        </p:spPr>
        <p:txBody>
          <a:bodyPr wrap="none" rtlCol="0">
            <a:spAutoFit/>
          </a:bodyPr>
          <a:lstStyle/>
          <a:p>
            <a:r>
              <a:rPr lang="zh-CN" altLang="en-US" sz="1351" dirty="0"/>
              <a:t>苦的</a:t>
            </a:r>
          </a:p>
        </p:txBody>
      </p:sp>
      <p:sp>
        <p:nvSpPr>
          <p:cNvPr id="101" name="文本框 100">
            <a:extLst>
              <a:ext uri="{FF2B5EF4-FFF2-40B4-BE49-F238E27FC236}">
                <a16:creationId xmlns:a16="http://schemas.microsoft.com/office/drawing/2014/main" id="{31D7537A-F1DF-44F1-B424-0E6F77902AD3}"/>
              </a:ext>
            </a:extLst>
          </p:cNvPr>
          <p:cNvSpPr txBox="1"/>
          <p:nvPr/>
        </p:nvSpPr>
        <p:spPr>
          <a:xfrm>
            <a:off x="7040332" y="593448"/>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102" name="文本框 101">
            <a:extLst>
              <a:ext uri="{FF2B5EF4-FFF2-40B4-BE49-F238E27FC236}">
                <a16:creationId xmlns:a16="http://schemas.microsoft.com/office/drawing/2014/main" id="{C3AA5869-0CDF-4273-8880-3F65E5E4825B}"/>
              </a:ext>
            </a:extLst>
          </p:cNvPr>
          <p:cNvSpPr txBox="1"/>
          <p:nvPr/>
        </p:nvSpPr>
        <p:spPr>
          <a:xfrm>
            <a:off x="7040332" y="1341708"/>
            <a:ext cx="288862" cy="300210"/>
          </a:xfrm>
          <a:prstGeom prst="rect">
            <a:avLst/>
          </a:prstGeom>
          <a:noFill/>
        </p:spPr>
        <p:txBody>
          <a:bodyPr wrap="none" rtlCol="0">
            <a:spAutoFit/>
          </a:bodyPr>
          <a:lstStyle/>
          <a:p>
            <a:r>
              <a:rPr lang="en-US" altLang="zh-CN" sz="1351" dirty="0"/>
              <a:t>1</a:t>
            </a:r>
            <a:endParaRPr lang="zh-CN" altLang="en-US" sz="1351" dirty="0"/>
          </a:p>
        </p:txBody>
      </p:sp>
      <p:sp>
        <p:nvSpPr>
          <p:cNvPr id="103" name="文本框 102">
            <a:extLst>
              <a:ext uri="{FF2B5EF4-FFF2-40B4-BE49-F238E27FC236}">
                <a16:creationId xmlns:a16="http://schemas.microsoft.com/office/drawing/2014/main" id="{543C88DC-6C7C-43C0-BDCA-B112D5B85AF7}"/>
              </a:ext>
            </a:extLst>
          </p:cNvPr>
          <p:cNvSpPr txBox="1"/>
          <p:nvPr/>
        </p:nvSpPr>
        <p:spPr>
          <a:xfrm>
            <a:off x="7040332" y="2087388"/>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104" name="文本框 103">
            <a:extLst>
              <a:ext uri="{FF2B5EF4-FFF2-40B4-BE49-F238E27FC236}">
                <a16:creationId xmlns:a16="http://schemas.microsoft.com/office/drawing/2014/main" id="{8268FEE7-A351-4678-98CD-19EEDEF5D21C}"/>
              </a:ext>
            </a:extLst>
          </p:cNvPr>
          <p:cNvSpPr txBox="1"/>
          <p:nvPr/>
        </p:nvSpPr>
        <p:spPr>
          <a:xfrm>
            <a:off x="7040332" y="2849101"/>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105" name="文本框 104">
            <a:extLst>
              <a:ext uri="{FF2B5EF4-FFF2-40B4-BE49-F238E27FC236}">
                <a16:creationId xmlns:a16="http://schemas.microsoft.com/office/drawing/2014/main" id="{5E575AB7-4D87-4EE6-B0D8-5D3B721F7942}"/>
              </a:ext>
            </a:extLst>
          </p:cNvPr>
          <p:cNvSpPr txBox="1"/>
          <p:nvPr/>
        </p:nvSpPr>
        <p:spPr>
          <a:xfrm>
            <a:off x="7040332" y="3597360"/>
            <a:ext cx="288862" cy="300210"/>
          </a:xfrm>
          <a:prstGeom prst="rect">
            <a:avLst/>
          </a:prstGeom>
          <a:noFill/>
        </p:spPr>
        <p:txBody>
          <a:bodyPr wrap="none" rtlCol="0">
            <a:spAutoFit/>
          </a:bodyPr>
          <a:lstStyle/>
          <a:p>
            <a:r>
              <a:rPr lang="en-US" altLang="zh-CN" sz="1351" dirty="0"/>
              <a:t>1</a:t>
            </a:r>
            <a:endParaRPr lang="zh-CN" altLang="en-US" sz="1351" dirty="0"/>
          </a:p>
        </p:txBody>
      </p:sp>
      <p:sp>
        <p:nvSpPr>
          <p:cNvPr id="106" name="文本框 105">
            <a:extLst>
              <a:ext uri="{FF2B5EF4-FFF2-40B4-BE49-F238E27FC236}">
                <a16:creationId xmlns:a16="http://schemas.microsoft.com/office/drawing/2014/main" id="{A4609A6E-3D41-4D44-B93B-F222522E54D0}"/>
              </a:ext>
            </a:extLst>
          </p:cNvPr>
          <p:cNvSpPr txBox="1"/>
          <p:nvPr/>
        </p:nvSpPr>
        <p:spPr>
          <a:xfrm>
            <a:off x="7040332" y="4343040"/>
            <a:ext cx="288862" cy="300210"/>
          </a:xfrm>
          <a:prstGeom prst="rect">
            <a:avLst/>
          </a:prstGeom>
          <a:noFill/>
        </p:spPr>
        <p:txBody>
          <a:bodyPr wrap="none" rtlCol="0">
            <a:spAutoFit/>
          </a:bodyPr>
          <a:lstStyle/>
          <a:p>
            <a:r>
              <a:rPr lang="en-US" altLang="zh-CN" sz="1351" dirty="0"/>
              <a:t>1</a:t>
            </a:r>
            <a:endParaRPr lang="zh-CN" altLang="en-US" sz="1351" dirty="0"/>
          </a:p>
        </p:txBody>
      </p:sp>
      <p:sp>
        <p:nvSpPr>
          <p:cNvPr id="107" name="文本框 106">
            <a:extLst>
              <a:ext uri="{FF2B5EF4-FFF2-40B4-BE49-F238E27FC236}">
                <a16:creationId xmlns:a16="http://schemas.microsoft.com/office/drawing/2014/main" id="{1BAA1E66-C6A6-438E-9580-3FA1767368E1}"/>
              </a:ext>
            </a:extLst>
          </p:cNvPr>
          <p:cNvSpPr txBox="1"/>
          <p:nvPr/>
        </p:nvSpPr>
        <p:spPr>
          <a:xfrm>
            <a:off x="7040332" y="5095736"/>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108" name="文本框 107">
            <a:extLst>
              <a:ext uri="{FF2B5EF4-FFF2-40B4-BE49-F238E27FC236}">
                <a16:creationId xmlns:a16="http://schemas.microsoft.com/office/drawing/2014/main" id="{B5174A26-B36F-4F5C-9A5F-E41CBDEFAB68}"/>
              </a:ext>
            </a:extLst>
          </p:cNvPr>
          <p:cNvSpPr txBox="1"/>
          <p:nvPr/>
        </p:nvSpPr>
        <p:spPr>
          <a:xfrm>
            <a:off x="7040332" y="5843996"/>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109" name="文本框 108">
            <a:extLst>
              <a:ext uri="{FF2B5EF4-FFF2-40B4-BE49-F238E27FC236}">
                <a16:creationId xmlns:a16="http://schemas.microsoft.com/office/drawing/2014/main" id="{A088F5F9-3FEC-4478-9314-58AA92D84EFF}"/>
              </a:ext>
            </a:extLst>
          </p:cNvPr>
          <p:cNvSpPr txBox="1"/>
          <p:nvPr/>
        </p:nvSpPr>
        <p:spPr>
          <a:xfrm>
            <a:off x="9571362" y="4201444"/>
            <a:ext cx="288862" cy="300210"/>
          </a:xfrm>
          <a:prstGeom prst="rect">
            <a:avLst/>
          </a:prstGeom>
          <a:noFill/>
        </p:spPr>
        <p:txBody>
          <a:bodyPr wrap="none" rtlCol="0">
            <a:spAutoFit/>
          </a:bodyPr>
          <a:lstStyle/>
          <a:p>
            <a:r>
              <a:rPr lang="en-US" altLang="zh-CN" sz="1351" dirty="0"/>
              <a:t>3</a:t>
            </a:r>
            <a:endParaRPr lang="zh-CN" altLang="en-US" sz="1351" dirty="0"/>
          </a:p>
        </p:txBody>
      </p:sp>
    </p:spTree>
    <p:custDataLst>
      <p:custData r:id="rId1"/>
    </p:custDataLst>
    <p:extLst>
      <p:ext uri="{BB962C8B-B14F-4D97-AF65-F5344CB8AC3E}">
        <p14:creationId xmlns:p14="http://schemas.microsoft.com/office/powerpoint/2010/main" val="239154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1000"/>
                                        <p:tgtEl>
                                          <p:spTgt spid="109"/>
                                        </p:tgtEl>
                                      </p:cBhvr>
                                    </p:animEffect>
                                    <p:anim calcmode="lin" valueType="num">
                                      <p:cBhvr>
                                        <p:cTn id="8" dur="1000" fill="hold"/>
                                        <p:tgtEl>
                                          <p:spTgt spid="109"/>
                                        </p:tgtEl>
                                        <p:attrNameLst>
                                          <p:attrName>ppt_x</p:attrName>
                                        </p:attrNameLst>
                                      </p:cBhvr>
                                      <p:tavLst>
                                        <p:tav tm="0">
                                          <p:val>
                                            <p:strVal val="#ppt_x"/>
                                          </p:val>
                                        </p:tav>
                                        <p:tav tm="100000">
                                          <p:val>
                                            <p:strVal val="#ppt_x"/>
                                          </p:val>
                                        </p:tav>
                                      </p:tavLst>
                                    </p:anim>
                                    <p:anim calcmode="lin" valueType="num">
                                      <p:cBhvr>
                                        <p:cTn id="9" dur="1000" fill="hold"/>
                                        <p:tgtEl>
                                          <p:spTgt spid="10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down)">
                                      <p:cBhvr>
                                        <p:cTn id="1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10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a:extLst>
              <a:ext uri="{FF2B5EF4-FFF2-40B4-BE49-F238E27FC236}">
                <a16:creationId xmlns:a16="http://schemas.microsoft.com/office/drawing/2014/main" id="{122CCB6C-5E99-45E2-8D30-D00B3FFCCBA5}"/>
              </a:ext>
            </a:extLst>
          </p:cNvPr>
          <p:cNvSpPr/>
          <p:nvPr/>
        </p:nvSpPr>
        <p:spPr>
          <a:xfrm>
            <a:off x="6883761" y="644675"/>
            <a:ext cx="729971" cy="5619879"/>
          </a:xfrm>
          <a:prstGeom prst="rect">
            <a:avLst/>
          </a:prstGeom>
          <a:solidFill>
            <a:schemeClr val="bg1"/>
          </a:solidFill>
          <a:ln w="31750">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45" name="流程图: 接点 44">
            <a:extLst>
              <a:ext uri="{FF2B5EF4-FFF2-40B4-BE49-F238E27FC236}">
                <a16:creationId xmlns:a16="http://schemas.microsoft.com/office/drawing/2014/main" id="{2ECC4375-9B46-4E38-BA04-BA872ACE1414}"/>
              </a:ext>
            </a:extLst>
          </p:cNvPr>
          <p:cNvSpPr/>
          <p:nvPr/>
        </p:nvSpPr>
        <p:spPr>
          <a:xfrm>
            <a:off x="6266804" y="2083403"/>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6" name="流程图: 接点 45">
            <a:extLst>
              <a:ext uri="{FF2B5EF4-FFF2-40B4-BE49-F238E27FC236}">
                <a16:creationId xmlns:a16="http://schemas.microsoft.com/office/drawing/2014/main" id="{038F71F1-871D-47B2-9BAC-DCBD2799D852}"/>
              </a:ext>
            </a:extLst>
          </p:cNvPr>
          <p:cNvSpPr/>
          <p:nvPr/>
        </p:nvSpPr>
        <p:spPr>
          <a:xfrm>
            <a:off x="6266804" y="2836099"/>
            <a:ext cx="621792" cy="61264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7" name="流程图: 接点 46">
            <a:extLst>
              <a:ext uri="{FF2B5EF4-FFF2-40B4-BE49-F238E27FC236}">
                <a16:creationId xmlns:a16="http://schemas.microsoft.com/office/drawing/2014/main" id="{001E7FEF-B52E-4961-B07D-47BDC00FCCD4}"/>
              </a:ext>
            </a:extLst>
          </p:cNvPr>
          <p:cNvSpPr/>
          <p:nvPr/>
        </p:nvSpPr>
        <p:spPr>
          <a:xfrm>
            <a:off x="6266804" y="4341493"/>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8" name="流程图: 接点 47">
            <a:extLst>
              <a:ext uri="{FF2B5EF4-FFF2-40B4-BE49-F238E27FC236}">
                <a16:creationId xmlns:a16="http://schemas.microsoft.com/office/drawing/2014/main" id="{0CBB253A-C8A3-4962-987E-C1F36B938904}"/>
              </a:ext>
            </a:extLst>
          </p:cNvPr>
          <p:cNvSpPr/>
          <p:nvPr/>
        </p:nvSpPr>
        <p:spPr>
          <a:xfrm>
            <a:off x="8557640" y="2836102"/>
            <a:ext cx="1435608" cy="146561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1600" dirty="0"/>
              <a:t>总分</a:t>
            </a:r>
          </a:p>
        </p:txBody>
      </p:sp>
      <p:cxnSp>
        <p:nvCxnSpPr>
          <p:cNvPr id="49" name="直接箭头连接符 48">
            <a:extLst>
              <a:ext uri="{FF2B5EF4-FFF2-40B4-BE49-F238E27FC236}">
                <a16:creationId xmlns:a16="http://schemas.microsoft.com/office/drawing/2014/main" id="{AEE96D85-626B-4781-9D3E-CAAB276CDB07}"/>
              </a:ext>
            </a:extLst>
          </p:cNvPr>
          <p:cNvCxnSpPr/>
          <p:nvPr/>
        </p:nvCxnSpPr>
        <p:spPr>
          <a:xfrm flipV="1">
            <a:off x="9998084" y="3564941"/>
            <a:ext cx="1664208" cy="79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74" name="图片 73">
            <a:extLst>
              <a:ext uri="{FF2B5EF4-FFF2-40B4-BE49-F238E27FC236}">
                <a16:creationId xmlns:a16="http://schemas.microsoft.com/office/drawing/2014/main" id="{91B35DA3-A4EB-4164-B7FF-C8E83EDB27F7}"/>
              </a:ext>
            </a:extLst>
          </p:cNvPr>
          <p:cNvPicPr>
            <a:picLocks noChangeAspect="1"/>
          </p:cNvPicPr>
          <p:nvPr/>
        </p:nvPicPr>
        <p:blipFill>
          <a:blip r:embed="rId3"/>
          <a:stretch>
            <a:fillRect/>
          </a:stretch>
        </p:blipFill>
        <p:spPr>
          <a:xfrm>
            <a:off x="844296" y="2144681"/>
            <a:ext cx="2400000" cy="2161905"/>
          </a:xfrm>
          <a:prstGeom prst="rect">
            <a:avLst/>
          </a:prstGeom>
        </p:spPr>
      </p:pic>
      <p:sp>
        <p:nvSpPr>
          <p:cNvPr id="75" name="文本框 74">
            <a:extLst>
              <a:ext uri="{FF2B5EF4-FFF2-40B4-BE49-F238E27FC236}">
                <a16:creationId xmlns:a16="http://schemas.microsoft.com/office/drawing/2014/main" id="{D9E2E7C0-E470-428B-B9DD-6A40E1113AD0}"/>
              </a:ext>
            </a:extLst>
          </p:cNvPr>
          <p:cNvSpPr txBox="1"/>
          <p:nvPr/>
        </p:nvSpPr>
        <p:spPr>
          <a:xfrm>
            <a:off x="1581914" y="1949068"/>
            <a:ext cx="530915" cy="300210"/>
          </a:xfrm>
          <a:prstGeom prst="rect">
            <a:avLst/>
          </a:prstGeom>
          <a:noFill/>
        </p:spPr>
        <p:txBody>
          <a:bodyPr wrap="none" rtlCol="0">
            <a:spAutoFit/>
          </a:bodyPr>
          <a:lstStyle/>
          <a:p>
            <a:r>
              <a:rPr lang="zh-CN" altLang="en-US" sz="1351" dirty="0">
                <a:solidFill>
                  <a:schemeClr val="accent1">
                    <a:lumMod val="75000"/>
                  </a:schemeClr>
                </a:solidFill>
              </a:rPr>
              <a:t>颜色</a:t>
            </a:r>
          </a:p>
        </p:txBody>
      </p:sp>
      <p:sp>
        <p:nvSpPr>
          <p:cNvPr id="76" name="文本框 75">
            <a:extLst>
              <a:ext uri="{FF2B5EF4-FFF2-40B4-BE49-F238E27FC236}">
                <a16:creationId xmlns:a16="http://schemas.microsoft.com/office/drawing/2014/main" id="{25C476EE-90EE-447E-ABAA-1872822EB7D1}"/>
              </a:ext>
            </a:extLst>
          </p:cNvPr>
          <p:cNvSpPr txBox="1"/>
          <p:nvPr/>
        </p:nvSpPr>
        <p:spPr>
          <a:xfrm>
            <a:off x="844298" y="4401992"/>
            <a:ext cx="530915" cy="300210"/>
          </a:xfrm>
          <a:prstGeom prst="rect">
            <a:avLst/>
          </a:prstGeom>
          <a:noFill/>
        </p:spPr>
        <p:txBody>
          <a:bodyPr wrap="none" rtlCol="0">
            <a:spAutoFit/>
          </a:bodyPr>
          <a:lstStyle/>
          <a:p>
            <a:r>
              <a:rPr lang="zh-CN" altLang="en-US" sz="1351" dirty="0">
                <a:solidFill>
                  <a:schemeClr val="accent1">
                    <a:lumMod val="75000"/>
                  </a:schemeClr>
                </a:solidFill>
              </a:rPr>
              <a:t>味道</a:t>
            </a:r>
          </a:p>
        </p:txBody>
      </p:sp>
      <p:sp>
        <p:nvSpPr>
          <p:cNvPr id="77" name="文本框 76">
            <a:extLst>
              <a:ext uri="{FF2B5EF4-FFF2-40B4-BE49-F238E27FC236}">
                <a16:creationId xmlns:a16="http://schemas.microsoft.com/office/drawing/2014/main" id="{F8AE683E-1E9F-4285-9591-4E806F06F2DE}"/>
              </a:ext>
            </a:extLst>
          </p:cNvPr>
          <p:cNvSpPr txBox="1"/>
          <p:nvPr/>
        </p:nvSpPr>
        <p:spPr>
          <a:xfrm>
            <a:off x="2988031" y="3893728"/>
            <a:ext cx="530915" cy="300210"/>
          </a:xfrm>
          <a:prstGeom prst="rect">
            <a:avLst/>
          </a:prstGeom>
          <a:noFill/>
        </p:spPr>
        <p:txBody>
          <a:bodyPr wrap="none" rtlCol="0">
            <a:spAutoFit/>
          </a:bodyPr>
          <a:lstStyle/>
          <a:p>
            <a:r>
              <a:rPr lang="zh-CN" altLang="en-US" sz="1351" dirty="0">
                <a:solidFill>
                  <a:schemeClr val="accent1">
                    <a:lumMod val="75000"/>
                  </a:schemeClr>
                </a:solidFill>
              </a:rPr>
              <a:t>形状</a:t>
            </a:r>
          </a:p>
        </p:txBody>
      </p:sp>
      <p:sp>
        <p:nvSpPr>
          <p:cNvPr id="78" name="流程图: 接点 77">
            <a:extLst>
              <a:ext uri="{FF2B5EF4-FFF2-40B4-BE49-F238E27FC236}">
                <a16:creationId xmlns:a16="http://schemas.microsoft.com/office/drawing/2014/main" id="{9EF21F88-0C12-42D4-BBBC-9618B06928A4}"/>
              </a:ext>
            </a:extLst>
          </p:cNvPr>
          <p:cNvSpPr/>
          <p:nvPr/>
        </p:nvSpPr>
        <p:spPr>
          <a:xfrm>
            <a:off x="6266804" y="1330705"/>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9" name="流程图: 接点 78">
            <a:extLst>
              <a:ext uri="{FF2B5EF4-FFF2-40B4-BE49-F238E27FC236}">
                <a16:creationId xmlns:a16="http://schemas.microsoft.com/office/drawing/2014/main" id="{2361CEFA-F92F-40A6-9054-B052E09EB98C}"/>
              </a:ext>
            </a:extLst>
          </p:cNvPr>
          <p:cNvSpPr/>
          <p:nvPr/>
        </p:nvSpPr>
        <p:spPr>
          <a:xfrm>
            <a:off x="6266804" y="578008"/>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0" name="流程图: 接点 79">
            <a:extLst>
              <a:ext uri="{FF2B5EF4-FFF2-40B4-BE49-F238E27FC236}">
                <a16:creationId xmlns:a16="http://schemas.microsoft.com/office/drawing/2014/main" id="{458DE62E-1CD5-433E-8E16-04AB1EBB280C}"/>
              </a:ext>
            </a:extLst>
          </p:cNvPr>
          <p:cNvSpPr/>
          <p:nvPr/>
        </p:nvSpPr>
        <p:spPr>
          <a:xfrm>
            <a:off x="6266804" y="5094191"/>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1" name="流程图: 接点 80">
            <a:extLst>
              <a:ext uri="{FF2B5EF4-FFF2-40B4-BE49-F238E27FC236}">
                <a16:creationId xmlns:a16="http://schemas.microsoft.com/office/drawing/2014/main" id="{EEA3FADC-CC82-4C87-AD54-C76F8A9F0636}"/>
              </a:ext>
            </a:extLst>
          </p:cNvPr>
          <p:cNvSpPr/>
          <p:nvPr/>
        </p:nvSpPr>
        <p:spPr>
          <a:xfrm>
            <a:off x="6266804" y="5846884"/>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2" name="流程图: 接点 81">
            <a:extLst>
              <a:ext uri="{FF2B5EF4-FFF2-40B4-BE49-F238E27FC236}">
                <a16:creationId xmlns:a16="http://schemas.microsoft.com/office/drawing/2014/main" id="{00CE9501-E372-4CFD-99F1-373B0937D702}"/>
              </a:ext>
            </a:extLst>
          </p:cNvPr>
          <p:cNvSpPr/>
          <p:nvPr/>
        </p:nvSpPr>
        <p:spPr>
          <a:xfrm>
            <a:off x="6266804" y="3588796"/>
            <a:ext cx="621792" cy="61264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83" name="直接连接符 82">
            <a:extLst>
              <a:ext uri="{FF2B5EF4-FFF2-40B4-BE49-F238E27FC236}">
                <a16:creationId xmlns:a16="http://schemas.microsoft.com/office/drawing/2014/main" id="{260DF4E9-4CA5-4479-B7D5-4C156B9F2C44}"/>
              </a:ext>
            </a:extLst>
          </p:cNvPr>
          <p:cNvCxnSpPr>
            <a:cxnSpLocks/>
          </p:cNvCxnSpPr>
          <p:nvPr/>
        </p:nvCxnSpPr>
        <p:spPr>
          <a:xfrm>
            <a:off x="6888597" y="884332"/>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4" name="直接连接符 83">
            <a:extLst>
              <a:ext uri="{FF2B5EF4-FFF2-40B4-BE49-F238E27FC236}">
                <a16:creationId xmlns:a16="http://schemas.microsoft.com/office/drawing/2014/main" id="{6B95893A-A716-40C2-BF4C-D3BEE03B051D}"/>
              </a:ext>
            </a:extLst>
          </p:cNvPr>
          <p:cNvCxnSpPr>
            <a:cxnSpLocks/>
          </p:cNvCxnSpPr>
          <p:nvPr/>
        </p:nvCxnSpPr>
        <p:spPr>
          <a:xfrm>
            <a:off x="6888597" y="1637029"/>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5" name="直接连接符 84">
            <a:extLst>
              <a:ext uri="{FF2B5EF4-FFF2-40B4-BE49-F238E27FC236}">
                <a16:creationId xmlns:a16="http://schemas.microsoft.com/office/drawing/2014/main" id="{945AA03E-DBEC-4D5E-A97A-703F17D7C0E4}"/>
              </a:ext>
            </a:extLst>
          </p:cNvPr>
          <p:cNvCxnSpPr>
            <a:cxnSpLocks/>
          </p:cNvCxnSpPr>
          <p:nvPr/>
        </p:nvCxnSpPr>
        <p:spPr>
          <a:xfrm>
            <a:off x="6888597" y="2389727"/>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6" name="直接连接符 85">
            <a:extLst>
              <a:ext uri="{FF2B5EF4-FFF2-40B4-BE49-F238E27FC236}">
                <a16:creationId xmlns:a16="http://schemas.microsoft.com/office/drawing/2014/main" id="{81D2C696-CF64-4A39-8F55-1824FF28BCE1}"/>
              </a:ext>
            </a:extLst>
          </p:cNvPr>
          <p:cNvCxnSpPr>
            <a:cxnSpLocks/>
          </p:cNvCxnSpPr>
          <p:nvPr/>
        </p:nvCxnSpPr>
        <p:spPr>
          <a:xfrm>
            <a:off x="6888597" y="3142423"/>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7" name="直接连接符 86">
            <a:extLst>
              <a:ext uri="{FF2B5EF4-FFF2-40B4-BE49-F238E27FC236}">
                <a16:creationId xmlns:a16="http://schemas.microsoft.com/office/drawing/2014/main" id="{57B7C7DE-6F8E-4FEA-883B-C96F430BE0E4}"/>
              </a:ext>
            </a:extLst>
          </p:cNvPr>
          <p:cNvCxnSpPr>
            <a:cxnSpLocks/>
          </p:cNvCxnSpPr>
          <p:nvPr/>
        </p:nvCxnSpPr>
        <p:spPr>
          <a:xfrm>
            <a:off x="6888597" y="3895120"/>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8" name="直接连接符 87">
            <a:extLst>
              <a:ext uri="{FF2B5EF4-FFF2-40B4-BE49-F238E27FC236}">
                <a16:creationId xmlns:a16="http://schemas.microsoft.com/office/drawing/2014/main" id="{3A56822F-2C58-492D-8549-CC32EC69553B}"/>
              </a:ext>
            </a:extLst>
          </p:cNvPr>
          <p:cNvCxnSpPr>
            <a:cxnSpLocks/>
          </p:cNvCxnSpPr>
          <p:nvPr/>
        </p:nvCxnSpPr>
        <p:spPr>
          <a:xfrm>
            <a:off x="6888597" y="4647817"/>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89" name="直接连接符 88">
            <a:extLst>
              <a:ext uri="{FF2B5EF4-FFF2-40B4-BE49-F238E27FC236}">
                <a16:creationId xmlns:a16="http://schemas.microsoft.com/office/drawing/2014/main" id="{87E2E8C3-55A3-4797-9E1C-8CDA023610B3}"/>
              </a:ext>
            </a:extLst>
          </p:cNvPr>
          <p:cNvCxnSpPr>
            <a:cxnSpLocks/>
          </p:cNvCxnSpPr>
          <p:nvPr/>
        </p:nvCxnSpPr>
        <p:spPr>
          <a:xfrm>
            <a:off x="6888597" y="5394353"/>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90" name="直接连接符 89">
            <a:extLst>
              <a:ext uri="{FF2B5EF4-FFF2-40B4-BE49-F238E27FC236}">
                <a16:creationId xmlns:a16="http://schemas.microsoft.com/office/drawing/2014/main" id="{2126C1F1-30A1-4600-89E5-B02223AAF589}"/>
              </a:ext>
            </a:extLst>
          </p:cNvPr>
          <p:cNvCxnSpPr>
            <a:cxnSpLocks/>
          </p:cNvCxnSpPr>
          <p:nvPr/>
        </p:nvCxnSpPr>
        <p:spPr>
          <a:xfrm>
            <a:off x="6888597" y="6147051"/>
            <a:ext cx="628043" cy="0"/>
          </a:xfrm>
          <a:prstGeom prst="line">
            <a:avLst/>
          </a:prstGeom>
        </p:spPr>
        <p:style>
          <a:lnRef idx="3">
            <a:schemeClr val="dk1"/>
          </a:lnRef>
          <a:fillRef idx="0">
            <a:schemeClr val="dk1"/>
          </a:fillRef>
          <a:effectRef idx="2">
            <a:schemeClr val="dk1"/>
          </a:effectRef>
          <a:fontRef idx="minor">
            <a:schemeClr val="tx1"/>
          </a:fontRef>
        </p:style>
      </p:cxnSp>
      <p:cxnSp>
        <p:nvCxnSpPr>
          <p:cNvPr id="91" name="直接连接符 90">
            <a:extLst>
              <a:ext uri="{FF2B5EF4-FFF2-40B4-BE49-F238E27FC236}">
                <a16:creationId xmlns:a16="http://schemas.microsoft.com/office/drawing/2014/main" id="{B0400266-9AF7-4DC2-823E-71E04F82B92B}"/>
              </a:ext>
            </a:extLst>
          </p:cNvPr>
          <p:cNvCxnSpPr>
            <a:cxnSpLocks/>
          </p:cNvCxnSpPr>
          <p:nvPr/>
        </p:nvCxnSpPr>
        <p:spPr>
          <a:xfrm flipH="1">
            <a:off x="7507227" y="884334"/>
            <a:ext cx="9415" cy="5262719"/>
          </a:xfrm>
          <a:prstGeom prst="line">
            <a:avLst/>
          </a:prstGeom>
        </p:spPr>
        <p:style>
          <a:lnRef idx="3">
            <a:schemeClr val="dk1"/>
          </a:lnRef>
          <a:fillRef idx="0">
            <a:schemeClr val="dk1"/>
          </a:fillRef>
          <a:effectRef idx="2">
            <a:schemeClr val="dk1"/>
          </a:effectRef>
          <a:fontRef idx="minor">
            <a:schemeClr val="tx1"/>
          </a:fontRef>
        </p:style>
      </p:cxnSp>
      <p:cxnSp>
        <p:nvCxnSpPr>
          <p:cNvPr id="92" name="直接箭头连接符 91">
            <a:extLst>
              <a:ext uri="{FF2B5EF4-FFF2-40B4-BE49-F238E27FC236}">
                <a16:creationId xmlns:a16="http://schemas.microsoft.com/office/drawing/2014/main" id="{60A2743B-7A73-4DAE-B21E-8BA74E26B531}"/>
              </a:ext>
            </a:extLst>
          </p:cNvPr>
          <p:cNvCxnSpPr>
            <a:cxnSpLocks/>
            <a:endCxn id="48" idx="2"/>
          </p:cNvCxnSpPr>
          <p:nvPr/>
        </p:nvCxnSpPr>
        <p:spPr>
          <a:xfrm>
            <a:off x="7516642" y="3564943"/>
            <a:ext cx="1041001" cy="396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3" name="文本框 92">
            <a:extLst>
              <a:ext uri="{FF2B5EF4-FFF2-40B4-BE49-F238E27FC236}">
                <a16:creationId xmlns:a16="http://schemas.microsoft.com/office/drawing/2014/main" id="{8A4D99B8-7A0A-4703-8B97-AA3F90477FF3}"/>
              </a:ext>
            </a:extLst>
          </p:cNvPr>
          <p:cNvSpPr txBox="1"/>
          <p:nvPr/>
        </p:nvSpPr>
        <p:spPr>
          <a:xfrm>
            <a:off x="5469998" y="698264"/>
            <a:ext cx="530915" cy="300210"/>
          </a:xfrm>
          <a:prstGeom prst="rect">
            <a:avLst/>
          </a:prstGeom>
          <a:noFill/>
        </p:spPr>
        <p:txBody>
          <a:bodyPr wrap="none" rtlCol="0">
            <a:spAutoFit/>
          </a:bodyPr>
          <a:lstStyle/>
          <a:p>
            <a:r>
              <a:rPr lang="zh-CN" altLang="en-US" sz="1351" dirty="0"/>
              <a:t>红色</a:t>
            </a:r>
          </a:p>
        </p:txBody>
      </p:sp>
      <p:sp>
        <p:nvSpPr>
          <p:cNvPr id="94" name="文本框 93">
            <a:extLst>
              <a:ext uri="{FF2B5EF4-FFF2-40B4-BE49-F238E27FC236}">
                <a16:creationId xmlns:a16="http://schemas.microsoft.com/office/drawing/2014/main" id="{05CAA8F8-EBEC-4025-A186-FADA5B24A2A5}"/>
              </a:ext>
            </a:extLst>
          </p:cNvPr>
          <p:cNvSpPr txBox="1"/>
          <p:nvPr/>
        </p:nvSpPr>
        <p:spPr>
          <a:xfrm>
            <a:off x="5469998" y="1451220"/>
            <a:ext cx="530915" cy="300210"/>
          </a:xfrm>
          <a:prstGeom prst="rect">
            <a:avLst/>
          </a:prstGeom>
          <a:noFill/>
        </p:spPr>
        <p:txBody>
          <a:bodyPr wrap="none" rtlCol="0">
            <a:spAutoFit/>
          </a:bodyPr>
          <a:lstStyle/>
          <a:p>
            <a:r>
              <a:rPr lang="zh-CN" altLang="en-US" sz="1351" dirty="0"/>
              <a:t>黄色</a:t>
            </a:r>
          </a:p>
        </p:txBody>
      </p:sp>
      <p:sp>
        <p:nvSpPr>
          <p:cNvPr id="95" name="文本框 94">
            <a:extLst>
              <a:ext uri="{FF2B5EF4-FFF2-40B4-BE49-F238E27FC236}">
                <a16:creationId xmlns:a16="http://schemas.microsoft.com/office/drawing/2014/main" id="{C9E86E0C-56F0-4F68-8FF0-B097BDBC0992}"/>
              </a:ext>
            </a:extLst>
          </p:cNvPr>
          <p:cNvSpPr txBox="1"/>
          <p:nvPr/>
        </p:nvSpPr>
        <p:spPr>
          <a:xfrm>
            <a:off x="5469998" y="2204176"/>
            <a:ext cx="530915" cy="300210"/>
          </a:xfrm>
          <a:prstGeom prst="rect">
            <a:avLst/>
          </a:prstGeom>
          <a:noFill/>
        </p:spPr>
        <p:txBody>
          <a:bodyPr wrap="none" rtlCol="0">
            <a:spAutoFit/>
          </a:bodyPr>
          <a:lstStyle/>
          <a:p>
            <a:r>
              <a:rPr lang="zh-CN" altLang="en-US" sz="1351" dirty="0"/>
              <a:t>蓝色</a:t>
            </a:r>
          </a:p>
        </p:txBody>
      </p:sp>
      <p:sp>
        <p:nvSpPr>
          <p:cNvPr id="96" name="文本框 95">
            <a:extLst>
              <a:ext uri="{FF2B5EF4-FFF2-40B4-BE49-F238E27FC236}">
                <a16:creationId xmlns:a16="http://schemas.microsoft.com/office/drawing/2014/main" id="{6331DF69-CD31-40B2-913F-7E02132F6A49}"/>
              </a:ext>
            </a:extLst>
          </p:cNvPr>
          <p:cNvSpPr txBox="1"/>
          <p:nvPr/>
        </p:nvSpPr>
        <p:spPr>
          <a:xfrm>
            <a:off x="5469998" y="2957132"/>
            <a:ext cx="530915" cy="300210"/>
          </a:xfrm>
          <a:prstGeom prst="rect">
            <a:avLst/>
          </a:prstGeom>
          <a:noFill/>
        </p:spPr>
        <p:txBody>
          <a:bodyPr wrap="none" rtlCol="0">
            <a:spAutoFit/>
          </a:bodyPr>
          <a:lstStyle/>
          <a:p>
            <a:r>
              <a:rPr lang="zh-CN" altLang="en-US" sz="1351" dirty="0"/>
              <a:t>圆形</a:t>
            </a:r>
          </a:p>
        </p:txBody>
      </p:sp>
      <p:sp>
        <p:nvSpPr>
          <p:cNvPr id="97" name="文本框 96">
            <a:extLst>
              <a:ext uri="{FF2B5EF4-FFF2-40B4-BE49-F238E27FC236}">
                <a16:creationId xmlns:a16="http://schemas.microsoft.com/office/drawing/2014/main" id="{CB2B93FB-2035-46F5-9994-238160AA99CE}"/>
              </a:ext>
            </a:extLst>
          </p:cNvPr>
          <p:cNvSpPr txBox="1"/>
          <p:nvPr/>
        </p:nvSpPr>
        <p:spPr>
          <a:xfrm>
            <a:off x="5469998" y="3710088"/>
            <a:ext cx="530915" cy="300210"/>
          </a:xfrm>
          <a:prstGeom prst="rect">
            <a:avLst/>
          </a:prstGeom>
          <a:noFill/>
        </p:spPr>
        <p:txBody>
          <a:bodyPr wrap="none" rtlCol="0">
            <a:spAutoFit/>
          </a:bodyPr>
          <a:lstStyle/>
          <a:p>
            <a:r>
              <a:rPr lang="zh-CN" altLang="en-US" sz="1351" dirty="0"/>
              <a:t>长条</a:t>
            </a:r>
          </a:p>
        </p:txBody>
      </p:sp>
      <p:sp>
        <p:nvSpPr>
          <p:cNvPr id="98" name="文本框 97">
            <a:extLst>
              <a:ext uri="{FF2B5EF4-FFF2-40B4-BE49-F238E27FC236}">
                <a16:creationId xmlns:a16="http://schemas.microsoft.com/office/drawing/2014/main" id="{6D7AAC28-B7D1-4075-8336-9C52C9E01757}"/>
              </a:ext>
            </a:extLst>
          </p:cNvPr>
          <p:cNvSpPr txBox="1"/>
          <p:nvPr/>
        </p:nvSpPr>
        <p:spPr>
          <a:xfrm>
            <a:off x="5469998" y="4463044"/>
            <a:ext cx="530915" cy="300210"/>
          </a:xfrm>
          <a:prstGeom prst="rect">
            <a:avLst/>
          </a:prstGeom>
          <a:noFill/>
        </p:spPr>
        <p:txBody>
          <a:bodyPr wrap="none" rtlCol="0">
            <a:spAutoFit/>
          </a:bodyPr>
          <a:lstStyle/>
          <a:p>
            <a:r>
              <a:rPr lang="zh-CN" altLang="en-US" sz="1351" dirty="0"/>
              <a:t>甜的</a:t>
            </a:r>
          </a:p>
        </p:txBody>
      </p:sp>
      <p:sp>
        <p:nvSpPr>
          <p:cNvPr id="99" name="文本框 98">
            <a:extLst>
              <a:ext uri="{FF2B5EF4-FFF2-40B4-BE49-F238E27FC236}">
                <a16:creationId xmlns:a16="http://schemas.microsoft.com/office/drawing/2014/main" id="{795C5E27-A56C-4E78-A6FD-35C338549179}"/>
              </a:ext>
            </a:extLst>
          </p:cNvPr>
          <p:cNvSpPr txBox="1"/>
          <p:nvPr/>
        </p:nvSpPr>
        <p:spPr>
          <a:xfrm>
            <a:off x="5469998" y="5216000"/>
            <a:ext cx="530915" cy="300210"/>
          </a:xfrm>
          <a:prstGeom prst="rect">
            <a:avLst/>
          </a:prstGeom>
          <a:noFill/>
        </p:spPr>
        <p:txBody>
          <a:bodyPr wrap="none" rtlCol="0">
            <a:spAutoFit/>
          </a:bodyPr>
          <a:lstStyle/>
          <a:p>
            <a:r>
              <a:rPr lang="zh-CN" altLang="en-US" sz="1351" dirty="0"/>
              <a:t>酸的</a:t>
            </a:r>
          </a:p>
        </p:txBody>
      </p:sp>
      <p:sp>
        <p:nvSpPr>
          <p:cNvPr id="100" name="文本框 99">
            <a:extLst>
              <a:ext uri="{FF2B5EF4-FFF2-40B4-BE49-F238E27FC236}">
                <a16:creationId xmlns:a16="http://schemas.microsoft.com/office/drawing/2014/main" id="{D53A5387-39D7-446E-8600-E52022D9DEBE}"/>
              </a:ext>
            </a:extLst>
          </p:cNvPr>
          <p:cNvSpPr txBox="1"/>
          <p:nvPr/>
        </p:nvSpPr>
        <p:spPr>
          <a:xfrm>
            <a:off x="5469998" y="5968960"/>
            <a:ext cx="530915" cy="300210"/>
          </a:xfrm>
          <a:prstGeom prst="rect">
            <a:avLst/>
          </a:prstGeom>
          <a:noFill/>
        </p:spPr>
        <p:txBody>
          <a:bodyPr wrap="none" rtlCol="0">
            <a:spAutoFit/>
          </a:bodyPr>
          <a:lstStyle/>
          <a:p>
            <a:r>
              <a:rPr lang="zh-CN" altLang="en-US" sz="1351" dirty="0"/>
              <a:t>苦的</a:t>
            </a:r>
          </a:p>
        </p:txBody>
      </p:sp>
      <p:sp>
        <p:nvSpPr>
          <p:cNvPr id="101" name="文本框 100">
            <a:extLst>
              <a:ext uri="{FF2B5EF4-FFF2-40B4-BE49-F238E27FC236}">
                <a16:creationId xmlns:a16="http://schemas.microsoft.com/office/drawing/2014/main" id="{31D7537A-F1DF-44F1-B424-0E6F77902AD3}"/>
              </a:ext>
            </a:extLst>
          </p:cNvPr>
          <p:cNvSpPr txBox="1"/>
          <p:nvPr/>
        </p:nvSpPr>
        <p:spPr>
          <a:xfrm>
            <a:off x="6882728" y="593448"/>
            <a:ext cx="497252" cy="300210"/>
          </a:xfrm>
          <a:prstGeom prst="rect">
            <a:avLst/>
          </a:prstGeom>
          <a:noFill/>
        </p:spPr>
        <p:txBody>
          <a:bodyPr wrap="none" rtlCol="0">
            <a:spAutoFit/>
          </a:bodyPr>
          <a:lstStyle/>
          <a:p>
            <a:r>
              <a:rPr lang="en-US" altLang="zh-CN" sz="1351" dirty="0"/>
              <a:t>0.8</a:t>
            </a:r>
            <a:endParaRPr lang="zh-CN" altLang="en-US" sz="1351" dirty="0"/>
          </a:p>
        </p:txBody>
      </p:sp>
      <p:sp>
        <p:nvSpPr>
          <p:cNvPr id="102" name="文本框 101">
            <a:extLst>
              <a:ext uri="{FF2B5EF4-FFF2-40B4-BE49-F238E27FC236}">
                <a16:creationId xmlns:a16="http://schemas.microsoft.com/office/drawing/2014/main" id="{C3AA5869-0CDF-4273-8880-3F65E5E4825B}"/>
              </a:ext>
            </a:extLst>
          </p:cNvPr>
          <p:cNvSpPr txBox="1"/>
          <p:nvPr/>
        </p:nvSpPr>
        <p:spPr>
          <a:xfrm>
            <a:off x="6902473" y="1341708"/>
            <a:ext cx="497252" cy="300210"/>
          </a:xfrm>
          <a:prstGeom prst="rect">
            <a:avLst/>
          </a:prstGeom>
          <a:noFill/>
        </p:spPr>
        <p:txBody>
          <a:bodyPr wrap="none" rtlCol="0">
            <a:spAutoFit/>
          </a:bodyPr>
          <a:lstStyle/>
          <a:p>
            <a:r>
              <a:rPr lang="en-US" altLang="zh-CN" sz="1351" dirty="0"/>
              <a:t>0.2</a:t>
            </a:r>
            <a:endParaRPr lang="zh-CN" altLang="en-US" sz="1351" dirty="0"/>
          </a:p>
        </p:txBody>
      </p:sp>
      <p:sp>
        <p:nvSpPr>
          <p:cNvPr id="103" name="文本框 102">
            <a:extLst>
              <a:ext uri="{FF2B5EF4-FFF2-40B4-BE49-F238E27FC236}">
                <a16:creationId xmlns:a16="http://schemas.microsoft.com/office/drawing/2014/main" id="{543C88DC-6C7C-43C0-BDCA-B112D5B85AF7}"/>
              </a:ext>
            </a:extLst>
          </p:cNvPr>
          <p:cNvSpPr txBox="1"/>
          <p:nvPr/>
        </p:nvSpPr>
        <p:spPr>
          <a:xfrm>
            <a:off x="7040332" y="2087388"/>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104" name="文本框 103">
            <a:extLst>
              <a:ext uri="{FF2B5EF4-FFF2-40B4-BE49-F238E27FC236}">
                <a16:creationId xmlns:a16="http://schemas.microsoft.com/office/drawing/2014/main" id="{8268FEE7-A351-4678-98CD-19EEDEF5D21C}"/>
              </a:ext>
            </a:extLst>
          </p:cNvPr>
          <p:cNvSpPr txBox="1"/>
          <p:nvPr/>
        </p:nvSpPr>
        <p:spPr>
          <a:xfrm>
            <a:off x="7040332" y="2849101"/>
            <a:ext cx="288862" cy="300210"/>
          </a:xfrm>
          <a:prstGeom prst="rect">
            <a:avLst/>
          </a:prstGeom>
          <a:noFill/>
        </p:spPr>
        <p:txBody>
          <a:bodyPr wrap="none" rtlCol="0">
            <a:spAutoFit/>
          </a:bodyPr>
          <a:lstStyle/>
          <a:p>
            <a:r>
              <a:rPr lang="en-US" altLang="zh-CN" sz="1351" dirty="0"/>
              <a:t>1</a:t>
            </a:r>
            <a:endParaRPr lang="zh-CN" altLang="en-US" sz="1351" dirty="0"/>
          </a:p>
        </p:txBody>
      </p:sp>
      <p:sp>
        <p:nvSpPr>
          <p:cNvPr id="105" name="文本框 104">
            <a:extLst>
              <a:ext uri="{FF2B5EF4-FFF2-40B4-BE49-F238E27FC236}">
                <a16:creationId xmlns:a16="http://schemas.microsoft.com/office/drawing/2014/main" id="{5E575AB7-4D87-4EE6-B0D8-5D3B721F7942}"/>
              </a:ext>
            </a:extLst>
          </p:cNvPr>
          <p:cNvSpPr txBox="1"/>
          <p:nvPr/>
        </p:nvSpPr>
        <p:spPr>
          <a:xfrm>
            <a:off x="7040332" y="3597360"/>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106" name="文本框 105">
            <a:extLst>
              <a:ext uri="{FF2B5EF4-FFF2-40B4-BE49-F238E27FC236}">
                <a16:creationId xmlns:a16="http://schemas.microsoft.com/office/drawing/2014/main" id="{A4609A6E-3D41-4D44-B93B-F222522E54D0}"/>
              </a:ext>
            </a:extLst>
          </p:cNvPr>
          <p:cNvSpPr txBox="1"/>
          <p:nvPr/>
        </p:nvSpPr>
        <p:spPr>
          <a:xfrm>
            <a:off x="7040332" y="4343040"/>
            <a:ext cx="288862" cy="300210"/>
          </a:xfrm>
          <a:prstGeom prst="rect">
            <a:avLst/>
          </a:prstGeom>
          <a:noFill/>
        </p:spPr>
        <p:txBody>
          <a:bodyPr wrap="none" rtlCol="0">
            <a:spAutoFit/>
          </a:bodyPr>
          <a:lstStyle/>
          <a:p>
            <a:r>
              <a:rPr lang="en-US" altLang="zh-CN" sz="1351" dirty="0"/>
              <a:t>1</a:t>
            </a:r>
            <a:endParaRPr lang="zh-CN" altLang="en-US" sz="1351" dirty="0"/>
          </a:p>
        </p:txBody>
      </p:sp>
      <p:sp>
        <p:nvSpPr>
          <p:cNvPr id="107" name="文本框 106">
            <a:extLst>
              <a:ext uri="{FF2B5EF4-FFF2-40B4-BE49-F238E27FC236}">
                <a16:creationId xmlns:a16="http://schemas.microsoft.com/office/drawing/2014/main" id="{1BAA1E66-C6A6-438E-9580-3FA1767368E1}"/>
              </a:ext>
            </a:extLst>
          </p:cNvPr>
          <p:cNvSpPr txBox="1"/>
          <p:nvPr/>
        </p:nvSpPr>
        <p:spPr>
          <a:xfrm>
            <a:off x="7040332" y="5095736"/>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108" name="文本框 107">
            <a:extLst>
              <a:ext uri="{FF2B5EF4-FFF2-40B4-BE49-F238E27FC236}">
                <a16:creationId xmlns:a16="http://schemas.microsoft.com/office/drawing/2014/main" id="{B5174A26-B36F-4F5C-9A5F-E41CBDEFAB68}"/>
              </a:ext>
            </a:extLst>
          </p:cNvPr>
          <p:cNvSpPr txBox="1"/>
          <p:nvPr/>
        </p:nvSpPr>
        <p:spPr>
          <a:xfrm>
            <a:off x="7040332" y="5843996"/>
            <a:ext cx="288862" cy="300210"/>
          </a:xfrm>
          <a:prstGeom prst="rect">
            <a:avLst/>
          </a:prstGeom>
          <a:noFill/>
        </p:spPr>
        <p:txBody>
          <a:bodyPr wrap="none" rtlCol="0">
            <a:spAutoFit/>
          </a:bodyPr>
          <a:lstStyle/>
          <a:p>
            <a:r>
              <a:rPr lang="en-US" altLang="zh-CN" sz="1351" dirty="0"/>
              <a:t>0</a:t>
            </a:r>
            <a:endParaRPr lang="zh-CN" altLang="en-US" sz="1351" dirty="0"/>
          </a:p>
        </p:txBody>
      </p:sp>
      <p:sp>
        <p:nvSpPr>
          <p:cNvPr id="109" name="文本框 108">
            <a:extLst>
              <a:ext uri="{FF2B5EF4-FFF2-40B4-BE49-F238E27FC236}">
                <a16:creationId xmlns:a16="http://schemas.microsoft.com/office/drawing/2014/main" id="{A088F5F9-3FEC-4478-9314-58AA92D84EFF}"/>
              </a:ext>
            </a:extLst>
          </p:cNvPr>
          <p:cNvSpPr txBox="1"/>
          <p:nvPr/>
        </p:nvSpPr>
        <p:spPr>
          <a:xfrm>
            <a:off x="9571362" y="4201444"/>
            <a:ext cx="288862" cy="300210"/>
          </a:xfrm>
          <a:prstGeom prst="rect">
            <a:avLst/>
          </a:prstGeom>
          <a:noFill/>
        </p:spPr>
        <p:txBody>
          <a:bodyPr wrap="none" rtlCol="0">
            <a:spAutoFit/>
          </a:bodyPr>
          <a:lstStyle/>
          <a:p>
            <a:r>
              <a:rPr lang="en-US" altLang="zh-CN" sz="1351" dirty="0"/>
              <a:t>3</a:t>
            </a:r>
            <a:endParaRPr lang="zh-CN" altLang="en-US" sz="1351" dirty="0"/>
          </a:p>
        </p:txBody>
      </p:sp>
      <p:sp>
        <p:nvSpPr>
          <p:cNvPr id="110" name="Number2">
            <a:extLst>
              <a:ext uri="{FF2B5EF4-FFF2-40B4-BE49-F238E27FC236}">
                <a16:creationId xmlns:a16="http://schemas.microsoft.com/office/drawing/2014/main" id="{EB593E6D-686A-411E-A8EE-493AC450A28E}"/>
              </a:ext>
            </a:extLst>
          </p:cNvPr>
          <p:cNvSpPr/>
          <p:nvPr/>
        </p:nvSpPr>
        <p:spPr>
          <a:xfrm>
            <a:off x="630633" y="962780"/>
            <a:ext cx="3370763" cy="354608"/>
          </a:xfrm>
          <a:prstGeom prst="chevron">
            <a:avLst/>
          </a:prstGeom>
          <a:solidFill>
            <a:schemeClr val="accent2"/>
          </a:solidFill>
          <a:ln>
            <a:noFill/>
          </a:ln>
          <a:effectLst>
            <a:outerShdw blurRad="50800" dist="38100" dir="2700000" algn="tl"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defRPr/>
            </a:pPr>
            <a:r>
              <a:rPr lang="zh-CN" altLang="en-US" sz="1600" dirty="0">
                <a:solidFill>
                  <a:srgbClr val="FFFFFF"/>
                </a:solidFill>
                <a:latin typeface="Source Code Pro"/>
                <a:ea typeface="阿里巴巴普惠体"/>
              </a:rPr>
              <a:t>连接主义</a:t>
            </a:r>
            <a:endParaRPr lang="en-US" sz="1600" dirty="0">
              <a:solidFill>
                <a:srgbClr val="FFFFFF"/>
              </a:solidFill>
              <a:latin typeface="Source Code Pro"/>
              <a:ea typeface="阿里巴巴普惠体"/>
            </a:endParaRPr>
          </a:p>
        </p:txBody>
      </p:sp>
    </p:spTree>
    <p:custDataLst>
      <p:custData r:id="rId1"/>
    </p:custDataLst>
    <p:extLst>
      <p:ext uri="{BB962C8B-B14F-4D97-AF65-F5344CB8AC3E}">
        <p14:creationId xmlns:p14="http://schemas.microsoft.com/office/powerpoint/2010/main" val="3146813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anim calcmode="lin" valueType="num">
                                      <p:cBhvr>
                                        <p:cTn id="7" dur="500" fill="hold"/>
                                        <p:tgtEl>
                                          <p:spTgt spid="110"/>
                                        </p:tgtEl>
                                        <p:attrNameLst>
                                          <p:attrName>ppt_w</p:attrName>
                                        </p:attrNameLst>
                                      </p:cBhvr>
                                      <p:tavLst>
                                        <p:tav tm="0">
                                          <p:val>
                                            <p:strVal val="4*#ppt_w"/>
                                          </p:val>
                                        </p:tav>
                                        <p:tav tm="100000">
                                          <p:val>
                                            <p:strVal val="#ppt_w"/>
                                          </p:val>
                                        </p:tav>
                                      </p:tavLst>
                                    </p:anim>
                                    <p:anim calcmode="lin" valueType="num">
                                      <p:cBhvr>
                                        <p:cTn id="8" dur="500" fill="hold"/>
                                        <p:tgtEl>
                                          <p:spTgt spid="110"/>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51" name="流程图: 接点 50">
            <a:extLst>
              <a:ext uri="{FF2B5EF4-FFF2-40B4-BE49-F238E27FC236}">
                <a16:creationId xmlns:a16="http://schemas.microsoft.com/office/drawing/2014/main" id="{C37316FA-308B-4B36-BE8E-B3D5CC56D8F4}"/>
              </a:ext>
            </a:extLst>
          </p:cNvPr>
          <p:cNvSpPr/>
          <p:nvPr/>
        </p:nvSpPr>
        <p:spPr>
          <a:xfrm flipV="1">
            <a:off x="3935086" y="2978411"/>
            <a:ext cx="271156" cy="26716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2" name="流程图: 接点 51">
            <a:extLst>
              <a:ext uri="{FF2B5EF4-FFF2-40B4-BE49-F238E27FC236}">
                <a16:creationId xmlns:a16="http://schemas.microsoft.com/office/drawing/2014/main" id="{F4EFCD2B-736E-4A36-8E9F-1C38BA5E05BF}"/>
              </a:ext>
            </a:extLst>
          </p:cNvPr>
          <p:cNvSpPr/>
          <p:nvPr/>
        </p:nvSpPr>
        <p:spPr>
          <a:xfrm flipV="1">
            <a:off x="3935086" y="4827023"/>
            <a:ext cx="271156" cy="26716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3" name="流程图: 接点 52">
            <a:extLst>
              <a:ext uri="{FF2B5EF4-FFF2-40B4-BE49-F238E27FC236}">
                <a16:creationId xmlns:a16="http://schemas.microsoft.com/office/drawing/2014/main" id="{809DE94C-5DF3-4990-A640-1AC84C01AB2D}"/>
              </a:ext>
            </a:extLst>
          </p:cNvPr>
          <p:cNvSpPr/>
          <p:nvPr/>
        </p:nvSpPr>
        <p:spPr>
          <a:xfrm flipV="1">
            <a:off x="3935086" y="1992396"/>
            <a:ext cx="271156" cy="26716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4" name="矩形 53">
            <a:extLst>
              <a:ext uri="{FF2B5EF4-FFF2-40B4-BE49-F238E27FC236}">
                <a16:creationId xmlns:a16="http://schemas.microsoft.com/office/drawing/2014/main" id="{1AC00587-8D7F-4147-94A1-8D64DC9A79E6}"/>
              </a:ext>
            </a:extLst>
          </p:cNvPr>
          <p:cNvSpPr/>
          <p:nvPr/>
        </p:nvSpPr>
        <p:spPr>
          <a:xfrm>
            <a:off x="2075688" y="1929384"/>
            <a:ext cx="502920" cy="393192"/>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1" dirty="0"/>
              <a:t>x1</a:t>
            </a:r>
            <a:endParaRPr lang="zh-CN" altLang="en-US" sz="1351" dirty="0"/>
          </a:p>
        </p:txBody>
      </p:sp>
      <p:sp>
        <p:nvSpPr>
          <p:cNvPr id="55" name="矩形 54">
            <a:extLst>
              <a:ext uri="{FF2B5EF4-FFF2-40B4-BE49-F238E27FC236}">
                <a16:creationId xmlns:a16="http://schemas.microsoft.com/office/drawing/2014/main" id="{D13B47C5-5262-4BD7-88CD-8884A3515801}"/>
              </a:ext>
            </a:extLst>
          </p:cNvPr>
          <p:cNvSpPr/>
          <p:nvPr/>
        </p:nvSpPr>
        <p:spPr>
          <a:xfrm>
            <a:off x="2075688" y="2915399"/>
            <a:ext cx="502920" cy="393192"/>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1" dirty="0"/>
              <a:t>x2</a:t>
            </a:r>
            <a:endParaRPr lang="zh-CN" altLang="en-US" sz="1351" dirty="0"/>
          </a:p>
        </p:txBody>
      </p:sp>
      <p:sp>
        <p:nvSpPr>
          <p:cNvPr id="56" name="矩形 55">
            <a:extLst>
              <a:ext uri="{FF2B5EF4-FFF2-40B4-BE49-F238E27FC236}">
                <a16:creationId xmlns:a16="http://schemas.microsoft.com/office/drawing/2014/main" id="{8DF47ED4-AB44-4074-9B53-0885A3C7DA28}"/>
              </a:ext>
            </a:extLst>
          </p:cNvPr>
          <p:cNvSpPr/>
          <p:nvPr/>
        </p:nvSpPr>
        <p:spPr>
          <a:xfrm>
            <a:off x="2075688" y="4764011"/>
            <a:ext cx="502920" cy="393192"/>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1" dirty="0" err="1"/>
              <a:t>xN</a:t>
            </a:r>
            <a:endParaRPr lang="zh-CN" altLang="en-US" sz="1351" dirty="0"/>
          </a:p>
        </p:txBody>
      </p:sp>
      <p:cxnSp>
        <p:nvCxnSpPr>
          <p:cNvPr id="57" name="直接箭头连接符 56">
            <a:extLst>
              <a:ext uri="{FF2B5EF4-FFF2-40B4-BE49-F238E27FC236}">
                <a16:creationId xmlns:a16="http://schemas.microsoft.com/office/drawing/2014/main" id="{1ADC6425-9AE8-4E64-873E-1451B6C3B132}"/>
              </a:ext>
            </a:extLst>
          </p:cNvPr>
          <p:cNvCxnSpPr>
            <a:stCxn id="54" idx="3"/>
            <a:endCxn id="53" idx="2"/>
          </p:cNvCxnSpPr>
          <p:nvPr/>
        </p:nvCxnSpPr>
        <p:spPr>
          <a:xfrm>
            <a:off x="2578610" y="2125980"/>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直接箭头连接符 57">
            <a:extLst>
              <a:ext uri="{FF2B5EF4-FFF2-40B4-BE49-F238E27FC236}">
                <a16:creationId xmlns:a16="http://schemas.microsoft.com/office/drawing/2014/main" id="{E0C17784-D304-4F6F-B658-1E28EC4021BF}"/>
              </a:ext>
            </a:extLst>
          </p:cNvPr>
          <p:cNvCxnSpPr>
            <a:stCxn id="54" idx="3"/>
            <a:endCxn id="51" idx="2"/>
          </p:cNvCxnSpPr>
          <p:nvPr/>
        </p:nvCxnSpPr>
        <p:spPr>
          <a:xfrm>
            <a:off x="2578610" y="2125982"/>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9" name="直接箭头连接符 58">
            <a:extLst>
              <a:ext uri="{FF2B5EF4-FFF2-40B4-BE49-F238E27FC236}">
                <a16:creationId xmlns:a16="http://schemas.microsoft.com/office/drawing/2014/main" id="{23B82319-C19B-4A37-93E4-97E4DAA35E1D}"/>
              </a:ext>
            </a:extLst>
          </p:cNvPr>
          <p:cNvCxnSpPr>
            <a:cxnSpLocks/>
            <a:stCxn id="54" idx="3"/>
            <a:endCxn id="52" idx="2"/>
          </p:cNvCxnSpPr>
          <p:nvPr/>
        </p:nvCxnSpPr>
        <p:spPr>
          <a:xfrm>
            <a:off x="2578610" y="2125981"/>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0" name="直接箭头连接符 59">
            <a:extLst>
              <a:ext uri="{FF2B5EF4-FFF2-40B4-BE49-F238E27FC236}">
                <a16:creationId xmlns:a16="http://schemas.microsoft.com/office/drawing/2014/main" id="{274B41AB-FD46-441B-BC9B-C3D8F2930669}"/>
              </a:ext>
            </a:extLst>
          </p:cNvPr>
          <p:cNvCxnSpPr>
            <a:stCxn id="55" idx="3"/>
            <a:endCxn id="51" idx="2"/>
          </p:cNvCxnSpPr>
          <p:nvPr/>
        </p:nvCxnSpPr>
        <p:spPr>
          <a:xfrm>
            <a:off x="2578610" y="3111995"/>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1" name="直接箭头连接符 60">
            <a:extLst>
              <a:ext uri="{FF2B5EF4-FFF2-40B4-BE49-F238E27FC236}">
                <a16:creationId xmlns:a16="http://schemas.microsoft.com/office/drawing/2014/main" id="{62CAB9AC-C7D0-4A7F-BB97-478D4287A605}"/>
              </a:ext>
            </a:extLst>
          </p:cNvPr>
          <p:cNvCxnSpPr>
            <a:stCxn id="55" idx="3"/>
            <a:endCxn id="53" idx="2"/>
          </p:cNvCxnSpPr>
          <p:nvPr/>
        </p:nvCxnSpPr>
        <p:spPr>
          <a:xfrm flipV="1">
            <a:off x="2578610" y="2125982"/>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直接箭头连接符 61">
            <a:extLst>
              <a:ext uri="{FF2B5EF4-FFF2-40B4-BE49-F238E27FC236}">
                <a16:creationId xmlns:a16="http://schemas.microsoft.com/office/drawing/2014/main" id="{CE86C4D6-8E5D-4B27-849C-2C97A0A1E238}"/>
              </a:ext>
            </a:extLst>
          </p:cNvPr>
          <p:cNvCxnSpPr>
            <a:cxnSpLocks/>
            <a:stCxn id="55" idx="3"/>
            <a:endCxn id="52" idx="2"/>
          </p:cNvCxnSpPr>
          <p:nvPr/>
        </p:nvCxnSpPr>
        <p:spPr>
          <a:xfrm>
            <a:off x="2578610" y="3111995"/>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3" name="直接箭头连接符 62">
            <a:extLst>
              <a:ext uri="{FF2B5EF4-FFF2-40B4-BE49-F238E27FC236}">
                <a16:creationId xmlns:a16="http://schemas.microsoft.com/office/drawing/2014/main" id="{A95C27F0-EC1D-4968-8B93-9E2510C1E5F6}"/>
              </a:ext>
            </a:extLst>
          </p:cNvPr>
          <p:cNvCxnSpPr>
            <a:stCxn id="56" idx="3"/>
            <a:endCxn id="53" idx="2"/>
          </p:cNvCxnSpPr>
          <p:nvPr/>
        </p:nvCxnSpPr>
        <p:spPr>
          <a:xfrm flipV="1">
            <a:off x="2578610" y="2125981"/>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直接箭头连接符 63">
            <a:extLst>
              <a:ext uri="{FF2B5EF4-FFF2-40B4-BE49-F238E27FC236}">
                <a16:creationId xmlns:a16="http://schemas.microsoft.com/office/drawing/2014/main" id="{FFC0C253-1A7C-4ED0-A3FC-42BF18D2A887}"/>
              </a:ext>
            </a:extLst>
          </p:cNvPr>
          <p:cNvCxnSpPr>
            <a:stCxn id="56" idx="3"/>
            <a:endCxn id="51" idx="2"/>
          </p:cNvCxnSpPr>
          <p:nvPr/>
        </p:nvCxnSpPr>
        <p:spPr>
          <a:xfrm flipV="1">
            <a:off x="2578610" y="3111995"/>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5" name="直接箭头连接符 64">
            <a:extLst>
              <a:ext uri="{FF2B5EF4-FFF2-40B4-BE49-F238E27FC236}">
                <a16:creationId xmlns:a16="http://schemas.microsoft.com/office/drawing/2014/main" id="{9B45FCF7-E858-435F-9608-F01105BA2435}"/>
              </a:ext>
            </a:extLst>
          </p:cNvPr>
          <p:cNvCxnSpPr>
            <a:stCxn id="56" idx="3"/>
            <a:endCxn id="52" idx="2"/>
          </p:cNvCxnSpPr>
          <p:nvPr/>
        </p:nvCxnSpPr>
        <p:spPr>
          <a:xfrm>
            <a:off x="2578610" y="4960607"/>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文本框 65">
            <a:extLst>
              <a:ext uri="{FF2B5EF4-FFF2-40B4-BE49-F238E27FC236}">
                <a16:creationId xmlns:a16="http://schemas.microsoft.com/office/drawing/2014/main" id="{75845AC1-B19E-4171-8A5E-E87C49F94FFF}"/>
              </a:ext>
            </a:extLst>
          </p:cNvPr>
          <p:cNvSpPr txBox="1"/>
          <p:nvPr/>
        </p:nvSpPr>
        <p:spPr>
          <a:xfrm>
            <a:off x="2165886" y="3901412"/>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7" name="文本框 66">
            <a:extLst>
              <a:ext uri="{FF2B5EF4-FFF2-40B4-BE49-F238E27FC236}">
                <a16:creationId xmlns:a16="http://schemas.microsoft.com/office/drawing/2014/main" id="{19C7DFE9-E834-436B-9EEE-A71178B95F2D}"/>
              </a:ext>
            </a:extLst>
          </p:cNvPr>
          <p:cNvSpPr txBox="1"/>
          <p:nvPr/>
        </p:nvSpPr>
        <p:spPr>
          <a:xfrm>
            <a:off x="3909400" y="391764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8" name="流程图: 接点 67">
            <a:extLst>
              <a:ext uri="{FF2B5EF4-FFF2-40B4-BE49-F238E27FC236}">
                <a16:creationId xmlns:a16="http://schemas.microsoft.com/office/drawing/2014/main" id="{A9626400-660B-4A36-AFE7-5A4C6F9CFDBB}"/>
              </a:ext>
            </a:extLst>
          </p:cNvPr>
          <p:cNvSpPr/>
          <p:nvPr/>
        </p:nvSpPr>
        <p:spPr>
          <a:xfrm flipV="1">
            <a:off x="5562718" y="2978411"/>
            <a:ext cx="271156" cy="26716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69" name="流程图: 接点 68">
            <a:extLst>
              <a:ext uri="{FF2B5EF4-FFF2-40B4-BE49-F238E27FC236}">
                <a16:creationId xmlns:a16="http://schemas.microsoft.com/office/drawing/2014/main" id="{6E0840BD-BB3C-4083-8787-6C2709AEC759}"/>
              </a:ext>
            </a:extLst>
          </p:cNvPr>
          <p:cNvSpPr/>
          <p:nvPr/>
        </p:nvSpPr>
        <p:spPr>
          <a:xfrm flipV="1">
            <a:off x="5562718" y="4827023"/>
            <a:ext cx="271156" cy="26716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0" name="流程图: 接点 69">
            <a:extLst>
              <a:ext uri="{FF2B5EF4-FFF2-40B4-BE49-F238E27FC236}">
                <a16:creationId xmlns:a16="http://schemas.microsoft.com/office/drawing/2014/main" id="{D819F4C5-D20F-4BCA-A0BB-A8C37AEA9D69}"/>
              </a:ext>
            </a:extLst>
          </p:cNvPr>
          <p:cNvSpPr/>
          <p:nvPr/>
        </p:nvSpPr>
        <p:spPr>
          <a:xfrm flipV="1">
            <a:off x="5562718" y="1992396"/>
            <a:ext cx="271156" cy="26716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71" name="直接箭头连接符 70">
            <a:extLst>
              <a:ext uri="{FF2B5EF4-FFF2-40B4-BE49-F238E27FC236}">
                <a16:creationId xmlns:a16="http://schemas.microsoft.com/office/drawing/2014/main" id="{0296919A-7B55-4837-8D0E-B872F9FC9F03}"/>
              </a:ext>
            </a:extLst>
          </p:cNvPr>
          <p:cNvCxnSpPr>
            <a:endCxn id="70" idx="2"/>
          </p:cNvCxnSpPr>
          <p:nvPr/>
        </p:nvCxnSpPr>
        <p:spPr>
          <a:xfrm>
            <a:off x="4206242" y="2125980"/>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2" name="直接箭头连接符 71">
            <a:extLst>
              <a:ext uri="{FF2B5EF4-FFF2-40B4-BE49-F238E27FC236}">
                <a16:creationId xmlns:a16="http://schemas.microsoft.com/office/drawing/2014/main" id="{236CE974-4008-47FF-8117-FD5EB363774A}"/>
              </a:ext>
            </a:extLst>
          </p:cNvPr>
          <p:cNvCxnSpPr>
            <a:endCxn id="68" idx="2"/>
          </p:cNvCxnSpPr>
          <p:nvPr/>
        </p:nvCxnSpPr>
        <p:spPr>
          <a:xfrm>
            <a:off x="4206242" y="2125982"/>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3" name="直接箭头连接符 72">
            <a:extLst>
              <a:ext uri="{FF2B5EF4-FFF2-40B4-BE49-F238E27FC236}">
                <a16:creationId xmlns:a16="http://schemas.microsoft.com/office/drawing/2014/main" id="{8F00C6DE-3276-4A34-92B2-22E6BDF7BE9B}"/>
              </a:ext>
            </a:extLst>
          </p:cNvPr>
          <p:cNvCxnSpPr>
            <a:cxnSpLocks/>
            <a:endCxn id="69" idx="2"/>
          </p:cNvCxnSpPr>
          <p:nvPr/>
        </p:nvCxnSpPr>
        <p:spPr>
          <a:xfrm>
            <a:off x="4206242" y="2125981"/>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1" name="直接箭头连接符 110">
            <a:extLst>
              <a:ext uri="{FF2B5EF4-FFF2-40B4-BE49-F238E27FC236}">
                <a16:creationId xmlns:a16="http://schemas.microsoft.com/office/drawing/2014/main" id="{1848C861-6929-4A6C-B68F-A3B040CF6ECB}"/>
              </a:ext>
            </a:extLst>
          </p:cNvPr>
          <p:cNvCxnSpPr>
            <a:endCxn id="68" idx="2"/>
          </p:cNvCxnSpPr>
          <p:nvPr/>
        </p:nvCxnSpPr>
        <p:spPr>
          <a:xfrm>
            <a:off x="4206242" y="3111995"/>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2" name="直接箭头连接符 111">
            <a:extLst>
              <a:ext uri="{FF2B5EF4-FFF2-40B4-BE49-F238E27FC236}">
                <a16:creationId xmlns:a16="http://schemas.microsoft.com/office/drawing/2014/main" id="{6E094965-3F98-4DC0-854F-80E7FB8CB805}"/>
              </a:ext>
            </a:extLst>
          </p:cNvPr>
          <p:cNvCxnSpPr>
            <a:endCxn id="70" idx="2"/>
          </p:cNvCxnSpPr>
          <p:nvPr/>
        </p:nvCxnSpPr>
        <p:spPr>
          <a:xfrm flipV="1">
            <a:off x="4206242" y="2125982"/>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3" name="直接箭头连接符 112">
            <a:extLst>
              <a:ext uri="{FF2B5EF4-FFF2-40B4-BE49-F238E27FC236}">
                <a16:creationId xmlns:a16="http://schemas.microsoft.com/office/drawing/2014/main" id="{1BD07940-D9E7-4817-A47F-19A2D6949F2F}"/>
              </a:ext>
            </a:extLst>
          </p:cNvPr>
          <p:cNvCxnSpPr>
            <a:cxnSpLocks/>
            <a:endCxn id="69" idx="2"/>
          </p:cNvCxnSpPr>
          <p:nvPr/>
        </p:nvCxnSpPr>
        <p:spPr>
          <a:xfrm>
            <a:off x="4206242" y="3111995"/>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4" name="直接箭头连接符 113">
            <a:extLst>
              <a:ext uri="{FF2B5EF4-FFF2-40B4-BE49-F238E27FC236}">
                <a16:creationId xmlns:a16="http://schemas.microsoft.com/office/drawing/2014/main" id="{7BD4F61F-7F87-4FC6-86BB-D72B145A3D12}"/>
              </a:ext>
            </a:extLst>
          </p:cNvPr>
          <p:cNvCxnSpPr>
            <a:endCxn id="70" idx="2"/>
          </p:cNvCxnSpPr>
          <p:nvPr/>
        </p:nvCxnSpPr>
        <p:spPr>
          <a:xfrm flipV="1">
            <a:off x="4206242" y="2125981"/>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5" name="直接箭头连接符 114">
            <a:extLst>
              <a:ext uri="{FF2B5EF4-FFF2-40B4-BE49-F238E27FC236}">
                <a16:creationId xmlns:a16="http://schemas.microsoft.com/office/drawing/2014/main" id="{F004AD08-A23D-4573-BA2A-73BE5EF7C1F0}"/>
              </a:ext>
            </a:extLst>
          </p:cNvPr>
          <p:cNvCxnSpPr>
            <a:endCxn id="68" idx="2"/>
          </p:cNvCxnSpPr>
          <p:nvPr/>
        </p:nvCxnSpPr>
        <p:spPr>
          <a:xfrm flipV="1">
            <a:off x="4206242" y="3111995"/>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6" name="直接箭头连接符 115">
            <a:extLst>
              <a:ext uri="{FF2B5EF4-FFF2-40B4-BE49-F238E27FC236}">
                <a16:creationId xmlns:a16="http://schemas.microsoft.com/office/drawing/2014/main" id="{2559FEFD-7125-4755-8A73-CAC43C2B6BC3}"/>
              </a:ext>
            </a:extLst>
          </p:cNvPr>
          <p:cNvCxnSpPr>
            <a:endCxn id="69" idx="2"/>
          </p:cNvCxnSpPr>
          <p:nvPr/>
        </p:nvCxnSpPr>
        <p:spPr>
          <a:xfrm>
            <a:off x="4206242" y="4960607"/>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7" name="文本框 116">
            <a:extLst>
              <a:ext uri="{FF2B5EF4-FFF2-40B4-BE49-F238E27FC236}">
                <a16:creationId xmlns:a16="http://schemas.microsoft.com/office/drawing/2014/main" id="{E4905201-E411-49AE-B896-ADCDDEBCFDE9}"/>
              </a:ext>
            </a:extLst>
          </p:cNvPr>
          <p:cNvSpPr txBox="1"/>
          <p:nvPr/>
        </p:nvSpPr>
        <p:spPr>
          <a:xfrm>
            <a:off x="5537032" y="391764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8" name="流程图: 接点 117">
            <a:extLst>
              <a:ext uri="{FF2B5EF4-FFF2-40B4-BE49-F238E27FC236}">
                <a16:creationId xmlns:a16="http://schemas.microsoft.com/office/drawing/2014/main" id="{6694EC46-7044-4BAD-A82C-514D7382234D}"/>
              </a:ext>
            </a:extLst>
          </p:cNvPr>
          <p:cNvSpPr/>
          <p:nvPr/>
        </p:nvSpPr>
        <p:spPr>
          <a:xfrm flipV="1">
            <a:off x="8068174" y="2968736"/>
            <a:ext cx="271156" cy="26716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19" name="流程图: 接点 118">
            <a:extLst>
              <a:ext uri="{FF2B5EF4-FFF2-40B4-BE49-F238E27FC236}">
                <a16:creationId xmlns:a16="http://schemas.microsoft.com/office/drawing/2014/main" id="{36981FD6-D381-4873-93DD-8A9734CC39E9}"/>
              </a:ext>
            </a:extLst>
          </p:cNvPr>
          <p:cNvSpPr/>
          <p:nvPr/>
        </p:nvSpPr>
        <p:spPr>
          <a:xfrm flipV="1">
            <a:off x="8068174" y="4817348"/>
            <a:ext cx="271156" cy="26716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20" name="流程图: 接点 119">
            <a:extLst>
              <a:ext uri="{FF2B5EF4-FFF2-40B4-BE49-F238E27FC236}">
                <a16:creationId xmlns:a16="http://schemas.microsoft.com/office/drawing/2014/main" id="{40DEB670-3BF0-4E86-9D43-8F8B316E47B9}"/>
              </a:ext>
            </a:extLst>
          </p:cNvPr>
          <p:cNvSpPr/>
          <p:nvPr/>
        </p:nvSpPr>
        <p:spPr>
          <a:xfrm flipV="1">
            <a:off x="8068174" y="1982723"/>
            <a:ext cx="271156" cy="26716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121" name="直接箭头连接符 120">
            <a:extLst>
              <a:ext uri="{FF2B5EF4-FFF2-40B4-BE49-F238E27FC236}">
                <a16:creationId xmlns:a16="http://schemas.microsoft.com/office/drawing/2014/main" id="{6BDEAA6C-177B-4645-8010-E62A905505D5}"/>
              </a:ext>
            </a:extLst>
          </p:cNvPr>
          <p:cNvCxnSpPr>
            <a:endCxn id="120" idx="2"/>
          </p:cNvCxnSpPr>
          <p:nvPr/>
        </p:nvCxnSpPr>
        <p:spPr>
          <a:xfrm>
            <a:off x="6711698" y="2116307"/>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2" name="直接箭头连接符 121">
            <a:extLst>
              <a:ext uri="{FF2B5EF4-FFF2-40B4-BE49-F238E27FC236}">
                <a16:creationId xmlns:a16="http://schemas.microsoft.com/office/drawing/2014/main" id="{BF4A55AD-E0A6-4319-98BD-8BDB3636F550}"/>
              </a:ext>
            </a:extLst>
          </p:cNvPr>
          <p:cNvCxnSpPr>
            <a:endCxn id="118" idx="2"/>
          </p:cNvCxnSpPr>
          <p:nvPr/>
        </p:nvCxnSpPr>
        <p:spPr>
          <a:xfrm>
            <a:off x="6711698" y="2116307"/>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3" name="直接箭头连接符 122">
            <a:extLst>
              <a:ext uri="{FF2B5EF4-FFF2-40B4-BE49-F238E27FC236}">
                <a16:creationId xmlns:a16="http://schemas.microsoft.com/office/drawing/2014/main" id="{2B53896B-0F17-4E74-9248-892709FC4AB1}"/>
              </a:ext>
            </a:extLst>
          </p:cNvPr>
          <p:cNvCxnSpPr>
            <a:cxnSpLocks/>
            <a:endCxn id="119" idx="2"/>
          </p:cNvCxnSpPr>
          <p:nvPr/>
        </p:nvCxnSpPr>
        <p:spPr>
          <a:xfrm>
            <a:off x="6711698" y="2116305"/>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4" name="直接箭头连接符 123">
            <a:extLst>
              <a:ext uri="{FF2B5EF4-FFF2-40B4-BE49-F238E27FC236}">
                <a16:creationId xmlns:a16="http://schemas.microsoft.com/office/drawing/2014/main" id="{5C238391-BAA8-4375-9198-E77774102E6B}"/>
              </a:ext>
            </a:extLst>
          </p:cNvPr>
          <p:cNvCxnSpPr>
            <a:endCxn id="118" idx="2"/>
          </p:cNvCxnSpPr>
          <p:nvPr/>
        </p:nvCxnSpPr>
        <p:spPr>
          <a:xfrm>
            <a:off x="6711698" y="3102320"/>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5" name="直接箭头连接符 124">
            <a:extLst>
              <a:ext uri="{FF2B5EF4-FFF2-40B4-BE49-F238E27FC236}">
                <a16:creationId xmlns:a16="http://schemas.microsoft.com/office/drawing/2014/main" id="{85F5F206-6E0D-4E82-A6C4-B3A4564CFD7C}"/>
              </a:ext>
            </a:extLst>
          </p:cNvPr>
          <p:cNvCxnSpPr>
            <a:endCxn id="120" idx="2"/>
          </p:cNvCxnSpPr>
          <p:nvPr/>
        </p:nvCxnSpPr>
        <p:spPr>
          <a:xfrm flipV="1">
            <a:off x="6711698" y="2116307"/>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6" name="直接箭头连接符 125">
            <a:extLst>
              <a:ext uri="{FF2B5EF4-FFF2-40B4-BE49-F238E27FC236}">
                <a16:creationId xmlns:a16="http://schemas.microsoft.com/office/drawing/2014/main" id="{D47C69AE-0AA3-4334-99C0-D170E6CFBFF6}"/>
              </a:ext>
            </a:extLst>
          </p:cNvPr>
          <p:cNvCxnSpPr>
            <a:cxnSpLocks/>
            <a:endCxn id="119" idx="2"/>
          </p:cNvCxnSpPr>
          <p:nvPr/>
        </p:nvCxnSpPr>
        <p:spPr>
          <a:xfrm>
            <a:off x="6711698" y="3102322"/>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7" name="直接箭头连接符 126">
            <a:extLst>
              <a:ext uri="{FF2B5EF4-FFF2-40B4-BE49-F238E27FC236}">
                <a16:creationId xmlns:a16="http://schemas.microsoft.com/office/drawing/2014/main" id="{39AB8E7D-C706-4F40-A1AA-CA765E410A7D}"/>
              </a:ext>
            </a:extLst>
          </p:cNvPr>
          <p:cNvCxnSpPr>
            <a:endCxn id="120" idx="2"/>
          </p:cNvCxnSpPr>
          <p:nvPr/>
        </p:nvCxnSpPr>
        <p:spPr>
          <a:xfrm flipV="1">
            <a:off x="6711698" y="2116305"/>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8" name="直接箭头连接符 127">
            <a:extLst>
              <a:ext uri="{FF2B5EF4-FFF2-40B4-BE49-F238E27FC236}">
                <a16:creationId xmlns:a16="http://schemas.microsoft.com/office/drawing/2014/main" id="{2BE12924-B43B-4374-9E05-531A8EE78FDB}"/>
              </a:ext>
            </a:extLst>
          </p:cNvPr>
          <p:cNvCxnSpPr>
            <a:endCxn id="118" idx="2"/>
          </p:cNvCxnSpPr>
          <p:nvPr/>
        </p:nvCxnSpPr>
        <p:spPr>
          <a:xfrm flipV="1">
            <a:off x="6711698" y="3102322"/>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9" name="直接箭头连接符 128">
            <a:extLst>
              <a:ext uri="{FF2B5EF4-FFF2-40B4-BE49-F238E27FC236}">
                <a16:creationId xmlns:a16="http://schemas.microsoft.com/office/drawing/2014/main" id="{E9CD5705-83BD-4E51-A13F-439C9B1142D7}"/>
              </a:ext>
            </a:extLst>
          </p:cNvPr>
          <p:cNvCxnSpPr>
            <a:endCxn id="119" idx="2"/>
          </p:cNvCxnSpPr>
          <p:nvPr/>
        </p:nvCxnSpPr>
        <p:spPr>
          <a:xfrm>
            <a:off x="6711698" y="4950932"/>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0" name="文本框 129">
            <a:extLst>
              <a:ext uri="{FF2B5EF4-FFF2-40B4-BE49-F238E27FC236}">
                <a16:creationId xmlns:a16="http://schemas.microsoft.com/office/drawing/2014/main" id="{4849DEC6-35FB-41CB-A814-F83522BE6C4C}"/>
              </a:ext>
            </a:extLst>
          </p:cNvPr>
          <p:cNvSpPr txBox="1"/>
          <p:nvPr/>
        </p:nvSpPr>
        <p:spPr>
          <a:xfrm>
            <a:off x="8042488" y="3907976"/>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1" name="文本框 130">
            <a:extLst>
              <a:ext uri="{FF2B5EF4-FFF2-40B4-BE49-F238E27FC236}">
                <a16:creationId xmlns:a16="http://schemas.microsoft.com/office/drawing/2014/main" id="{A8244DC8-38E8-4DB9-B513-BDE26C21EE84}"/>
              </a:ext>
            </a:extLst>
          </p:cNvPr>
          <p:cNvSpPr txBox="1"/>
          <p:nvPr/>
        </p:nvSpPr>
        <p:spPr>
          <a:xfrm>
            <a:off x="6061202" y="192938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2" name="文本框 131">
            <a:extLst>
              <a:ext uri="{FF2B5EF4-FFF2-40B4-BE49-F238E27FC236}">
                <a16:creationId xmlns:a16="http://schemas.microsoft.com/office/drawing/2014/main" id="{23BD1C71-17EF-4117-9C95-139CFE391297}"/>
              </a:ext>
            </a:extLst>
          </p:cNvPr>
          <p:cNvSpPr txBox="1"/>
          <p:nvPr/>
        </p:nvSpPr>
        <p:spPr>
          <a:xfrm>
            <a:off x="6058920" y="291266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3" name="文本框 132">
            <a:extLst>
              <a:ext uri="{FF2B5EF4-FFF2-40B4-BE49-F238E27FC236}">
                <a16:creationId xmlns:a16="http://schemas.microsoft.com/office/drawing/2014/main" id="{F00AA673-61B1-4AD6-A8CE-09F93BB4D81D}"/>
              </a:ext>
            </a:extLst>
          </p:cNvPr>
          <p:cNvSpPr txBox="1"/>
          <p:nvPr/>
        </p:nvSpPr>
        <p:spPr>
          <a:xfrm>
            <a:off x="6058920" y="3893452"/>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4" name="文本框 133">
            <a:extLst>
              <a:ext uri="{FF2B5EF4-FFF2-40B4-BE49-F238E27FC236}">
                <a16:creationId xmlns:a16="http://schemas.microsoft.com/office/drawing/2014/main" id="{3D0C3296-C9E7-423F-A0C7-94B16ECFD005}"/>
              </a:ext>
            </a:extLst>
          </p:cNvPr>
          <p:cNvSpPr txBox="1"/>
          <p:nvPr/>
        </p:nvSpPr>
        <p:spPr>
          <a:xfrm>
            <a:off x="6062084" y="4689572"/>
            <a:ext cx="288862" cy="300210"/>
          </a:xfrm>
          <a:prstGeom prst="rect">
            <a:avLst/>
          </a:prstGeom>
          <a:noFill/>
        </p:spPr>
        <p:txBody>
          <a:bodyPr wrap="none" rtlCol="0">
            <a:spAutoFit/>
          </a:bodyPr>
          <a:lstStyle/>
          <a:p>
            <a:r>
              <a:rPr lang="en-US" altLang="zh-CN" sz="1351" dirty="0"/>
              <a:t>…</a:t>
            </a:r>
            <a:endParaRPr lang="zh-CN" altLang="en-US" sz="1351" dirty="0"/>
          </a:p>
        </p:txBody>
      </p:sp>
      <p:cxnSp>
        <p:nvCxnSpPr>
          <p:cNvPr id="135" name="直接箭头连接符 134">
            <a:extLst>
              <a:ext uri="{FF2B5EF4-FFF2-40B4-BE49-F238E27FC236}">
                <a16:creationId xmlns:a16="http://schemas.microsoft.com/office/drawing/2014/main" id="{CC705F68-3664-4D1A-BC68-8B59A3F298A9}"/>
              </a:ext>
            </a:extLst>
          </p:cNvPr>
          <p:cNvCxnSpPr/>
          <p:nvPr/>
        </p:nvCxnSpPr>
        <p:spPr>
          <a:xfrm>
            <a:off x="8339330" y="2125980"/>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6" name="直接箭头连接符 135">
            <a:extLst>
              <a:ext uri="{FF2B5EF4-FFF2-40B4-BE49-F238E27FC236}">
                <a16:creationId xmlns:a16="http://schemas.microsoft.com/office/drawing/2014/main" id="{0CFC013C-67B1-41FF-931D-FD3CB62865F8}"/>
              </a:ext>
            </a:extLst>
          </p:cNvPr>
          <p:cNvCxnSpPr/>
          <p:nvPr/>
        </p:nvCxnSpPr>
        <p:spPr>
          <a:xfrm>
            <a:off x="8337863" y="3113519"/>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7" name="直接箭头连接符 136">
            <a:extLst>
              <a:ext uri="{FF2B5EF4-FFF2-40B4-BE49-F238E27FC236}">
                <a16:creationId xmlns:a16="http://schemas.microsoft.com/office/drawing/2014/main" id="{9A95C176-47B4-4B08-9AD6-EDDB3E2BBF17}"/>
              </a:ext>
            </a:extLst>
          </p:cNvPr>
          <p:cNvCxnSpPr/>
          <p:nvPr/>
        </p:nvCxnSpPr>
        <p:spPr>
          <a:xfrm>
            <a:off x="8337863" y="4943828"/>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8" name="文本框 137">
            <a:extLst>
              <a:ext uri="{FF2B5EF4-FFF2-40B4-BE49-F238E27FC236}">
                <a16:creationId xmlns:a16="http://schemas.microsoft.com/office/drawing/2014/main" id="{3387B9AA-1C8B-4E37-AC6D-D7C6DB0896AF}"/>
              </a:ext>
            </a:extLst>
          </p:cNvPr>
          <p:cNvSpPr txBox="1"/>
          <p:nvPr/>
        </p:nvSpPr>
        <p:spPr>
          <a:xfrm>
            <a:off x="9636129" y="1936016"/>
            <a:ext cx="393056" cy="300210"/>
          </a:xfrm>
          <a:prstGeom prst="rect">
            <a:avLst/>
          </a:prstGeom>
          <a:noFill/>
        </p:spPr>
        <p:txBody>
          <a:bodyPr wrap="none" rtlCol="0">
            <a:spAutoFit/>
          </a:bodyPr>
          <a:lstStyle/>
          <a:p>
            <a:r>
              <a:rPr lang="en-US" altLang="zh-CN" sz="1351" dirty="0"/>
              <a:t>z1</a:t>
            </a:r>
            <a:endParaRPr lang="zh-CN" altLang="en-US" sz="1351" dirty="0"/>
          </a:p>
        </p:txBody>
      </p:sp>
      <p:sp>
        <p:nvSpPr>
          <p:cNvPr id="139" name="文本框 138">
            <a:extLst>
              <a:ext uri="{FF2B5EF4-FFF2-40B4-BE49-F238E27FC236}">
                <a16:creationId xmlns:a16="http://schemas.microsoft.com/office/drawing/2014/main" id="{477FB120-A6FF-4A7A-A93E-D5488ABFD136}"/>
              </a:ext>
            </a:extLst>
          </p:cNvPr>
          <p:cNvSpPr txBox="1"/>
          <p:nvPr/>
        </p:nvSpPr>
        <p:spPr>
          <a:xfrm>
            <a:off x="9636129" y="2875448"/>
            <a:ext cx="393056" cy="300210"/>
          </a:xfrm>
          <a:prstGeom prst="rect">
            <a:avLst/>
          </a:prstGeom>
          <a:noFill/>
        </p:spPr>
        <p:txBody>
          <a:bodyPr wrap="none" rtlCol="0">
            <a:spAutoFit/>
          </a:bodyPr>
          <a:lstStyle/>
          <a:p>
            <a:r>
              <a:rPr lang="en-US" altLang="zh-CN" sz="1351" dirty="0"/>
              <a:t>z2</a:t>
            </a:r>
            <a:endParaRPr lang="zh-CN" altLang="en-US" sz="1351" dirty="0"/>
          </a:p>
        </p:txBody>
      </p:sp>
      <p:sp>
        <p:nvSpPr>
          <p:cNvPr id="140" name="文本框 139">
            <a:extLst>
              <a:ext uri="{FF2B5EF4-FFF2-40B4-BE49-F238E27FC236}">
                <a16:creationId xmlns:a16="http://schemas.microsoft.com/office/drawing/2014/main" id="{8C0C8B82-EF9C-40CB-BF71-F4E2DB5EBA88}"/>
              </a:ext>
            </a:extLst>
          </p:cNvPr>
          <p:cNvSpPr txBox="1"/>
          <p:nvPr/>
        </p:nvSpPr>
        <p:spPr>
          <a:xfrm>
            <a:off x="9636129" y="4724860"/>
            <a:ext cx="393056" cy="300210"/>
          </a:xfrm>
          <a:prstGeom prst="rect">
            <a:avLst/>
          </a:prstGeom>
          <a:noFill/>
        </p:spPr>
        <p:txBody>
          <a:bodyPr wrap="none" rtlCol="0">
            <a:spAutoFit/>
          </a:bodyPr>
          <a:lstStyle/>
          <a:p>
            <a:r>
              <a:rPr lang="en-US" altLang="zh-CN" sz="1351" dirty="0" err="1"/>
              <a:t>zM</a:t>
            </a:r>
            <a:endParaRPr lang="zh-CN" altLang="en-US" sz="1351" dirty="0"/>
          </a:p>
        </p:txBody>
      </p:sp>
      <p:sp>
        <p:nvSpPr>
          <p:cNvPr id="141" name="文本框 140">
            <a:extLst>
              <a:ext uri="{FF2B5EF4-FFF2-40B4-BE49-F238E27FC236}">
                <a16:creationId xmlns:a16="http://schemas.microsoft.com/office/drawing/2014/main" id="{237AA5AD-4F65-4226-B651-21B7B845403E}"/>
              </a:ext>
            </a:extLst>
          </p:cNvPr>
          <p:cNvSpPr txBox="1"/>
          <p:nvPr/>
        </p:nvSpPr>
        <p:spPr>
          <a:xfrm>
            <a:off x="2003983" y="5564592"/>
            <a:ext cx="530915" cy="300210"/>
          </a:xfrm>
          <a:prstGeom prst="rect">
            <a:avLst/>
          </a:prstGeom>
          <a:noFill/>
        </p:spPr>
        <p:txBody>
          <a:bodyPr wrap="none" rtlCol="0">
            <a:spAutoFit/>
          </a:bodyPr>
          <a:lstStyle/>
          <a:p>
            <a:r>
              <a:rPr lang="zh-CN" altLang="en-US" sz="1351" dirty="0"/>
              <a:t>输入</a:t>
            </a:r>
          </a:p>
        </p:txBody>
      </p:sp>
      <p:sp>
        <p:nvSpPr>
          <p:cNvPr id="142" name="文本框 141">
            <a:extLst>
              <a:ext uri="{FF2B5EF4-FFF2-40B4-BE49-F238E27FC236}">
                <a16:creationId xmlns:a16="http://schemas.microsoft.com/office/drawing/2014/main" id="{9A02935A-6660-40F8-B84B-63E32CB70585}"/>
              </a:ext>
            </a:extLst>
          </p:cNvPr>
          <p:cNvSpPr txBox="1"/>
          <p:nvPr/>
        </p:nvSpPr>
        <p:spPr>
          <a:xfrm>
            <a:off x="9543155" y="5564592"/>
            <a:ext cx="530915" cy="300210"/>
          </a:xfrm>
          <a:prstGeom prst="rect">
            <a:avLst/>
          </a:prstGeom>
          <a:noFill/>
        </p:spPr>
        <p:txBody>
          <a:bodyPr wrap="none" rtlCol="0">
            <a:spAutoFit/>
          </a:bodyPr>
          <a:lstStyle/>
          <a:p>
            <a:r>
              <a:rPr lang="zh-CN" altLang="en-US" sz="1351" dirty="0"/>
              <a:t>输出</a:t>
            </a:r>
          </a:p>
        </p:txBody>
      </p:sp>
      <p:sp>
        <p:nvSpPr>
          <p:cNvPr id="143" name="文本框 142">
            <a:extLst>
              <a:ext uri="{FF2B5EF4-FFF2-40B4-BE49-F238E27FC236}">
                <a16:creationId xmlns:a16="http://schemas.microsoft.com/office/drawing/2014/main" id="{5B29F4E1-4BD4-449B-95DB-FF50562D48DA}"/>
              </a:ext>
            </a:extLst>
          </p:cNvPr>
          <p:cNvSpPr txBox="1"/>
          <p:nvPr/>
        </p:nvSpPr>
        <p:spPr>
          <a:xfrm>
            <a:off x="5192389" y="1636108"/>
            <a:ext cx="809837" cy="300210"/>
          </a:xfrm>
          <a:prstGeom prst="rect">
            <a:avLst/>
          </a:prstGeom>
          <a:noFill/>
        </p:spPr>
        <p:txBody>
          <a:bodyPr wrap="none" rtlCol="0">
            <a:spAutoFit/>
          </a:bodyPr>
          <a:lstStyle/>
          <a:p>
            <a:r>
              <a:rPr lang="en-US" altLang="zh-CN" sz="1351" dirty="0"/>
              <a:t>Layer2</a:t>
            </a:r>
            <a:endParaRPr lang="zh-CN" altLang="en-US" sz="1351" dirty="0"/>
          </a:p>
        </p:txBody>
      </p:sp>
      <p:sp>
        <p:nvSpPr>
          <p:cNvPr id="144" name="文本框 143">
            <a:extLst>
              <a:ext uri="{FF2B5EF4-FFF2-40B4-BE49-F238E27FC236}">
                <a16:creationId xmlns:a16="http://schemas.microsoft.com/office/drawing/2014/main" id="{EC1CF348-0147-4020-88AD-8D65D9D6FA9D}"/>
              </a:ext>
            </a:extLst>
          </p:cNvPr>
          <p:cNvSpPr txBox="1"/>
          <p:nvPr/>
        </p:nvSpPr>
        <p:spPr>
          <a:xfrm>
            <a:off x="3717157" y="1636108"/>
            <a:ext cx="809837" cy="300210"/>
          </a:xfrm>
          <a:prstGeom prst="rect">
            <a:avLst/>
          </a:prstGeom>
          <a:noFill/>
        </p:spPr>
        <p:txBody>
          <a:bodyPr wrap="none" rtlCol="0">
            <a:spAutoFit/>
          </a:bodyPr>
          <a:lstStyle/>
          <a:p>
            <a:r>
              <a:rPr lang="en-US" altLang="zh-CN" sz="1351" dirty="0"/>
              <a:t>Layer1</a:t>
            </a:r>
            <a:endParaRPr lang="zh-CN" altLang="en-US" sz="1351" dirty="0"/>
          </a:p>
        </p:txBody>
      </p:sp>
      <p:sp>
        <p:nvSpPr>
          <p:cNvPr id="145" name="文本框 144">
            <a:extLst>
              <a:ext uri="{FF2B5EF4-FFF2-40B4-BE49-F238E27FC236}">
                <a16:creationId xmlns:a16="http://schemas.microsoft.com/office/drawing/2014/main" id="{DD562243-8EEF-4194-87F7-B989BD8AA4BA}"/>
              </a:ext>
            </a:extLst>
          </p:cNvPr>
          <p:cNvSpPr txBox="1"/>
          <p:nvPr/>
        </p:nvSpPr>
        <p:spPr>
          <a:xfrm>
            <a:off x="7697845" y="1636108"/>
            <a:ext cx="809837" cy="300210"/>
          </a:xfrm>
          <a:prstGeom prst="rect">
            <a:avLst/>
          </a:prstGeom>
          <a:noFill/>
        </p:spPr>
        <p:txBody>
          <a:bodyPr wrap="none" rtlCol="0">
            <a:spAutoFit/>
          </a:bodyPr>
          <a:lstStyle/>
          <a:p>
            <a:r>
              <a:rPr lang="en-US" altLang="zh-CN" sz="1351" dirty="0" err="1"/>
              <a:t>LayerK</a:t>
            </a:r>
            <a:endParaRPr lang="zh-CN" altLang="en-US" sz="1351" dirty="0"/>
          </a:p>
        </p:txBody>
      </p:sp>
      <p:sp>
        <p:nvSpPr>
          <p:cNvPr id="146" name="左大括号 145">
            <a:extLst>
              <a:ext uri="{FF2B5EF4-FFF2-40B4-BE49-F238E27FC236}">
                <a16:creationId xmlns:a16="http://schemas.microsoft.com/office/drawing/2014/main" id="{C85C597E-023E-4DFB-9189-5338B6257131}"/>
              </a:ext>
            </a:extLst>
          </p:cNvPr>
          <p:cNvSpPr/>
          <p:nvPr/>
        </p:nvSpPr>
        <p:spPr>
          <a:xfrm rot="16200000">
            <a:off x="5966128" y="3367308"/>
            <a:ext cx="329857" cy="4050789"/>
          </a:xfrm>
          <a:prstGeom prst="leftBrace">
            <a:avLst/>
          </a:prstGeom>
          <a:ln>
            <a:solidFill>
              <a:srgbClr val="C00000"/>
            </a:solidFill>
            <a:tailEnd type="none"/>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1351" dirty="0">
              <a:solidFill>
                <a:srgbClr val="C00000"/>
              </a:solidFill>
            </a:endParaRPr>
          </a:p>
        </p:txBody>
      </p:sp>
      <p:sp>
        <p:nvSpPr>
          <p:cNvPr id="147" name="文本框 146">
            <a:extLst>
              <a:ext uri="{FF2B5EF4-FFF2-40B4-BE49-F238E27FC236}">
                <a16:creationId xmlns:a16="http://schemas.microsoft.com/office/drawing/2014/main" id="{59CAE384-5236-4BC9-A0EA-61DE9423C09F}"/>
              </a:ext>
            </a:extLst>
          </p:cNvPr>
          <p:cNvSpPr txBox="1"/>
          <p:nvPr/>
        </p:nvSpPr>
        <p:spPr>
          <a:xfrm>
            <a:off x="5698295" y="5564660"/>
            <a:ext cx="704039" cy="300210"/>
          </a:xfrm>
          <a:prstGeom prst="rect">
            <a:avLst/>
          </a:prstGeom>
          <a:noFill/>
        </p:spPr>
        <p:txBody>
          <a:bodyPr wrap="none" rtlCol="0">
            <a:spAutoFit/>
          </a:bodyPr>
          <a:lstStyle/>
          <a:p>
            <a:r>
              <a:rPr lang="zh-CN" altLang="en-US" sz="1351" dirty="0"/>
              <a:t>隐藏层</a:t>
            </a:r>
          </a:p>
        </p:txBody>
      </p:sp>
      <p:sp>
        <p:nvSpPr>
          <p:cNvPr id="148" name="文本框 147">
            <a:extLst>
              <a:ext uri="{FF2B5EF4-FFF2-40B4-BE49-F238E27FC236}">
                <a16:creationId xmlns:a16="http://schemas.microsoft.com/office/drawing/2014/main" id="{40CD7A56-F3C2-4360-B344-E0856B7CC25D}"/>
              </a:ext>
            </a:extLst>
          </p:cNvPr>
          <p:cNvSpPr txBox="1"/>
          <p:nvPr/>
        </p:nvSpPr>
        <p:spPr>
          <a:xfrm>
            <a:off x="5141039" y="971225"/>
            <a:ext cx="1980029" cy="523220"/>
          </a:xfrm>
          <a:prstGeom prst="rect">
            <a:avLst/>
          </a:prstGeom>
          <a:noFill/>
        </p:spPr>
        <p:txBody>
          <a:bodyPr wrap="none" rtlCol="0">
            <a:spAutoFit/>
          </a:bodyPr>
          <a:lstStyle/>
          <a:p>
            <a:r>
              <a:rPr lang="zh-CN" altLang="en-US" sz="2800" dirty="0"/>
              <a:t>多层感知机</a:t>
            </a:r>
          </a:p>
        </p:txBody>
      </p:sp>
      <p:sp>
        <p:nvSpPr>
          <p:cNvPr id="149" name="Number1">
            <a:extLst>
              <a:ext uri="{FF2B5EF4-FFF2-40B4-BE49-F238E27FC236}">
                <a16:creationId xmlns:a16="http://schemas.microsoft.com/office/drawing/2014/main" id="{DD0393BB-6862-42AE-ABAB-72993383246E}"/>
              </a:ext>
            </a:extLst>
          </p:cNvPr>
          <p:cNvSpPr/>
          <p:nvPr/>
        </p:nvSpPr>
        <p:spPr>
          <a:xfrm>
            <a:off x="641765" y="965719"/>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spTree>
    <p:custDataLst>
      <p:custData r:id="rId1"/>
    </p:custDataLst>
    <p:extLst>
      <p:ext uri="{BB962C8B-B14F-4D97-AF65-F5344CB8AC3E}">
        <p14:creationId xmlns:p14="http://schemas.microsoft.com/office/powerpoint/2010/main" val="1820134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anim calcmode="lin" valueType="num">
                                      <p:cBhvr>
                                        <p:cTn id="7" dur="500" fill="hold"/>
                                        <p:tgtEl>
                                          <p:spTgt spid="149"/>
                                        </p:tgtEl>
                                        <p:attrNameLst>
                                          <p:attrName>ppt_w</p:attrName>
                                        </p:attrNameLst>
                                      </p:cBhvr>
                                      <p:tavLst>
                                        <p:tav tm="0">
                                          <p:val>
                                            <p:strVal val="4*#ppt_w"/>
                                          </p:val>
                                        </p:tav>
                                        <p:tav tm="100000">
                                          <p:val>
                                            <p:strVal val="#ppt_w"/>
                                          </p:val>
                                        </p:tav>
                                      </p:tavLst>
                                    </p:anim>
                                    <p:anim calcmode="lin" valueType="num">
                                      <p:cBhvr>
                                        <p:cTn id="8" dur="500" fill="hold"/>
                                        <p:tgtEl>
                                          <p:spTgt spid="149"/>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149" name="Number1">
            <a:extLst>
              <a:ext uri="{FF2B5EF4-FFF2-40B4-BE49-F238E27FC236}">
                <a16:creationId xmlns:a16="http://schemas.microsoft.com/office/drawing/2014/main" id="{DD0393BB-6862-42AE-ABAB-72993383246E}"/>
              </a:ext>
            </a:extLst>
          </p:cNvPr>
          <p:cNvSpPr/>
          <p:nvPr/>
        </p:nvSpPr>
        <p:spPr>
          <a:xfrm>
            <a:off x="641765" y="965719"/>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sp>
        <p:nvSpPr>
          <p:cNvPr id="74" name="流程图: 接点 73">
            <a:extLst>
              <a:ext uri="{FF2B5EF4-FFF2-40B4-BE49-F238E27FC236}">
                <a16:creationId xmlns:a16="http://schemas.microsoft.com/office/drawing/2014/main" id="{9B2E75C0-0ACE-43BA-AA6A-C6113AB30785}"/>
              </a:ext>
            </a:extLst>
          </p:cNvPr>
          <p:cNvSpPr/>
          <p:nvPr/>
        </p:nvSpPr>
        <p:spPr>
          <a:xfrm>
            <a:off x="3502511" y="2023803"/>
            <a:ext cx="621792" cy="61264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5" name="流程图: 接点 74">
            <a:extLst>
              <a:ext uri="{FF2B5EF4-FFF2-40B4-BE49-F238E27FC236}">
                <a16:creationId xmlns:a16="http://schemas.microsoft.com/office/drawing/2014/main" id="{5D4C3751-F8BF-4852-BFE7-7A395D74D19B}"/>
              </a:ext>
            </a:extLst>
          </p:cNvPr>
          <p:cNvSpPr/>
          <p:nvPr/>
        </p:nvSpPr>
        <p:spPr>
          <a:xfrm>
            <a:off x="3502511" y="2938583"/>
            <a:ext cx="621792" cy="61264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6" name="流程图: 接点 75">
            <a:extLst>
              <a:ext uri="{FF2B5EF4-FFF2-40B4-BE49-F238E27FC236}">
                <a16:creationId xmlns:a16="http://schemas.microsoft.com/office/drawing/2014/main" id="{EA252260-EA23-4140-A475-98548AF8629D}"/>
              </a:ext>
            </a:extLst>
          </p:cNvPr>
          <p:cNvSpPr/>
          <p:nvPr/>
        </p:nvSpPr>
        <p:spPr>
          <a:xfrm>
            <a:off x="3502511" y="3844219"/>
            <a:ext cx="621792" cy="61264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77" name="直接箭头连接符 76">
            <a:extLst>
              <a:ext uri="{FF2B5EF4-FFF2-40B4-BE49-F238E27FC236}">
                <a16:creationId xmlns:a16="http://schemas.microsoft.com/office/drawing/2014/main" id="{91C91C69-91D6-40DA-9654-7F4CBE1632D4}"/>
              </a:ext>
            </a:extLst>
          </p:cNvPr>
          <p:cNvCxnSpPr>
            <a:cxnSpLocks/>
            <a:stCxn id="74" idx="6"/>
          </p:cNvCxnSpPr>
          <p:nvPr/>
        </p:nvCxnSpPr>
        <p:spPr>
          <a:xfrm>
            <a:off x="4124303" y="2330127"/>
            <a:ext cx="1664208" cy="8994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8" name="直接箭头连接符 77">
            <a:extLst>
              <a:ext uri="{FF2B5EF4-FFF2-40B4-BE49-F238E27FC236}">
                <a16:creationId xmlns:a16="http://schemas.microsoft.com/office/drawing/2014/main" id="{52918CC9-2267-4A0D-9177-4AA77D637E82}"/>
              </a:ext>
            </a:extLst>
          </p:cNvPr>
          <p:cNvCxnSpPr>
            <a:stCxn id="75" idx="6"/>
          </p:cNvCxnSpPr>
          <p:nvPr/>
        </p:nvCxnSpPr>
        <p:spPr>
          <a:xfrm flipV="1">
            <a:off x="4124303" y="3236977"/>
            <a:ext cx="1664208" cy="79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9" name="直接箭头连接符 78">
            <a:extLst>
              <a:ext uri="{FF2B5EF4-FFF2-40B4-BE49-F238E27FC236}">
                <a16:creationId xmlns:a16="http://schemas.microsoft.com/office/drawing/2014/main" id="{09347A29-A445-4924-8099-1B8EEA140840}"/>
              </a:ext>
            </a:extLst>
          </p:cNvPr>
          <p:cNvCxnSpPr>
            <a:stCxn id="76" idx="6"/>
          </p:cNvCxnSpPr>
          <p:nvPr/>
        </p:nvCxnSpPr>
        <p:spPr>
          <a:xfrm flipV="1">
            <a:off x="4124303" y="3244907"/>
            <a:ext cx="1664208" cy="9056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0" name="流程图: 接点 79">
            <a:extLst>
              <a:ext uri="{FF2B5EF4-FFF2-40B4-BE49-F238E27FC236}">
                <a16:creationId xmlns:a16="http://schemas.microsoft.com/office/drawing/2014/main" id="{E0F9A186-54B5-43EE-9E39-9615796B408A}"/>
              </a:ext>
            </a:extLst>
          </p:cNvPr>
          <p:cNvSpPr/>
          <p:nvPr/>
        </p:nvSpPr>
        <p:spPr>
          <a:xfrm>
            <a:off x="5779367" y="2495934"/>
            <a:ext cx="1435608" cy="1465615"/>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1600" dirty="0"/>
              <a:t>激活函数</a:t>
            </a:r>
          </a:p>
        </p:txBody>
      </p:sp>
      <p:cxnSp>
        <p:nvCxnSpPr>
          <p:cNvPr id="81" name="直接箭头连接符 80">
            <a:extLst>
              <a:ext uri="{FF2B5EF4-FFF2-40B4-BE49-F238E27FC236}">
                <a16:creationId xmlns:a16="http://schemas.microsoft.com/office/drawing/2014/main" id="{0295417A-ADBE-4C87-84F0-0727D257BB02}"/>
              </a:ext>
            </a:extLst>
          </p:cNvPr>
          <p:cNvCxnSpPr/>
          <p:nvPr/>
        </p:nvCxnSpPr>
        <p:spPr>
          <a:xfrm flipV="1">
            <a:off x="7132679" y="3225632"/>
            <a:ext cx="1664208" cy="79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2" name="文本框 81">
            <a:extLst>
              <a:ext uri="{FF2B5EF4-FFF2-40B4-BE49-F238E27FC236}">
                <a16:creationId xmlns:a16="http://schemas.microsoft.com/office/drawing/2014/main" id="{2DF271B2-EAEB-4830-A081-8888C2954816}"/>
              </a:ext>
            </a:extLst>
          </p:cNvPr>
          <p:cNvSpPr txBox="1"/>
          <p:nvPr/>
        </p:nvSpPr>
        <p:spPr>
          <a:xfrm>
            <a:off x="6681404" y="3969657"/>
            <a:ext cx="1085554" cy="300210"/>
          </a:xfrm>
          <a:prstGeom prst="rect">
            <a:avLst/>
          </a:prstGeom>
          <a:noFill/>
        </p:spPr>
        <p:txBody>
          <a:bodyPr wrap="none" rtlCol="0">
            <a:spAutoFit/>
          </a:bodyPr>
          <a:lstStyle/>
          <a:p>
            <a:r>
              <a:rPr lang="zh-CN" altLang="en-US" sz="1351" dirty="0"/>
              <a:t>偏置</a:t>
            </a:r>
            <a:r>
              <a:rPr lang="en-US" altLang="zh-CN" sz="1351" dirty="0"/>
              <a:t>(</a:t>
            </a:r>
            <a:r>
              <a:rPr lang="zh-CN" altLang="en-US" sz="1351" dirty="0"/>
              <a:t>阈值</a:t>
            </a:r>
            <a:r>
              <a:rPr lang="en-US" altLang="zh-CN" sz="1351" dirty="0"/>
              <a:t>)</a:t>
            </a:r>
            <a:endParaRPr lang="zh-CN" altLang="en-US" sz="1351" dirty="0"/>
          </a:p>
        </p:txBody>
      </p:sp>
      <p:sp>
        <p:nvSpPr>
          <p:cNvPr id="83" name="文本框 82">
            <a:extLst>
              <a:ext uri="{FF2B5EF4-FFF2-40B4-BE49-F238E27FC236}">
                <a16:creationId xmlns:a16="http://schemas.microsoft.com/office/drawing/2014/main" id="{0B267CCF-B3F1-40AB-97ED-F98E8BF390F1}"/>
              </a:ext>
            </a:extLst>
          </p:cNvPr>
          <p:cNvSpPr txBox="1"/>
          <p:nvPr/>
        </p:nvSpPr>
        <p:spPr>
          <a:xfrm>
            <a:off x="3553798" y="4565188"/>
            <a:ext cx="530915" cy="300210"/>
          </a:xfrm>
          <a:prstGeom prst="rect">
            <a:avLst/>
          </a:prstGeom>
          <a:noFill/>
        </p:spPr>
        <p:txBody>
          <a:bodyPr wrap="none" rtlCol="0">
            <a:spAutoFit/>
          </a:bodyPr>
          <a:lstStyle/>
          <a:p>
            <a:r>
              <a:rPr lang="zh-CN" altLang="en-US" sz="1351" dirty="0"/>
              <a:t>输入</a:t>
            </a:r>
          </a:p>
        </p:txBody>
      </p:sp>
      <p:sp>
        <p:nvSpPr>
          <p:cNvPr id="84" name="文本框 83">
            <a:extLst>
              <a:ext uri="{FF2B5EF4-FFF2-40B4-BE49-F238E27FC236}">
                <a16:creationId xmlns:a16="http://schemas.microsoft.com/office/drawing/2014/main" id="{535D2A64-B2F6-4584-8C8A-292B73D277DB}"/>
              </a:ext>
            </a:extLst>
          </p:cNvPr>
          <p:cNvSpPr txBox="1"/>
          <p:nvPr/>
        </p:nvSpPr>
        <p:spPr>
          <a:xfrm>
            <a:off x="6174006" y="4565188"/>
            <a:ext cx="530915" cy="300210"/>
          </a:xfrm>
          <a:prstGeom prst="rect">
            <a:avLst/>
          </a:prstGeom>
          <a:noFill/>
        </p:spPr>
        <p:txBody>
          <a:bodyPr wrap="none" rtlCol="0">
            <a:spAutoFit/>
          </a:bodyPr>
          <a:lstStyle/>
          <a:p>
            <a:r>
              <a:rPr lang="zh-CN" altLang="en-US" sz="1351" dirty="0"/>
              <a:t>输出</a:t>
            </a:r>
          </a:p>
        </p:txBody>
      </p:sp>
      <p:sp>
        <p:nvSpPr>
          <p:cNvPr id="85" name="文本框 84">
            <a:extLst>
              <a:ext uri="{FF2B5EF4-FFF2-40B4-BE49-F238E27FC236}">
                <a16:creationId xmlns:a16="http://schemas.microsoft.com/office/drawing/2014/main" id="{990F9B42-B201-44F3-BEFF-6569446EA863}"/>
              </a:ext>
            </a:extLst>
          </p:cNvPr>
          <p:cNvSpPr txBox="1"/>
          <p:nvPr/>
        </p:nvSpPr>
        <p:spPr>
          <a:xfrm>
            <a:off x="4864271" y="3861464"/>
            <a:ext cx="530915" cy="300210"/>
          </a:xfrm>
          <a:prstGeom prst="rect">
            <a:avLst/>
          </a:prstGeom>
          <a:noFill/>
        </p:spPr>
        <p:txBody>
          <a:bodyPr wrap="none" rtlCol="0">
            <a:spAutoFit/>
          </a:bodyPr>
          <a:lstStyle/>
          <a:p>
            <a:r>
              <a:rPr lang="zh-CN" altLang="en-US" sz="1351" dirty="0"/>
              <a:t>权重</a:t>
            </a:r>
          </a:p>
        </p:txBody>
      </p:sp>
      <p:sp>
        <p:nvSpPr>
          <p:cNvPr id="86" name="文本框 85">
            <a:extLst>
              <a:ext uri="{FF2B5EF4-FFF2-40B4-BE49-F238E27FC236}">
                <a16:creationId xmlns:a16="http://schemas.microsoft.com/office/drawing/2014/main" id="{C0AAFE80-A69F-425C-A0A8-EF255F1982FC}"/>
              </a:ext>
            </a:extLst>
          </p:cNvPr>
          <p:cNvSpPr txBox="1"/>
          <p:nvPr/>
        </p:nvSpPr>
        <p:spPr>
          <a:xfrm>
            <a:off x="642468" y="5696712"/>
            <a:ext cx="3163045" cy="300210"/>
          </a:xfrm>
          <a:prstGeom prst="rect">
            <a:avLst/>
          </a:prstGeom>
          <a:noFill/>
        </p:spPr>
        <p:txBody>
          <a:bodyPr wrap="none" rtlCol="0">
            <a:spAutoFit/>
          </a:bodyPr>
          <a:lstStyle/>
          <a:p>
            <a:r>
              <a:rPr lang="zh-CN" altLang="en-US" sz="1351" dirty="0"/>
              <a:t>每个神经元上使用的权重和阈值</a:t>
            </a:r>
            <a:r>
              <a:rPr lang="en-US" altLang="zh-CN" sz="1351" dirty="0"/>
              <a:t>:</a:t>
            </a:r>
            <a:r>
              <a:rPr lang="en-US" altLang="zh-CN" sz="1351" dirty="0">
                <a:solidFill>
                  <a:srgbClr val="C00000"/>
                </a:solidFill>
              </a:rPr>
              <a:t> </a:t>
            </a:r>
            <a:r>
              <a:rPr lang="zh-CN" altLang="en-US" sz="1351" dirty="0">
                <a:solidFill>
                  <a:srgbClr val="C00000"/>
                </a:solidFill>
              </a:rPr>
              <a:t>参数</a:t>
            </a:r>
          </a:p>
        </p:txBody>
      </p:sp>
      <p:sp>
        <p:nvSpPr>
          <p:cNvPr id="87" name="文本框 86">
            <a:extLst>
              <a:ext uri="{FF2B5EF4-FFF2-40B4-BE49-F238E27FC236}">
                <a16:creationId xmlns:a16="http://schemas.microsoft.com/office/drawing/2014/main" id="{82758176-A192-4274-960B-BC501919C980}"/>
              </a:ext>
            </a:extLst>
          </p:cNvPr>
          <p:cNvSpPr txBox="1"/>
          <p:nvPr/>
        </p:nvSpPr>
        <p:spPr>
          <a:xfrm>
            <a:off x="642467" y="6120504"/>
            <a:ext cx="3510898" cy="300210"/>
          </a:xfrm>
          <a:prstGeom prst="rect">
            <a:avLst/>
          </a:prstGeom>
          <a:noFill/>
        </p:spPr>
        <p:txBody>
          <a:bodyPr wrap="none" rtlCol="0">
            <a:spAutoFit/>
          </a:bodyPr>
          <a:lstStyle/>
          <a:p>
            <a:r>
              <a:rPr lang="zh-CN" altLang="en-US" sz="1351" dirty="0"/>
              <a:t>每个神经元上的参数数量 </a:t>
            </a:r>
            <a:r>
              <a:rPr lang="en-US" altLang="zh-CN" sz="1351" dirty="0"/>
              <a:t>= </a:t>
            </a:r>
            <a:r>
              <a:rPr lang="zh-CN" altLang="en-US" sz="1351" dirty="0"/>
              <a:t>权重数量 </a:t>
            </a:r>
            <a:r>
              <a:rPr lang="en-US" altLang="zh-CN" sz="1351" dirty="0"/>
              <a:t>+ 1</a:t>
            </a:r>
            <a:endParaRPr lang="zh-CN" altLang="en-US" sz="1351" dirty="0">
              <a:solidFill>
                <a:srgbClr val="C00000"/>
              </a:solidFill>
            </a:endParaRPr>
          </a:p>
        </p:txBody>
      </p:sp>
    </p:spTree>
    <p:custDataLst>
      <p:custData r:id="rId1"/>
    </p:custDataLst>
    <p:extLst>
      <p:ext uri="{BB962C8B-B14F-4D97-AF65-F5344CB8AC3E}">
        <p14:creationId xmlns:p14="http://schemas.microsoft.com/office/powerpoint/2010/main" val="33987019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1000"/>
                                        <p:tgtEl>
                                          <p:spTgt spid="86"/>
                                        </p:tgtEl>
                                      </p:cBhvr>
                                    </p:animEffect>
                                    <p:anim calcmode="lin" valueType="num">
                                      <p:cBhvr>
                                        <p:cTn id="8" dur="1000" fill="hold"/>
                                        <p:tgtEl>
                                          <p:spTgt spid="86"/>
                                        </p:tgtEl>
                                        <p:attrNameLst>
                                          <p:attrName>ppt_x</p:attrName>
                                        </p:attrNameLst>
                                      </p:cBhvr>
                                      <p:tavLst>
                                        <p:tav tm="0">
                                          <p:val>
                                            <p:strVal val="#ppt_x"/>
                                          </p:val>
                                        </p:tav>
                                        <p:tav tm="100000">
                                          <p:val>
                                            <p:strVal val="#ppt_x"/>
                                          </p:val>
                                        </p:tav>
                                      </p:tavLst>
                                    </p:anim>
                                    <p:anim calcmode="lin" valueType="num">
                                      <p:cBhvr>
                                        <p:cTn id="9" dur="1000" fill="hold"/>
                                        <p:tgtEl>
                                          <p:spTgt spid="8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7"/>
                                        </p:tgtEl>
                                        <p:attrNameLst>
                                          <p:attrName>style.visibility</p:attrName>
                                        </p:attrNameLst>
                                      </p:cBhvr>
                                      <p:to>
                                        <p:strVal val="visible"/>
                                      </p:to>
                                    </p:set>
                                    <p:animEffect transition="in" filter="fade">
                                      <p:cBhvr>
                                        <p:cTn id="14" dur="1000"/>
                                        <p:tgtEl>
                                          <p:spTgt spid="87"/>
                                        </p:tgtEl>
                                      </p:cBhvr>
                                    </p:animEffect>
                                    <p:anim calcmode="lin" valueType="num">
                                      <p:cBhvr>
                                        <p:cTn id="15" dur="1000" fill="hold"/>
                                        <p:tgtEl>
                                          <p:spTgt spid="87"/>
                                        </p:tgtEl>
                                        <p:attrNameLst>
                                          <p:attrName>ppt_x</p:attrName>
                                        </p:attrNameLst>
                                      </p:cBhvr>
                                      <p:tavLst>
                                        <p:tav tm="0">
                                          <p:val>
                                            <p:strVal val="#ppt_x"/>
                                          </p:val>
                                        </p:tav>
                                        <p:tav tm="100000">
                                          <p:val>
                                            <p:strVal val="#ppt_x"/>
                                          </p:val>
                                        </p:tav>
                                      </p:tavLst>
                                    </p:anim>
                                    <p:anim calcmode="lin" valueType="num">
                                      <p:cBhvr>
                                        <p:cTn id="16" dur="1000" fill="hold"/>
                                        <p:tgtEl>
                                          <p:spTgt spid="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51" name="流程图: 接点 50">
            <a:extLst>
              <a:ext uri="{FF2B5EF4-FFF2-40B4-BE49-F238E27FC236}">
                <a16:creationId xmlns:a16="http://schemas.microsoft.com/office/drawing/2014/main" id="{C37316FA-308B-4B36-BE8E-B3D5CC56D8F4}"/>
              </a:ext>
            </a:extLst>
          </p:cNvPr>
          <p:cNvSpPr/>
          <p:nvPr/>
        </p:nvSpPr>
        <p:spPr>
          <a:xfrm flipV="1">
            <a:off x="3935086" y="2978411"/>
            <a:ext cx="271156" cy="26716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2" name="流程图: 接点 51">
            <a:extLst>
              <a:ext uri="{FF2B5EF4-FFF2-40B4-BE49-F238E27FC236}">
                <a16:creationId xmlns:a16="http://schemas.microsoft.com/office/drawing/2014/main" id="{F4EFCD2B-736E-4A36-8E9F-1C38BA5E05BF}"/>
              </a:ext>
            </a:extLst>
          </p:cNvPr>
          <p:cNvSpPr/>
          <p:nvPr/>
        </p:nvSpPr>
        <p:spPr>
          <a:xfrm flipV="1">
            <a:off x="3935086" y="4827023"/>
            <a:ext cx="271156" cy="26716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3" name="流程图: 接点 52">
            <a:extLst>
              <a:ext uri="{FF2B5EF4-FFF2-40B4-BE49-F238E27FC236}">
                <a16:creationId xmlns:a16="http://schemas.microsoft.com/office/drawing/2014/main" id="{809DE94C-5DF3-4990-A640-1AC84C01AB2D}"/>
              </a:ext>
            </a:extLst>
          </p:cNvPr>
          <p:cNvSpPr/>
          <p:nvPr/>
        </p:nvSpPr>
        <p:spPr>
          <a:xfrm flipV="1">
            <a:off x="3935086" y="1992396"/>
            <a:ext cx="271156" cy="267168"/>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4" name="矩形 53">
            <a:extLst>
              <a:ext uri="{FF2B5EF4-FFF2-40B4-BE49-F238E27FC236}">
                <a16:creationId xmlns:a16="http://schemas.microsoft.com/office/drawing/2014/main" id="{1AC00587-8D7F-4147-94A1-8D64DC9A79E6}"/>
              </a:ext>
            </a:extLst>
          </p:cNvPr>
          <p:cNvSpPr/>
          <p:nvPr/>
        </p:nvSpPr>
        <p:spPr>
          <a:xfrm>
            <a:off x="2075688" y="1929384"/>
            <a:ext cx="502920" cy="393192"/>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1" dirty="0"/>
              <a:t>x1</a:t>
            </a:r>
            <a:endParaRPr lang="zh-CN" altLang="en-US" sz="1351" dirty="0"/>
          </a:p>
        </p:txBody>
      </p:sp>
      <p:sp>
        <p:nvSpPr>
          <p:cNvPr id="55" name="矩形 54">
            <a:extLst>
              <a:ext uri="{FF2B5EF4-FFF2-40B4-BE49-F238E27FC236}">
                <a16:creationId xmlns:a16="http://schemas.microsoft.com/office/drawing/2014/main" id="{D13B47C5-5262-4BD7-88CD-8884A3515801}"/>
              </a:ext>
            </a:extLst>
          </p:cNvPr>
          <p:cNvSpPr/>
          <p:nvPr/>
        </p:nvSpPr>
        <p:spPr>
          <a:xfrm>
            <a:off x="2075688" y="2915399"/>
            <a:ext cx="502920" cy="393192"/>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1" dirty="0"/>
              <a:t>x2</a:t>
            </a:r>
            <a:endParaRPr lang="zh-CN" altLang="en-US" sz="1351" dirty="0"/>
          </a:p>
        </p:txBody>
      </p:sp>
      <p:sp>
        <p:nvSpPr>
          <p:cNvPr id="56" name="矩形 55">
            <a:extLst>
              <a:ext uri="{FF2B5EF4-FFF2-40B4-BE49-F238E27FC236}">
                <a16:creationId xmlns:a16="http://schemas.microsoft.com/office/drawing/2014/main" id="{8DF47ED4-AB44-4074-9B53-0885A3C7DA28}"/>
              </a:ext>
            </a:extLst>
          </p:cNvPr>
          <p:cNvSpPr/>
          <p:nvPr/>
        </p:nvSpPr>
        <p:spPr>
          <a:xfrm>
            <a:off x="2075688" y="4764011"/>
            <a:ext cx="502920" cy="393192"/>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1" dirty="0" err="1"/>
              <a:t>xN</a:t>
            </a:r>
            <a:endParaRPr lang="zh-CN" altLang="en-US" sz="1351" dirty="0"/>
          </a:p>
        </p:txBody>
      </p:sp>
      <p:cxnSp>
        <p:nvCxnSpPr>
          <p:cNvPr id="57" name="直接箭头连接符 56">
            <a:extLst>
              <a:ext uri="{FF2B5EF4-FFF2-40B4-BE49-F238E27FC236}">
                <a16:creationId xmlns:a16="http://schemas.microsoft.com/office/drawing/2014/main" id="{1ADC6425-9AE8-4E64-873E-1451B6C3B132}"/>
              </a:ext>
            </a:extLst>
          </p:cNvPr>
          <p:cNvCxnSpPr>
            <a:stCxn id="54" idx="3"/>
            <a:endCxn id="53" idx="2"/>
          </p:cNvCxnSpPr>
          <p:nvPr/>
        </p:nvCxnSpPr>
        <p:spPr>
          <a:xfrm>
            <a:off x="2578610" y="2125980"/>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直接箭头连接符 57">
            <a:extLst>
              <a:ext uri="{FF2B5EF4-FFF2-40B4-BE49-F238E27FC236}">
                <a16:creationId xmlns:a16="http://schemas.microsoft.com/office/drawing/2014/main" id="{E0C17784-D304-4F6F-B658-1E28EC4021BF}"/>
              </a:ext>
            </a:extLst>
          </p:cNvPr>
          <p:cNvCxnSpPr>
            <a:stCxn id="54" idx="3"/>
            <a:endCxn id="51" idx="2"/>
          </p:cNvCxnSpPr>
          <p:nvPr/>
        </p:nvCxnSpPr>
        <p:spPr>
          <a:xfrm>
            <a:off x="2578610" y="2125982"/>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9" name="直接箭头连接符 58">
            <a:extLst>
              <a:ext uri="{FF2B5EF4-FFF2-40B4-BE49-F238E27FC236}">
                <a16:creationId xmlns:a16="http://schemas.microsoft.com/office/drawing/2014/main" id="{23B82319-C19B-4A37-93E4-97E4DAA35E1D}"/>
              </a:ext>
            </a:extLst>
          </p:cNvPr>
          <p:cNvCxnSpPr>
            <a:cxnSpLocks/>
            <a:stCxn id="54" idx="3"/>
            <a:endCxn id="52" idx="2"/>
          </p:cNvCxnSpPr>
          <p:nvPr/>
        </p:nvCxnSpPr>
        <p:spPr>
          <a:xfrm>
            <a:off x="2578610" y="2125981"/>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0" name="直接箭头连接符 59">
            <a:extLst>
              <a:ext uri="{FF2B5EF4-FFF2-40B4-BE49-F238E27FC236}">
                <a16:creationId xmlns:a16="http://schemas.microsoft.com/office/drawing/2014/main" id="{274B41AB-FD46-441B-BC9B-C3D8F2930669}"/>
              </a:ext>
            </a:extLst>
          </p:cNvPr>
          <p:cNvCxnSpPr>
            <a:stCxn id="55" idx="3"/>
            <a:endCxn id="51" idx="2"/>
          </p:cNvCxnSpPr>
          <p:nvPr/>
        </p:nvCxnSpPr>
        <p:spPr>
          <a:xfrm>
            <a:off x="2578610" y="3111995"/>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1" name="直接箭头连接符 60">
            <a:extLst>
              <a:ext uri="{FF2B5EF4-FFF2-40B4-BE49-F238E27FC236}">
                <a16:creationId xmlns:a16="http://schemas.microsoft.com/office/drawing/2014/main" id="{62CAB9AC-C7D0-4A7F-BB97-478D4287A605}"/>
              </a:ext>
            </a:extLst>
          </p:cNvPr>
          <p:cNvCxnSpPr>
            <a:stCxn id="55" idx="3"/>
            <a:endCxn id="53" idx="2"/>
          </p:cNvCxnSpPr>
          <p:nvPr/>
        </p:nvCxnSpPr>
        <p:spPr>
          <a:xfrm flipV="1">
            <a:off x="2578610" y="2125982"/>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直接箭头连接符 61">
            <a:extLst>
              <a:ext uri="{FF2B5EF4-FFF2-40B4-BE49-F238E27FC236}">
                <a16:creationId xmlns:a16="http://schemas.microsoft.com/office/drawing/2014/main" id="{CE86C4D6-8E5D-4B27-849C-2C97A0A1E238}"/>
              </a:ext>
            </a:extLst>
          </p:cNvPr>
          <p:cNvCxnSpPr>
            <a:cxnSpLocks/>
            <a:stCxn id="55" idx="3"/>
            <a:endCxn id="52" idx="2"/>
          </p:cNvCxnSpPr>
          <p:nvPr/>
        </p:nvCxnSpPr>
        <p:spPr>
          <a:xfrm>
            <a:off x="2578610" y="3111995"/>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3" name="直接箭头连接符 62">
            <a:extLst>
              <a:ext uri="{FF2B5EF4-FFF2-40B4-BE49-F238E27FC236}">
                <a16:creationId xmlns:a16="http://schemas.microsoft.com/office/drawing/2014/main" id="{A95C27F0-EC1D-4968-8B93-9E2510C1E5F6}"/>
              </a:ext>
            </a:extLst>
          </p:cNvPr>
          <p:cNvCxnSpPr>
            <a:stCxn id="56" idx="3"/>
            <a:endCxn id="53" idx="2"/>
          </p:cNvCxnSpPr>
          <p:nvPr/>
        </p:nvCxnSpPr>
        <p:spPr>
          <a:xfrm flipV="1">
            <a:off x="2578610" y="2125981"/>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直接箭头连接符 63">
            <a:extLst>
              <a:ext uri="{FF2B5EF4-FFF2-40B4-BE49-F238E27FC236}">
                <a16:creationId xmlns:a16="http://schemas.microsoft.com/office/drawing/2014/main" id="{FFC0C253-1A7C-4ED0-A3FC-42BF18D2A887}"/>
              </a:ext>
            </a:extLst>
          </p:cNvPr>
          <p:cNvCxnSpPr>
            <a:stCxn id="56" idx="3"/>
            <a:endCxn id="51" idx="2"/>
          </p:cNvCxnSpPr>
          <p:nvPr/>
        </p:nvCxnSpPr>
        <p:spPr>
          <a:xfrm flipV="1">
            <a:off x="2578610" y="3111995"/>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5" name="直接箭头连接符 64">
            <a:extLst>
              <a:ext uri="{FF2B5EF4-FFF2-40B4-BE49-F238E27FC236}">
                <a16:creationId xmlns:a16="http://schemas.microsoft.com/office/drawing/2014/main" id="{9B45FCF7-E858-435F-9608-F01105BA2435}"/>
              </a:ext>
            </a:extLst>
          </p:cNvPr>
          <p:cNvCxnSpPr>
            <a:stCxn id="56" idx="3"/>
            <a:endCxn id="52" idx="2"/>
          </p:cNvCxnSpPr>
          <p:nvPr/>
        </p:nvCxnSpPr>
        <p:spPr>
          <a:xfrm>
            <a:off x="2578610" y="4960607"/>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文本框 65">
            <a:extLst>
              <a:ext uri="{FF2B5EF4-FFF2-40B4-BE49-F238E27FC236}">
                <a16:creationId xmlns:a16="http://schemas.microsoft.com/office/drawing/2014/main" id="{75845AC1-B19E-4171-8A5E-E87C49F94FFF}"/>
              </a:ext>
            </a:extLst>
          </p:cNvPr>
          <p:cNvSpPr txBox="1"/>
          <p:nvPr/>
        </p:nvSpPr>
        <p:spPr>
          <a:xfrm>
            <a:off x="2165886" y="3901412"/>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7" name="文本框 66">
            <a:extLst>
              <a:ext uri="{FF2B5EF4-FFF2-40B4-BE49-F238E27FC236}">
                <a16:creationId xmlns:a16="http://schemas.microsoft.com/office/drawing/2014/main" id="{19C7DFE9-E834-436B-9EEE-A71178B95F2D}"/>
              </a:ext>
            </a:extLst>
          </p:cNvPr>
          <p:cNvSpPr txBox="1"/>
          <p:nvPr/>
        </p:nvSpPr>
        <p:spPr>
          <a:xfrm>
            <a:off x="3909400" y="391764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8" name="流程图: 接点 67">
            <a:extLst>
              <a:ext uri="{FF2B5EF4-FFF2-40B4-BE49-F238E27FC236}">
                <a16:creationId xmlns:a16="http://schemas.microsoft.com/office/drawing/2014/main" id="{A9626400-660B-4A36-AFE7-5A4C6F9CFDBB}"/>
              </a:ext>
            </a:extLst>
          </p:cNvPr>
          <p:cNvSpPr/>
          <p:nvPr/>
        </p:nvSpPr>
        <p:spPr>
          <a:xfrm flipV="1">
            <a:off x="5562718" y="2978411"/>
            <a:ext cx="271156" cy="26716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69" name="流程图: 接点 68">
            <a:extLst>
              <a:ext uri="{FF2B5EF4-FFF2-40B4-BE49-F238E27FC236}">
                <a16:creationId xmlns:a16="http://schemas.microsoft.com/office/drawing/2014/main" id="{6E0840BD-BB3C-4083-8787-6C2709AEC759}"/>
              </a:ext>
            </a:extLst>
          </p:cNvPr>
          <p:cNvSpPr/>
          <p:nvPr/>
        </p:nvSpPr>
        <p:spPr>
          <a:xfrm flipV="1">
            <a:off x="5562718" y="4827023"/>
            <a:ext cx="271156" cy="26716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0" name="流程图: 接点 69">
            <a:extLst>
              <a:ext uri="{FF2B5EF4-FFF2-40B4-BE49-F238E27FC236}">
                <a16:creationId xmlns:a16="http://schemas.microsoft.com/office/drawing/2014/main" id="{D819F4C5-D20F-4BCA-A0BB-A8C37AEA9D69}"/>
              </a:ext>
            </a:extLst>
          </p:cNvPr>
          <p:cNvSpPr/>
          <p:nvPr/>
        </p:nvSpPr>
        <p:spPr>
          <a:xfrm flipV="1">
            <a:off x="5562718" y="1992396"/>
            <a:ext cx="271156" cy="267168"/>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71" name="直接箭头连接符 70">
            <a:extLst>
              <a:ext uri="{FF2B5EF4-FFF2-40B4-BE49-F238E27FC236}">
                <a16:creationId xmlns:a16="http://schemas.microsoft.com/office/drawing/2014/main" id="{0296919A-7B55-4837-8D0E-B872F9FC9F03}"/>
              </a:ext>
            </a:extLst>
          </p:cNvPr>
          <p:cNvCxnSpPr>
            <a:endCxn id="70" idx="2"/>
          </p:cNvCxnSpPr>
          <p:nvPr/>
        </p:nvCxnSpPr>
        <p:spPr>
          <a:xfrm>
            <a:off x="4206242" y="2125980"/>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2" name="直接箭头连接符 71">
            <a:extLst>
              <a:ext uri="{FF2B5EF4-FFF2-40B4-BE49-F238E27FC236}">
                <a16:creationId xmlns:a16="http://schemas.microsoft.com/office/drawing/2014/main" id="{236CE974-4008-47FF-8117-FD5EB363774A}"/>
              </a:ext>
            </a:extLst>
          </p:cNvPr>
          <p:cNvCxnSpPr>
            <a:endCxn id="68" idx="2"/>
          </p:cNvCxnSpPr>
          <p:nvPr/>
        </p:nvCxnSpPr>
        <p:spPr>
          <a:xfrm>
            <a:off x="4206242" y="2125982"/>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3" name="直接箭头连接符 72">
            <a:extLst>
              <a:ext uri="{FF2B5EF4-FFF2-40B4-BE49-F238E27FC236}">
                <a16:creationId xmlns:a16="http://schemas.microsoft.com/office/drawing/2014/main" id="{8F00C6DE-3276-4A34-92B2-22E6BDF7BE9B}"/>
              </a:ext>
            </a:extLst>
          </p:cNvPr>
          <p:cNvCxnSpPr>
            <a:cxnSpLocks/>
            <a:endCxn id="69" idx="2"/>
          </p:cNvCxnSpPr>
          <p:nvPr/>
        </p:nvCxnSpPr>
        <p:spPr>
          <a:xfrm>
            <a:off x="4206242" y="2125981"/>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1" name="直接箭头连接符 110">
            <a:extLst>
              <a:ext uri="{FF2B5EF4-FFF2-40B4-BE49-F238E27FC236}">
                <a16:creationId xmlns:a16="http://schemas.microsoft.com/office/drawing/2014/main" id="{1848C861-6929-4A6C-B68F-A3B040CF6ECB}"/>
              </a:ext>
            </a:extLst>
          </p:cNvPr>
          <p:cNvCxnSpPr>
            <a:endCxn id="68" idx="2"/>
          </p:cNvCxnSpPr>
          <p:nvPr/>
        </p:nvCxnSpPr>
        <p:spPr>
          <a:xfrm>
            <a:off x="4206242" y="3111995"/>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2" name="直接箭头连接符 111">
            <a:extLst>
              <a:ext uri="{FF2B5EF4-FFF2-40B4-BE49-F238E27FC236}">
                <a16:creationId xmlns:a16="http://schemas.microsoft.com/office/drawing/2014/main" id="{6E094965-3F98-4DC0-854F-80E7FB8CB805}"/>
              </a:ext>
            </a:extLst>
          </p:cNvPr>
          <p:cNvCxnSpPr>
            <a:endCxn id="70" idx="2"/>
          </p:cNvCxnSpPr>
          <p:nvPr/>
        </p:nvCxnSpPr>
        <p:spPr>
          <a:xfrm flipV="1">
            <a:off x="4206242" y="2125982"/>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3" name="直接箭头连接符 112">
            <a:extLst>
              <a:ext uri="{FF2B5EF4-FFF2-40B4-BE49-F238E27FC236}">
                <a16:creationId xmlns:a16="http://schemas.microsoft.com/office/drawing/2014/main" id="{1BD07940-D9E7-4817-A47F-19A2D6949F2F}"/>
              </a:ext>
            </a:extLst>
          </p:cNvPr>
          <p:cNvCxnSpPr>
            <a:cxnSpLocks/>
            <a:endCxn id="69" idx="2"/>
          </p:cNvCxnSpPr>
          <p:nvPr/>
        </p:nvCxnSpPr>
        <p:spPr>
          <a:xfrm>
            <a:off x="4206242" y="3111995"/>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4" name="直接箭头连接符 113">
            <a:extLst>
              <a:ext uri="{FF2B5EF4-FFF2-40B4-BE49-F238E27FC236}">
                <a16:creationId xmlns:a16="http://schemas.microsoft.com/office/drawing/2014/main" id="{7BD4F61F-7F87-4FC6-86BB-D72B145A3D12}"/>
              </a:ext>
            </a:extLst>
          </p:cNvPr>
          <p:cNvCxnSpPr>
            <a:endCxn id="70" idx="2"/>
          </p:cNvCxnSpPr>
          <p:nvPr/>
        </p:nvCxnSpPr>
        <p:spPr>
          <a:xfrm flipV="1">
            <a:off x="4206242" y="2125981"/>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5" name="直接箭头连接符 114">
            <a:extLst>
              <a:ext uri="{FF2B5EF4-FFF2-40B4-BE49-F238E27FC236}">
                <a16:creationId xmlns:a16="http://schemas.microsoft.com/office/drawing/2014/main" id="{F004AD08-A23D-4573-BA2A-73BE5EF7C1F0}"/>
              </a:ext>
            </a:extLst>
          </p:cNvPr>
          <p:cNvCxnSpPr>
            <a:endCxn id="68" idx="2"/>
          </p:cNvCxnSpPr>
          <p:nvPr/>
        </p:nvCxnSpPr>
        <p:spPr>
          <a:xfrm flipV="1">
            <a:off x="4206242" y="3111995"/>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6" name="直接箭头连接符 115">
            <a:extLst>
              <a:ext uri="{FF2B5EF4-FFF2-40B4-BE49-F238E27FC236}">
                <a16:creationId xmlns:a16="http://schemas.microsoft.com/office/drawing/2014/main" id="{2559FEFD-7125-4755-8A73-CAC43C2B6BC3}"/>
              </a:ext>
            </a:extLst>
          </p:cNvPr>
          <p:cNvCxnSpPr>
            <a:endCxn id="69" idx="2"/>
          </p:cNvCxnSpPr>
          <p:nvPr/>
        </p:nvCxnSpPr>
        <p:spPr>
          <a:xfrm>
            <a:off x="4206242" y="4960607"/>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7" name="文本框 116">
            <a:extLst>
              <a:ext uri="{FF2B5EF4-FFF2-40B4-BE49-F238E27FC236}">
                <a16:creationId xmlns:a16="http://schemas.microsoft.com/office/drawing/2014/main" id="{E4905201-E411-49AE-B896-ADCDDEBCFDE9}"/>
              </a:ext>
            </a:extLst>
          </p:cNvPr>
          <p:cNvSpPr txBox="1"/>
          <p:nvPr/>
        </p:nvSpPr>
        <p:spPr>
          <a:xfrm>
            <a:off x="5537032" y="391764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8" name="流程图: 接点 117">
            <a:extLst>
              <a:ext uri="{FF2B5EF4-FFF2-40B4-BE49-F238E27FC236}">
                <a16:creationId xmlns:a16="http://schemas.microsoft.com/office/drawing/2014/main" id="{6694EC46-7044-4BAD-A82C-514D7382234D}"/>
              </a:ext>
            </a:extLst>
          </p:cNvPr>
          <p:cNvSpPr/>
          <p:nvPr/>
        </p:nvSpPr>
        <p:spPr>
          <a:xfrm flipV="1">
            <a:off x="8068174" y="2968736"/>
            <a:ext cx="271156" cy="26716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19" name="流程图: 接点 118">
            <a:extLst>
              <a:ext uri="{FF2B5EF4-FFF2-40B4-BE49-F238E27FC236}">
                <a16:creationId xmlns:a16="http://schemas.microsoft.com/office/drawing/2014/main" id="{36981FD6-D381-4873-93DD-8A9734CC39E9}"/>
              </a:ext>
            </a:extLst>
          </p:cNvPr>
          <p:cNvSpPr/>
          <p:nvPr/>
        </p:nvSpPr>
        <p:spPr>
          <a:xfrm flipV="1">
            <a:off x="8068174" y="4817348"/>
            <a:ext cx="271156" cy="26716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20" name="流程图: 接点 119">
            <a:extLst>
              <a:ext uri="{FF2B5EF4-FFF2-40B4-BE49-F238E27FC236}">
                <a16:creationId xmlns:a16="http://schemas.microsoft.com/office/drawing/2014/main" id="{40DEB670-3BF0-4E86-9D43-8F8B316E47B9}"/>
              </a:ext>
            </a:extLst>
          </p:cNvPr>
          <p:cNvSpPr/>
          <p:nvPr/>
        </p:nvSpPr>
        <p:spPr>
          <a:xfrm flipV="1">
            <a:off x="8068174" y="1982723"/>
            <a:ext cx="271156" cy="267168"/>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121" name="直接箭头连接符 120">
            <a:extLst>
              <a:ext uri="{FF2B5EF4-FFF2-40B4-BE49-F238E27FC236}">
                <a16:creationId xmlns:a16="http://schemas.microsoft.com/office/drawing/2014/main" id="{6BDEAA6C-177B-4645-8010-E62A905505D5}"/>
              </a:ext>
            </a:extLst>
          </p:cNvPr>
          <p:cNvCxnSpPr>
            <a:endCxn id="120" idx="2"/>
          </p:cNvCxnSpPr>
          <p:nvPr/>
        </p:nvCxnSpPr>
        <p:spPr>
          <a:xfrm>
            <a:off x="6711698" y="2116307"/>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2" name="直接箭头连接符 121">
            <a:extLst>
              <a:ext uri="{FF2B5EF4-FFF2-40B4-BE49-F238E27FC236}">
                <a16:creationId xmlns:a16="http://schemas.microsoft.com/office/drawing/2014/main" id="{BF4A55AD-E0A6-4319-98BD-8BDB3636F550}"/>
              </a:ext>
            </a:extLst>
          </p:cNvPr>
          <p:cNvCxnSpPr>
            <a:endCxn id="118" idx="2"/>
          </p:cNvCxnSpPr>
          <p:nvPr/>
        </p:nvCxnSpPr>
        <p:spPr>
          <a:xfrm>
            <a:off x="6711698" y="2116307"/>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3" name="直接箭头连接符 122">
            <a:extLst>
              <a:ext uri="{FF2B5EF4-FFF2-40B4-BE49-F238E27FC236}">
                <a16:creationId xmlns:a16="http://schemas.microsoft.com/office/drawing/2014/main" id="{2B53896B-0F17-4E74-9248-892709FC4AB1}"/>
              </a:ext>
            </a:extLst>
          </p:cNvPr>
          <p:cNvCxnSpPr>
            <a:cxnSpLocks/>
            <a:endCxn id="119" idx="2"/>
          </p:cNvCxnSpPr>
          <p:nvPr/>
        </p:nvCxnSpPr>
        <p:spPr>
          <a:xfrm>
            <a:off x="6711698" y="2116305"/>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4" name="直接箭头连接符 123">
            <a:extLst>
              <a:ext uri="{FF2B5EF4-FFF2-40B4-BE49-F238E27FC236}">
                <a16:creationId xmlns:a16="http://schemas.microsoft.com/office/drawing/2014/main" id="{5C238391-BAA8-4375-9198-E77774102E6B}"/>
              </a:ext>
            </a:extLst>
          </p:cNvPr>
          <p:cNvCxnSpPr>
            <a:endCxn id="118" idx="2"/>
          </p:cNvCxnSpPr>
          <p:nvPr/>
        </p:nvCxnSpPr>
        <p:spPr>
          <a:xfrm>
            <a:off x="6711698" y="3102320"/>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5" name="直接箭头连接符 124">
            <a:extLst>
              <a:ext uri="{FF2B5EF4-FFF2-40B4-BE49-F238E27FC236}">
                <a16:creationId xmlns:a16="http://schemas.microsoft.com/office/drawing/2014/main" id="{85F5F206-6E0D-4E82-A6C4-B3A4564CFD7C}"/>
              </a:ext>
            </a:extLst>
          </p:cNvPr>
          <p:cNvCxnSpPr>
            <a:endCxn id="120" idx="2"/>
          </p:cNvCxnSpPr>
          <p:nvPr/>
        </p:nvCxnSpPr>
        <p:spPr>
          <a:xfrm flipV="1">
            <a:off x="6711698" y="2116307"/>
            <a:ext cx="1356476" cy="986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6" name="直接箭头连接符 125">
            <a:extLst>
              <a:ext uri="{FF2B5EF4-FFF2-40B4-BE49-F238E27FC236}">
                <a16:creationId xmlns:a16="http://schemas.microsoft.com/office/drawing/2014/main" id="{D47C69AE-0AA3-4334-99C0-D170E6CFBFF6}"/>
              </a:ext>
            </a:extLst>
          </p:cNvPr>
          <p:cNvCxnSpPr>
            <a:cxnSpLocks/>
            <a:endCxn id="119" idx="2"/>
          </p:cNvCxnSpPr>
          <p:nvPr/>
        </p:nvCxnSpPr>
        <p:spPr>
          <a:xfrm>
            <a:off x="6711698" y="3102322"/>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7" name="直接箭头连接符 126">
            <a:extLst>
              <a:ext uri="{FF2B5EF4-FFF2-40B4-BE49-F238E27FC236}">
                <a16:creationId xmlns:a16="http://schemas.microsoft.com/office/drawing/2014/main" id="{39AB8E7D-C706-4F40-A1AA-CA765E410A7D}"/>
              </a:ext>
            </a:extLst>
          </p:cNvPr>
          <p:cNvCxnSpPr>
            <a:endCxn id="120" idx="2"/>
          </p:cNvCxnSpPr>
          <p:nvPr/>
        </p:nvCxnSpPr>
        <p:spPr>
          <a:xfrm flipV="1">
            <a:off x="6711698" y="2116305"/>
            <a:ext cx="1356476" cy="28346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8" name="直接箭头连接符 127">
            <a:extLst>
              <a:ext uri="{FF2B5EF4-FFF2-40B4-BE49-F238E27FC236}">
                <a16:creationId xmlns:a16="http://schemas.microsoft.com/office/drawing/2014/main" id="{2BE12924-B43B-4374-9E05-531A8EE78FDB}"/>
              </a:ext>
            </a:extLst>
          </p:cNvPr>
          <p:cNvCxnSpPr>
            <a:endCxn id="118" idx="2"/>
          </p:cNvCxnSpPr>
          <p:nvPr/>
        </p:nvCxnSpPr>
        <p:spPr>
          <a:xfrm flipV="1">
            <a:off x="6711698" y="3102322"/>
            <a:ext cx="1356476" cy="184861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9" name="直接箭头连接符 128">
            <a:extLst>
              <a:ext uri="{FF2B5EF4-FFF2-40B4-BE49-F238E27FC236}">
                <a16:creationId xmlns:a16="http://schemas.microsoft.com/office/drawing/2014/main" id="{E9CD5705-83BD-4E51-A13F-439C9B1142D7}"/>
              </a:ext>
            </a:extLst>
          </p:cNvPr>
          <p:cNvCxnSpPr>
            <a:endCxn id="119" idx="2"/>
          </p:cNvCxnSpPr>
          <p:nvPr/>
        </p:nvCxnSpPr>
        <p:spPr>
          <a:xfrm>
            <a:off x="6711698" y="4950932"/>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0" name="文本框 129">
            <a:extLst>
              <a:ext uri="{FF2B5EF4-FFF2-40B4-BE49-F238E27FC236}">
                <a16:creationId xmlns:a16="http://schemas.microsoft.com/office/drawing/2014/main" id="{4849DEC6-35FB-41CB-A814-F83522BE6C4C}"/>
              </a:ext>
            </a:extLst>
          </p:cNvPr>
          <p:cNvSpPr txBox="1"/>
          <p:nvPr/>
        </p:nvSpPr>
        <p:spPr>
          <a:xfrm>
            <a:off x="8042488" y="3907976"/>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1" name="文本框 130">
            <a:extLst>
              <a:ext uri="{FF2B5EF4-FFF2-40B4-BE49-F238E27FC236}">
                <a16:creationId xmlns:a16="http://schemas.microsoft.com/office/drawing/2014/main" id="{A8244DC8-38E8-4DB9-B513-BDE26C21EE84}"/>
              </a:ext>
            </a:extLst>
          </p:cNvPr>
          <p:cNvSpPr txBox="1"/>
          <p:nvPr/>
        </p:nvSpPr>
        <p:spPr>
          <a:xfrm>
            <a:off x="6061202" y="192938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2" name="文本框 131">
            <a:extLst>
              <a:ext uri="{FF2B5EF4-FFF2-40B4-BE49-F238E27FC236}">
                <a16:creationId xmlns:a16="http://schemas.microsoft.com/office/drawing/2014/main" id="{23BD1C71-17EF-4117-9C95-139CFE391297}"/>
              </a:ext>
            </a:extLst>
          </p:cNvPr>
          <p:cNvSpPr txBox="1"/>
          <p:nvPr/>
        </p:nvSpPr>
        <p:spPr>
          <a:xfrm>
            <a:off x="6058920" y="291266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3" name="文本框 132">
            <a:extLst>
              <a:ext uri="{FF2B5EF4-FFF2-40B4-BE49-F238E27FC236}">
                <a16:creationId xmlns:a16="http://schemas.microsoft.com/office/drawing/2014/main" id="{F00AA673-61B1-4AD6-A8CE-09F93BB4D81D}"/>
              </a:ext>
            </a:extLst>
          </p:cNvPr>
          <p:cNvSpPr txBox="1"/>
          <p:nvPr/>
        </p:nvSpPr>
        <p:spPr>
          <a:xfrm>
            <a:off x="6058920" y="3893452"/>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4" name="文本框 133">
            <a:extLst>
              <a:ext uri="{FF2B5EF4-FFF2-40B4-BE49-F238E27FC236}">
                <a16:creationId xmlns:a16="http://schemas.microsoft.com/office/drawing/2014/main" id="{3D0C3296-C9E7-423F-A0C7-94B16ECFD005}"/>
              </a:ext>
            </a:extLst>
          </p:cNvPr>
          <p:cNvSpPr txBox="1"/>
          <p:nvPr/>
        </p:nvSpPr>
        <p:spPr>
          <a:xfrm>
            <a:off x="6062084" y="4689572"/>
            <a:ext cx="288862" cy="300210"/>
          </a:xfrm>
          <a:prstGeom prst="rect">
            <a:avLst/>
          </a:prstGeom>
          <a:noFill/>
        </p:spPr>
        <p:txBody>
          <a:bodyPr wrap="none" rtlCol="0">
            <a:spAutoFit/>
          </a:bodyPr>
          <a:lstStyle/>
          <a:p>
            <a:r>
              <a:rPr lang="en-US" altLang="zh-CN" sz="1351" dirty="0"/>
              <a:t>…</a:t>
            </a:r>
            <a:endParaRPr lang="zh-CN" altLang="en-US" sz="1351" dirty="0"/>
          </a:p>
        </p:txBody>
      </p:sp>
      <p:cxnSp>
        <p:nvCxnSpPr>
          <p:cNvPr id="135" name="直接箭头连接符 134">
            <a:extLst>
              <a:ext uri="{FF2B5EF4-FFF2-40B4-BE49-F238E27FC236}">
                <a16:creationId xmlns:a16="http://schemas.microsoft.com/office/drawing/2014/main" id="{CC705F68-3664-4D1A-BC68-8B59A3F298A9}"/>
              </a:ext>
            </a:extLst>
          </p:cNvPr>
          <p:cNvCxnSpPr/>
          <p:nvPr/>
        </p:nvCxnSpPr>
        <p:spPr>
          <a:xfrm>
            <a:off x="8339330" y="2125980"/>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6" name="直接箭头连接符 135">
            <a:extLst>
              <a:ext uri="{FF2B5EF4-FFF2-40B4-BE49-F238E27FC236}">
                <a16:creationId xmlns:a16="http://schemas.microsoft.com/office/drawing/2014/main" id="{0CFC013C-67B1-41FF-931D-FD3CB62865F8}"/>
              </a:ext>
            </a:extLst>
          </p:cNvPr>
          <p:cNvCxnSpPr/>
          <p:nvPr/>
        </p:nvCxnSpPr>
        <p:spPr>
          <a:xfrm>
            <a:off x="8337863" y="3113519"/>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7" name="直接箭头连接符 136">
            <a:extLst>
              <a:ext uri="{FF2B5EF4-FFF2-40B4-BE49-F238E27FC236}">
                <a16:creationId xmlns:a16="http://schemas.microsoft.com/office/drawing/2014/main" id="{9A95C176-47B4-4B08-9AD6-EDDB3E2BBF17}"/>
              </a:ext>
            </a:extLst>
          </p:cNvPr>
          <p:cNvCxnSpPr/>
          <p:nvPr/>
        </p:nvCxnSpPr>
        <p:spPr>
          <a:xfrm>
            <a:off x="8337863" y="4943828"/>
            <a:ext cx="13564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8" name="文本框 137">
            <a:extLst>
              <a:ext uri="{FF2B5EF4-FFF2-40B4-BE49-F238E27FC236}">
                <a16:creationId xmlns:a16="http://schemas.microsoft.com/office/drawing/2014/main" id="{3387B9AA-1C8B-4E37-AC6D-D7C6DB0896AF}"/>
              </a:ext>
            </a:extLst>
          </p:cNvPr>
          <p:cNvSpPr txBox="1"/>
          <p:nvPr/>
        </p:nvSpPr>
        <p:spPr>
          <a:xfrm>
            <a:off x="9636129" y="1936016"/>
            <a:ext cx="393056" cy="300210"/>
          </a:xfrm>
          <a:prstGeom prst="rect">
            <a:avLst/>
          </a:prstGeom>
          <a:noFill/>
        </p:spPr>
        <p:txBody>
          <a:bodyPr wrap="none" rtlCol="0">
            <a:spAutoFit/>
          </a:bodyPr>
          <a:lstStyle/>
          <a:p>
            <a:r>
              <a:rPr lang="en-US" altLang="zh-CN" sz="1351" dirty="0"/>
              <a:t>z1</a:t>
            </a:r>
            <a:endParaRPr lang="zh-CN" altLang="en-US" sz="1351" dirty="0"/>
          </a:p>
        </p:txBody>
      </p:sp>
      <p:sp>
        <p:nvSpPr>
          <p:cNvPr id="139" name="文本框 138">
            <a:extLst>
              <a:ext uri="{FF2B5EF4-FFF2-40B4-BE49-F238E27FC236}">
                <a16:creationId xmlns:a16="http://schemas.microsoft.com/office/drawing/2014/main" id="{477FB120-A6FF-4A7A-A93E-D5488ABFD136}"/>
              </a:ext>
            </a:extLst>
          </p:cNvPr>
          <p:cNvSpPr txBox="1"/>
          <p:nvPr/>
        </p:nvSpPr>
        <p:spPr>
          <a:xfrm>
            <a:off x="9636129" y="2875448"/>
            <a:ext cx="393056" cy="300210"/>
          </a:xfrm>
          <a:prstGeom prst="rect">
            <a:avLst/>
          </a:prstGeom>
          <a:noFill/>
        </p:spPr>
        <p:txBody>
          <a:bodyPr wrap="none" rtlCol="0">
            <a:spAutoFit/>
          </a:bodyPr>
          <a:lstStyle/>
          <a:p>
            <a:r>
              <a:rPr lang="en-US" altLang="zh-CN" sz="1351" dirty="0"/>
              <a:t>z2</a:t>
            </a:r>
            <a:endParaRPr lang="zh-CN" altLang="en-US" sz="1351" dirty="0"/>
          </a:p>
        </p:txBody>
      </p:sp>
      <p:sp>
        <p:nvSpPr>
          <p:cNvPr id="140" name="文本框 139">
            <a:extLst>
              <a:ext uri="{FF2B5EF4-FFF2-40B4-BE49-F238E27FC236}">
                <a16:creationId xmlns:a16="http://schemas.microsoft.com/office/drawing/2014/main" id="{8C0C8B82-EF9C-40CB-BF71-F4E2DB5EBA88}"/>
              </a:ext>
            </a:extLst>
          </p:cNvPr>
          <p:cNvSpPr txBox="1"/>
          <p:nvPr/>
        </p:nvSpPr>
        <p:spPr>
          <a:xfrm>
            <a:off x="9636129" y="4724860"/>
            <a:ext cx="393056" cy="300210"/>
          </a:xfrm>
          <a:prstGeom prst="rect">
            <a:avLst/>
          </a:prstGeom>
          <a:noFill/>
        </p:spPr>
        <p:txBody>
          <a:bodyPr wrap="none" rtlCol="0">
            <a:spAutoFit/>
          </a:bodyPr>
          <a:lstStyle/>
          <a:p>
            <a:r>
              <a:rPr lang="en-US" altLang="zh-CN" sz="1351" dirty="0" err="1"/>
              <a:t>zM</a:t>
            </a:r>
            <a:endParaRPr lang="zh-CN" altLang="en-US" sz="1351" dirty="0"/>
          </a:p>
        </p:txBody>
      </p:sp>
      <p:sp>
        <p:nvSpPr>
          <p:cNvPr id="141" name="文本框 140">
            <a:extLst>
              <a:ext uri="{FF2B5EF4-FFF2-40B4-BE49-F238E27FC236}">
                <a16:creationId xmlns:a16="http://schemas.microsoft.com/office/drawing/2014/main" id="{237AA5AD-4F65-4226-B651-21B7B845403E}"/>
              </a:ext>
            </a:extLst>
          </p:cNvPr>
          <p:cNvSpPr txBox="1"/>
          <p:nvPr/>
        </p:nvSpPr>
        <p:spPr>
          <a:xfrm>
            <a:off x="2003983" y="5564592"/>
            <a:ext cx="530915" cy="300210"/>
          </a:xfrm>
          <a:prstGeom prst="rect">
            <a:avLst/>
          </a:prstGeom>
          <a:noFill/>
        </p:spPr>
        <p:txBody>
          <a:bodyPr wrap="none" rtlCol="0">
            <a:spAutoFit/>
          </a:bodyPr>
          <a:lstStyle/>
          <a:p>
            <a:r>
              <a:rPr lang="zh-CN" altLang="en-US" sz="1351" dirty="0"/>
              <a:t>输入</a:t>
            </a:r>
          </a:p>
        </p:txBody>
      </p:sp>
      <p:sp>
        <p:nvSpPr>
          <p:cNvPr id="142" name="文本框 141">
            <a:extLst>
              <a:ext uri="{FF2B5EF4-FFF2-40B4-BE49-F238E27FC236}">
                <a16:creationId xmlns:a16="http://schemas.microsoft.com/office/drawing/2014/main" id="{9A02935A-6660-40F8-B84B-63E32CB70585}"/>
              </a:ext>
            </a:extLst>
          </p:cNvPr>
          <p:cNvSpPr txBox="1"/>
          <p:nvPr/>
        </p:nvSpPr>
        <p:spPr>
          <a:xfrm>
            <a:off x="9543155" y="5564592"/>
            <a:ext cx="530915" cy="300210"/>
          </a:xfrm>
          <a:prstGeom prst="rect">
            <a:avLst/>
          </a:prstGeom>
          <a:noFill/>
        </p:spPr>
        <p:txBody>
          <a:bodyPr wrap="none" rtlCol="0">
            <a:spAutoFit/>
          </a:bodyPr>
          <a:lstStyle/>
          <a:p>
            <a:r>
              <a:rPr lang="zh-CN" altLang="en-US" sz="1351" dirty="0"/>
              <a:t>输出</a:t>
            </a:r>
          </a:p>
        </p:txBody>
      </p:sp>
      <p:sp>
        <p:nvSpPr>
          <p:cNvPr id="143" name="文本框 142">
            <a:extLst>
              <a:ext uri="{FF2B5EF4-FFF2-40B4-BE49-F238E27FC236}">
                <a16:creationId xmlns:a16="http://schemas.microsoft.com/office/drawing/2014/main" id="{5B29F4E1-4BD4-449B-95DB-FF50562D48DA}"/>
              </a:ext>
            </a:extLst>
          </p:cNvPr>
          <p:cNvSpPr txBox="1"/>
          <p:nvPr/>
        </p:nvSpPr>
        <p:spPr>
          <a:xfrm>
            <a:off x="5192389" y="1636108"/>
            <a:ext cx="809837" cy="300210"/>
          </a:xfrm>
          <a:prstGeom prst="rect">
            <a:avLst/>
          </a:prstGeom>
          <a:noFill/>
        </p:spPr>
        <p:txBody>
          <a:bodyPr wrap="none" rtlCol="0">
            <a:spAutoFit/>
          </a:bodyPr>
          <a:lstStyle/>
          <a:p>
            <a:r>
              <a:rPr lang="en-US" altLang="zh-CN" sz="1351" dirty="0"/>
              <a:t>Layer2</a:t>
            </a:r>
            <a:endParaRPr lang="zh-CN" altLang="en-US" sz="1351" dirty="0"/>
          </a:p>
        </p:txBody>
      </p:sp>
      <p:sp>
        <p:nvSpPr>
          <p:cNvPr id="144" name="文本框 143">
            <a:extLst>
              <a:ext uri="{FF2B5EF4-FFF2-40B4-BE49-F238E27FC236}">
                <a16:creationId xmlns:a16="http://schemas.microsoft.com/office/drawing/2014/main" id="{EC1CF348-0147-4020-88AD-8D65D9D6FA9D}"/>
              </a:ext>
            </a:extLst>
          </p:cNvPr>
          <p:cNvSpPr txBox="1"/>
          <p:nvPr/>
        </p:nvSpPr>
        <p:spPr>
          <a:xfrm>
            <a:off x="3717157" y="1636108"/>
            <a:ext cx="809837" cy="300210"/>
          </a:xfrm>
          <a:prstGeom prst="rect">
            <a:avLst/>
          </a:prstGeom>
          <a:noFill/>
        </p:spPr>
        <p:txBody>
          <a:bodyPr wrap="none" rtlCol="0">
            <a:spAutoFit/>
          </a:bodyPr>
          <a:lstStyle/>
          <a:p>
            <a:r>
              <a:rPr lang="en-US" altLang="zh-CN" sz="1351" dirty="0"/>
              <a:t>Layer1</a:t>
            </a:r>
            <a:endParaRPr lang="zh-CN" altLang="en-US" sz="1351" dirty="0"/>
          </a:p>
        </p:txBody>
      </p:sp>
      <p:sp>
        <p:nvSpPr>
          <p:cNvPr id="145" name="文本框 144">
            <a:extLst>
              <a:ext uri="{FF2B5EF4-FFF2-40B4-BE49-F238E27FC236}">
                <a16:creationId xmlns:a16="http://schemas.microsoft.com/office/drawing/2014/main" id="{DD562243-8EEF-4194-87F7-B989BD8AA4BA}"/>
              </a:ext>
            </a:extLst>
          </p:cNvPr>
          <p:cNvSpPr txBox="1"/>
          <p:nvPr/>
        </p:nvSpPr>
        <p:spPr>
          <a:xfrm>
            <a:off x="7697845" y="1636108"/>
            <a:ext cx="809837" cy="300210"/>
          </a:xfrm>
          <a:prstGeom prst="rect">
            <a:avLst/>
          </a:prstGeom>
          <a:noFill/>
        </p:spPr>
        <p:txBody>
          <a:bodyPr wrap="none" rtlCol="0">
            <a:spAutoFit/>
          </a:bodyPr>
          <a:lstStyle/>
          <a:p>
            <a:r>
              <a:rPr lang="en-US" altLang="zh-CN" sz="1351" dirty="0" err="1"/>
              <a:t>LayerK</a:t>
            </a:r>
            <a:endParaRPr lang="zh-CN" altLang="en-US" sz="1351" dirty="0"/>
          </a:p>
        </p:txBody>
      </p:sp>
      <p:sp>
        <p:nvSpPr>
          <p:cNvPr id="146" name="左大括号 145">
            <a:extLst>
              <a:ext uri="{FF2B5EF4-FFF2-40B4-BE49-F238E27FC236}">
                <a16:creationId xmlns:a16="http://schemas.microsoft.com/office/drawing/2014/main" id="{C85C597E-023E-4DFB-9189-5338B6257131}"/>
              </a:ext>
            </a:extLst>
          </p:cNvPr>
          <p:cNvSpPr/>
          <p:nvPr/>
        </p:nvSpPr>
        <p:spPr>
          <a:xfrm rot="16200000">
            <a:off x="5966128" y="3367308"/>
            <a:ext cx="329857" cy="4050789"/>
          </a:xfrm>
          <a:prstGeom prst="leftBrace">
            <a:avLst/>
          </a:prstGeom>
          <a:ln>
            <a:solidFill>
              <a:srgbClr val="C00000"/>
            </a:solidFill>
            <a:tailEnd type="none"/>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1351" dirty="0">
              <a:solidFill>
                <a:srgbClr val="C00000"/>
              </a:solidFill>
            </a:endParaRPr>
          </a:p>
        </p:txBody>
      </p:sp>
      <p:sp>
        <p:nvSpPr>
          <p:cNvPr id="147" name="文本框 146">
            <a:extLst>
              <a:ext uri="{FF2B5EF4-FFF2-40B4-BE49-F238E27FC236}">
                <a16:creationId xmlns:a16="http://schemas.microsoft.com/office/drawing/2014/main" id="{59CAE384-5236-4BC9-A0EA-61DE9423C09F}"/>
              </a:ext>
            </a:extLst>
          </p:cNvPr>
          <p:cNvSpPr txBox="1"/>
          <p:nvPr/>
        </p:nvSpPr>
        <p:spPr>
          <a:xfrm>
            <a:off x="5698295" y="5564660"/>
            <a:ext cx="704039" cy="300210"/>
          </a:xfrm>
          <a:prstGeom prst="rect">
            <a:avLst/>
          </a:prstGeom>
          <a:noFill/>
        </p:spPr>
        <p:txBody>
          <a:bodyPr wrap="none" rtlCol="0">
            <a:spAutoFit/>
          </a:bodyPr>
          <a:lstStyle/>
          <a:p>
            <a:r>
              <a:rPr lang="zh-CN" altLang="en-US" sz="1351" dirty="0"/>
              <a:t>隐藏层</a:t>
            </a:r>
          </a:p>
        </p:txBody>
      </p:sp>
      <p:sp>
        <p:nvSpPr>
          <p:cNvPr id="148" name="文本框 147">
            <a:extLst>
              <a:ext uri="{FF2B5EF4-FFF2-40B4-BE49-F238E27FC236}">
                <a16:creationId xmlns:a16="http://schemas.microsoft.com/office/drawing/2014/main" id="{40CD7A56-F3C2-4360-B344-E0856B7CC25D}"/>
              </a:ext>
            </a:extLst>
          </p:cNvPr>
          <p:cNvSpPr txBox="1"/>
          <p:nvPr/>
        </p:nvSpPr>
        <p:spPr>
          <a:xfrm>
            <a:off x="5141039" y="971225"/>
            <a:ext cx="1980029" cy="523220"/>
          </a:xfrm>
          <a:prstGeom prst="rect">
            <a:avLst/>
          </a:prstGeom>
          <a:noFill/>
        </p:spPr>
        <p:txBody>
          <a:bodyPr wrap="none" rtlCol="0">
            <a:spAutoFit/>
          </a:bodyPr>
          <a:lstStyle/>
          <a:p>
            <a:r>
              <a:rPr lang="zh-CN" altLang="en-US" sz="2800" dirty="0"/>
              <a:t>多层感知机</a:t>
            </a:r>
          </a:p>
        </p:txBody>
      </p:sp>
      <p:sp>
        <p:nvSpPr>
          <p:cNvPr id="149" name="Number1">
            <a:extLst>
              <a:ext uri="{FF2B5EF4-FFF2-40B4-BE49-F238E27FC236}">
                <a16:creationId xmlns:a16="http://schemas.microsoft.com/office/drawing/2014/main" id="{DD0393BB-6862-42AE-ABAB-72993383246E}"/>
              </a:ext>
            </a:extLst>
          </p:cNvPr>
          <p:cNvSpPr/>
          <p:nvPr/>
        </p:nvSpPr>
        <p:spPr>
          <a:xfrm>
            <a:off x="641765" y="965719"/>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spTree>
    <p:custDataLst>
      <p:custData r:id="rId1"/>
    </p:custDataLst>
    <p:extLst>
      <p:ext uri="{BB962C8B-B14F-4D97-AF65-F5344CB8AC3E}">
        <p14:creationId xmlns:p14="http://schemas.microsoft.com/office/powerpoint/2010/main" val="12964241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51" name="流程图: 接点 50">
            <a:extLst>
              <a:ext uri="{FF2B5EF4-FFF2-40B4-BE49-F238E27FC236}">
                <a16:creationId xmlns:a16="http://schemas.microsoft.com/office/drawing/2014/main" id="{C37316FA-308B-4B36-BE8E-B3D5CC56D8F4}"/>
              </a:ext>
            </a:extLst>
          </p:cNvPr>
          <p:cNvSpPr/>
          <p:nvPr/>
        </p:nvSpPr>
        <p:spPr>
          <a:xfrm flipV="1">
            <a:off x="6237817" y="2806699"/>
            <a:ext cx="165251" cy="16282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2" name="流程图: 接点 51">
            <a:extLst>
              <a:ext uri="{FF2B5EF4-FFF2-40B4-BE49-F238E27FC236}">
                <a16:creationId xmlns:a16="http://schemas.microsoft.com/office/drawing/2014/main" id="{F4EFCD2B-736E-4A36-8E9F-1C38BA5E05BF}"/>
              </a:ext>
            </a:extLst>
          </p:cNvPr>
          <p:cNvSpPr/>
          <p:nvPr/>
        </p:nvSpPr>
        <p:spPr>
          <a:xfrm flipV="1">
            <a:off x="6237817" y="3933299"/>
            <a:ext cx="165251" cy="16282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3" name="流程图: 接点 52">
            <a:extLst>
              <a:ext uri="{FF2B5EF4-FFF2-40B4-BE49-F238E27FC236}">
                <a16:creationId xmlns:a16="http://schemas.microsoft.com/office/drawing/2014/main" id="{809DE94C-5DF3-4990-A640-1AC84C01AB2D}"/>
              </a:ext>
            </a:extLst>
          </p:cNvPr>
          <p:cNvSpPr/>
          <p:nvPr/>
        </p:nvSpPr>
        <p:spPr>
          <a:xfrm flipV="1">
            <a:off x="6237817" y="2205791"/>
            <a:ext cx="165251" cy="16282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4" name="矩形 53">
            <a:extLst>
              <a:ext uri="{FF2B5EF4-FFF2-40B4-BE49-F238E27FC236}">
                <a16:creationId xmlns:a16="http://schemas.microsoft.com/office/drawing/2014/main" id="{1AC00587-8D7F-4147-94A1-8D64DC9A79E6}"/>
              </a:ext>
            </a:extLst>
          </p:cNvPr>
          <p:cNvSpPr/>
          <p:nvPr/>
        </p:nvSpPr>
        <p:spPr>
          <a:xfrm>
            <a:off x="5104647" y="2167391"/>
            <a:ext cx="306495" cy="23962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t>x1</a:t>
            </a:r>
            <a:endParaRPr lang="zh-CN" altLang="en-US" sz="800" dirty="0"/>
          </a:p>
        </p:txBody>
      </p:sp>
      <p:sp>
        <p:nvSpPr>
          <p:cNvPr id="55" name="矩形 54">
            <a:extLst>
              <a:ext uri="{FF2B5EF4-FFF2-40B4-BE49-F238E27FC236}">
                <a16:creationId xmlns:a16="http://schemas.microsoft.com/office/drawing/2014/main" id="{D13B47C5-5262-4BD7-88CD-8884A3515801}"/>
              </a:ext>
            </a:extLst>
          </p:cNvPr>
          <p:cNvSpPr/>
          <p:nvPr/>
        </p:nvSpPr>
        <p:spPr>
          <a:xfrm>
            <a:off x="5104647" y="2768299"/>
            <a:ext cx="306495" cy="23962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t>x2</a:t>
            </a:r>
            <a:endParaRPr lang="zh-CN" altLang="en-US" sz="800" dirty="0"/>
          </a:p>
        </p:txBody>
      </p:sp>
      <p:sp>
        <p:nvSpPr>
          <p:cNvPr id="56" name="矩形 55">
            <a:extLst>
              <a:ext uri="{FF2B5EF4-FFF2-40B4-BE49-F238E27FC236}">
                <a16:creationId xmlns:a16="http://schemas.microsoft.com/office/drawing/2014/main" id="{8DF47ED4-AB44-4074-9B53-0885A3C7DA28}"/>
              </a:ext>
            </a:extLst>
          </p:cNvPr>
          <p:cNvSpPr/>
          <p:nvPr/>
        </p:nvSpPr>
        <p:spPr>
          <a:xfrm>
            <a:off x="5104647" y="3894898"/>
            <a:ext cx="306495" cy="23962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err="1"/>
              <a:t>xN</a:t>
            </a:r>
            <a:endParaRPr lang="zh-CN" altLang="en-US" sz="800" dirty="0"/>
          </a:p>
        </p:txBody>
      </p:sp>
      <p:cxnSp>
        <p:nvCxnSpPr>
          <p:cNvPr id="57" name="直接箭头连接符 56">
            <a:extLst>
              <a:ext uri="{FF2B5EF4-FFF2-40B4-BE49-F238E27FC236}">
                <a16:creationId xmlns:a16="http://schemas.microsoft.com/office/drawing/2014/main" id="{1ADC6425-9AE8-4E64-873E-1451B6C3B132}"/>
              </a:ext>
            </a:extLst>
          </p:cNvPr>
          <p:cNvCxnSpPr>
            <a:stCxn id="54" idx="3"/>
            <a:endCxn id="53" idx="2"/>
          </p:cNvCxnSpPr>
          <p:nvPr/>
        </p:nvCxnSpPr>
        <p:spPr>
          <a:xfrm>
            <a:off x="5411140" y="228720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直接箭头连接符 57">
            <a:extLst>
              <a:ext uri="{FF2B5EF4-FFF2-40B4-BE49-F238E27FC236}">
                <a16:creationId xmlns:a16="http://schemas.microsoft.com/office/drawing/2014/main" id="{E0C17784-D304-4F6F-B658-1E28EC4021BF}"/>
              </a:ext>
            </a:extLst>
          </p:cNvPr>
          <p:cNvCxnSpPr>
            <a:stCxn id="54" idx="3"/>
            <a:endCxn id="51" idx="2"/>
          </p:cNvCxnSpPr>
          <p:nvPr/>
        </p:nvCxnSpPr>
        <p:spPr>
          <a:xfrm>
            <a:off x="5411140" y="2287201"/>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9" name="直接箭头连接符 58">
            <a:extLst>
              <a:ext uri="{FF2B5EF4-FFF2-40B4-BE49-F238E27FC236}">
                <a16:creationId xmlns:a16="http://schemas.microsoft.com/office/drawing/2014/main" id="{23B82319-C19B-4A37-93E4-97E4DAA35E1D}"/>
              </a:ext>
            </a:extLst>
          </p:cNvPr>
          <p:cNvCxnSpPr>
            <a:cxnSpLocks/>
            <a:stCxn id="54" idx="3"/>
            <a:endCxn id="52" idx="2"/>
          </p:cNvCxnSpPr>
          <p:nvPr/>
        </p:nvCxnSpPr>
        <p:spPr>
          <a:xfrm>
            <a:off x="5411140" y="2287201"/>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0" name="直接箭头连接符 59">
            <a:extLst>
              <a:ext uri="{FF2B5EF4-FFF2-40B4-BE49-F238E27FC236}">
                <a16:creationId xmlns:a16="http://schemas.microsoft.com/office/drawing/2014/main" id="{274B41AB-FD46-441B-BC9B-C3D8F2930669}"/>
              </a:ext>
            </a:extLst>
          </p:cNvPr>
          <p:cNvCxnSpPr>
            <a:stCxn id="55" idx="3"/>
            <a:endCxn id="51" idx="2"/>
          </p:cNvCxnSpPr>
          <p:nvPr/>
        </p:nvCxnSpPr>
        <p:spPr>
          <a:xfrm>
            <a:off x="5411140" y="2888107"/>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1" name="直接箭头连接符 60">
            <a:extLst>
              <a:ext uri="{FF2B5EF4-FFF2-40B4-BE49-F238E27FC236}">
                <a16:creationId xmlns:a16="http://schemas.microsoft.com/office/drawing/2014/main" id="{62CAB9AC-C7D0-4A7F-BB97-478D4287A605}"/>
              </a:ext>
            </a:extLst>
          </p:cNvPr>
          <p:cNvCxnSpPr>
            <a:stCxn id="55" idx="3"/>
            <a:endCxn id="53" idx="2"/>
          </p:cNvCxnSpPr>
          <p:nvPr/>
        </p:nvCxnSpPr>
        <p:spPr>
          <a:xfrm flipV="1">
            <a:off x="5411140" y="2287201"/>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直接箭头连接符 61">
            <a:extLst>
              <a:ext uri="{FF2B5EF4-FFF2-40B4-BE49-F238E27FC236}">
                <a16:creationId xmlns:a16="http://schemas.microsoft.com/office/drawing/2014/main" id="{CE86C4D6-8E5D-4B27-849C-2C97A0A1E238}"/>
              </a:ext>
            </a:extLst>
          </p:cNvPr>
          <p:cNvCxnSpPr>
            <a:cxnSpLocks/>
            <a:stCxn id="55" idx="3"/>
            <a:endCxn id="52" idx="2"/>
          </p:cNvCxnSpPr>
          <p:nvPr/>
        </p:nvCxnSpPr>
        <p:spPr>
          <a:xfrm>
            <a:off x="5411140" y="2888107"/>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3" name="直接箭头连接符 62">
            <a:extLst>
              <a:ext uri="{FF2B5EF4-FFF2-40B4-BE49-F238E27FC236}">
                <a16:creationId xmlns:a16="http://schemas.microsoft.com/office/drawing/2014/main" id="{A95C27F0-EC1D-4968-8B93-9E2510C1E5F6}"/>
              </a:ext>
            </a:extLst>
          </p:cNvPr>
          <p:cNvCxnSpPr>
            <a:stCxn id="56" idx="3"/>
            <a:endCxn id="53" idx="2"/>
          </p:cNvCxnSpPr>
          <p:nvPr/>
        </p:nvCxnSpPr>
        <p:spPr>
          <a:xfrm flipV="1">
            <a:off x="5411140" y="2287201"/>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直接箭头连接符 63">
            <a:extLst>
              <a:ext uri="{FF2B5EF4-FFF2-40B4-BE49-F238E27FC236}">
                <a16:creationId xmlns:a16="http://schemas.microsoft.com/office/drawing/2014/main" id="{FFC0C253-1A7C-4ED0-A3FC-42BF18D2A887}"/>
              </a:ext>
            </a:extLst>
          </p:cNvPr>
          <p:cNvCxnSpPr>
            <a:stCxn id="56" idx="3"/>
            <a:endCxn id="51" idx="2"/>
          </p:cNvCxnSpPr>
          <p:nvPr/>
        </p:nvCxnSpPr>
        <p:spPr>
          <a:xfrm flipV="1">
            <a:off x="5411140" y="2888107"/>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5" name="直接箭头连接符 64">
            <a:extLst>
              <a:ext uri="{FF2B5EF4-FFF2-40B4-BE49-F238E27FC236}">
                <a16:creationId xmlns:a16="http://schemas.microsoft.com/office/drawing/2014/main" id="{9B45FCF7-E858-435F-9608-F01105BA2435}"/>
              </a:ext>
            </a:extLst>
          </p:cNvPr>
          <p:cNvCxnSpPr>
            <a:stCxn id="56" idx="3"/>
            <a:endCxn id="52" idx="2"/>
          </p:cNvCxnSpPr>
          <p:nvPr/>
        </p:nvCxnSpPr>
        <p:spPr>
          <a:xfrm>
            <a:off x="5411140" y="4014707"/>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文本框 65">
            <a:extLst>
              <a:ext uri="{FF2B5EF4-FFF2-40B4-BE49-F238E27FC236}">
                <a16:creationId xmlns:a16="http://schemas.microsoft.com/office/drawing/2014/main" id="{75845AC1-B19E-4171-8A5E-E87C49F94FFF}"/>
              </a:ext>
            </a:extLst>
          </p:cNvPr>
          <p:cNvSpPr txBox="1"/>
          <p:nvPr/>
        </p:nvSpPr>
        <p:spPr>
          <a:xfrm>
            <a:off x="5159613" y="3369201"/>
            <a:ext cx="245580" cy="215444"/>
          </a:xfrm>
          <a:prstGeom prst="rect">
            <a:avLst/>
          </a:prstGeom>
          <a:noFill/>
        </p:spPr>
        <p:txBody>
          <a:bodyPr wrap="none" rtlCol="0">
            <a:spAutoFit/>
          </a:bodyPr>
          <a:lstStyle/>
          <a:p>
            <a:r>
              <a:rPr lang="en-US" altLang="zh-CN" sz="800" dirty="0"/>
              <a:t>…</a:t>
            </a:r>
            <a:endParaRPr lang="zh-CN" altLang="en-US" sz="800" dirty="0"/>
          </a:p>
        </p:txBody>
      </p:sp>
      <p:sp>
        <p:nvSpPr>
          <p:cNvPr id="67" name="文本框 66">
            <a:extLst>
              <a:ext uri="{FF2B5EF4-FFF2-40B4-BE49-F238E27FC236}">
                <a16:creationId xmlns:a16="http://schemas.microsoft.com/office/drawing/2014/main" id="{19C7DFE9-E834-436B-9EEE-A71178B95F2D}"/>
              </a:ext>
            </a:extLst>
          </p:cNvPr>
          <p:cNvSpPr txBox="1"/>
          <p:nvPr/>
        </p:nvSpPr>
        <p:spPr>
          <a:xfrm>
            <a:off x="6222163" y="3379097"/>
            <a:ext cx="245580" cy="215444"/>
          </a:xfrm>
          <a:prstGeom prst="rect">
            <a:avLst/>
          </a:prstGeom>
          <a:noFill/>
        </p:spPr>
        <p:txBody>
          <a:bodyPr wrap="none" rtlCol="0">
            <a:spAutoFit/>
          </a:bodyPr>
          <a:lstStyle/>
          <a:p>
            <a:r>
              <a:rPr lang="en-US" altLang="zh-CN" sz="800" dirty="0"/>
              <a:t>…</a:t>
            </a:r>
            <a:endParaRPr lang="zh-CN" altLang="en-US" sz="800" dirty="0"/>
          </a:p>
        </p:txBody>
      </p:sp>
      <p:sp>
        <p:nvSpPr>
          <p:cNvPr id="68" name="流程图: 接点 67">
            <a:extLst>
              <a:ext uri="{FF2B5EF4-FFF2-40B4-BE49-F238E27FC236}">
                <a16:creationId xmlns:a16="http://schemas.microsoft.com/office/drawing/2014/main" id="{A9626400-660B-4A36-AFE7-5A4C6F9CFDBB}"/>
              </a:ext>
            </a:extLst>
          </p:cNvPr>
          <p:cNvSpPr/>
          <p:nvPr/>
        </p:nvSpPr>
        <p:spPr>
          <a:xfrm flipV="1">
            <a:off x="7229745" y="2806699"/>
            <a:ext cx="165251" cy="162820"/>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69" name="流程图: 接点 68">
            <a:extLst>
              <a:ext uri="{FF2B5EF4-FFF2-40B4-BE49-F238E27FC236}">
                <a16:creationId xmlns:a16="http://schemas.microsoft.com/office/drawing/2014/main" id="{6E0840BD-BB3C-4083-8787-6C2709AEC759}"/>
              </a:ext>
            </a:extLst>
          </p:cNvPr>
          <p:cNvSpPr/>
          <p:nvPr/>
        </p:nvSpPr>
        <p:spPr>
          <a:xfrm flipV="1">
            <a:off x="7229745" y="3933299"/>
            <a:ext cx="165251" cy="162820"/>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0" name="流程图: 接点 69">
            <a:extLst>
              <a:ext uri="{FF2B5EF4-FFF2-40B4-BE49-F238E27FC236}">
                <a16:creationId xmlns:a16="http://schemas.microsoft.com/office/drawing/2014/main" id="{D819F4C5-D20F-4BCA-A0BB-A8C37AEA9D69}"/>
              </a:ext>
            </a:extLst>
          </p:cNvPr>
          <p:cNvSpPr/>
          <p:nvPr/>
        </p:nvSpPr>
        <p:spPr>
          <a:xfrm flipV="1">
            <a:off x="7229745" y="2205791"/>
            <a:ext cx="165251" cy="162820"/>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71" name="直接箭头连接符 70">
            <a:extLst>
              <a:ext uri="{FF2B5EF4-FFF2-40B4-BE49-F238E27FC236}">
                <a16:creationId xmlns:a16="http://schemas.microsoft.com/office/drawing/2014/main" id="{0296919A-7B55-4837-8D0E-B872F9FC9F03}"/>
              </a:ext>
            </a:extLst>
          </p:cNvPr>
          <p:cNvCxnSpPr>
            <a:endCxn id="70" idx="2"/>
          </p:cNvCxnSpPr>
          <p:nvPr/>
        </p:nvCxnSpPr>
        <p:spPr>
          <a:xfrm>
            <a:off x="6403068" y="228720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2" name="直接箭头连接符 71">
            <a:extLst>
              <a:ext uri="{FF2B5EF4-FFF2-40B4-BE49-F238E27FC236}">
                <a16:creationId xmlns:a16="http://schemas.microsoft.com/office/drawing/2014/main" id="{236CE974-4008-47FF-8117-FD5EB363774A}"/>
              </a:ext>
            </a:extLst>
          </p:cNvPr>
          <p:cNvCxnSpPr>
            <a:endCxn id="68" idx="2"/>
          </p:cNvCxnSpPr>
          <p:nvPr/>
        </p:nvCxnSpPr>
        <p:spPr>
          <a:xfrm>
            <a:off x="6403068" y="2287201"/>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3" name="直接箭头连接符 72">
            <a:extLst>
              <a:ext uri="{FF2B5EF4-FFF2-40B4-BE49-F238E27FC236}">
                <a16:creationId xmlns:a16="http://schemas.microsoft.com/office/drawing/2014/main" id="{8F00C6DE-3276-4A34-92B2-22E6BDF7BE9B}"/>
              </a:ext>
            </a:extLst>
          </p:cNvPr>
          <p:cNvCxnSpPr>
            <a:cxnSpLocks/>
            <a:endCxn id="69" idx="2"/>
          </p:cNvCxnSpPr>
          <p:nvPr/>
        </p:nvCxnSpPr>
        <p:spPr>
          <a:xfrm>
            <a:off x="6403068" y="2287201"/>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1" name="直接箭头连接符 110">
            <a:extLst>
              <a:ext uri="{FF2B5EF4-FFF2-40B4-BE49-F238E27FC236}">
                <a16:creationId xmlns:a16="http://schemas.microsoft.com/office/drawing/2014/main" id="{1848C861-6929-4A6C-B68F-A3B040CF6ECB}"/>
              </a:ext>
            </a:extLst>
          </p:cNvPr>
          <p:cNvCxnSpPr>
            <a:endCxn id="68" idx="2"/>
          </p:cNvCxnSpPr>
          <p:nvPr/>
        </p:nvCxnSpPr>
        <p:spPr>
          <a:xfrm>
            <a:off x="6403068" y="2888107"/>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2" name="直接箭头连接符 111">
            <a:extLst>
              <a:ext uri="{FF2B5EF4-FFF2-40B4-BE49-F238E27FC236}">
                <a16:creationId xmlns:a16="http://schemas.microsoft.com/office/drawing/2014/main" id="{6E094965-3F98-4DC0-854F-80E7FB8CB805}"/>
              </a:ext>
            </a:extLst>
          </p:cNvPr>
          <p:cNvCxnSpPr>
            <a:endCxn id="70" idx="2"/>
          </p:cNvCxnSpPr>
          <p:nvPr/>
        </p:nvCxnSpPr>
        <p:spPr>
          <a:xfrm flipV="1">
            <a:off x="6403068" y="2287201"/>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3" name="直接箭头连接符 112">
            <a:extLst>
              <a:ext uri="{FF2B5EF4-FFF2-40B4-BE49-F238E27FC236}">
                <a16:creationId xmlns:a16="http://schemas.microsoft.com/office/drawing/2014/main" id="{1BD07940-D9E7-4817-A47F-19A2D6949F2F}"/>
              </a:ext>
            </a:extLst>
          </p:cNvPr>
          <p:cNvCxnSpPr>
            <a:cxnSpLocks/>
            <a:endCxn id="69" idx="2"/>
          </p:cNvCxnSpPr>
          <p:nvPr/>
        </p:nvCxnSpPr>
        <p:spPr>
          <a:xfrm>
            <a:off x="6403068" y="2888107"/>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4" name="直接箭头连接符 113">
            <a:extLst>
              <a:ext uri="{FF2B5EF4-FFF2-40B4-BE49-F238E27FC236}">
                <a16:creationId xmlns:a16="http://schemas.microsoft.com/office/drawing/2014/main" id="{7BD4F61F-7F87-4FC6-86BB-D72B145A3D12}"/>
              </a:ext>
            </a:extLst>
          </p:cNvPr>
          <p:cNvCxnSpPr>
            <a:endCxn id="70" idx="2"/>
          </p:cNvCxnSpPr>
          <p:nvPr/>
        </p:nvCxnSpPr>
        <p:spPr>
          <a:xfrm flipV="1">
            <a:off x="6403068" y="2287201"/>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5" name="直接箭头连接符 114">
            <a:extLst>
              <a:ext uri="{FF2B5EF4-FFF2-40B4-BE49-F238E27FC236}">
                <a16:creationId xmlns:a16="http://schemas.microsoft.com/office/drawing/2014/main" id="{F004AD08-A23D-4573-BA2A-73BE5EF7C1F0}"/>
              </a:ext>
            </a:extLst>
          </p:cNvPr>
          <p:cNvCxnSpPr>
            <a:endCxn id="68" idx="2"/>
          </p:cNvCxnSpPr>
          <p:nvPr/>
        </p:nvCxnSpPr>
        <p:spPr>
          <a:xfrm flipV="1">
            <a:off x="6403068" y="2888107"/>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6" name="直接箭头连接符 115">
            <a:extLst>
              <a:ext uri="{FF2B5EF4-FFF2-40B4-BE49-F238E27FC236}">
                <a16:creationId xmlns:a16="http://schemas.microsoft.com/office/drawing/2014/main" id="{2559FEFD-7125-4755-8A73-CAC43C2B6BC3}"/>
              </a:ext>
            </a:extLst>
          </p:cNvPr>
          <p:cNvCxnSpPr>
            <a:endCxn id="69" idx="2"/>
          </p:cNvCxnSpPr>
          <p:nvPr/>
        </p:nvCxnSpPr>
        <p:spPr>
          <a:xfrm>
            <a:off x="6403068" y="4014707"/>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7" name="文本框 116">
            <a:extLst>
              <a:ext uri="{FF2B5EF4-FFF2-40B4-BE49-F238E27FC236}">
                <a16:creationId xmlns:a16="http://schemas.microsoft.com/office/drawing/2014/main" id="{E4905201-E411-49AE-B896-ADCDDEBCFDE9}"/>
              </a:ext>
            </a:extLst>
          </p:cNvPr>
          <p:cNvSpPr txBox="1"/>
          <p:nvPr/>
        </p:nvSpPr>
        <p:spPr>
          <a:xfrm>
            <a:off x="7214091" y="3379097"/>
            <a:ext cx="245580" cy="215444"/>
          </a:xfrm>
          <a:prstGeom prst="rect">
            <a:avLst/>
          </a:prstGeom>
          <a:noFill/>
        </p:spPr>
        <p:txBody>
          <a:bodyPr wrap="none" rtlCol="0">
            <a:spAutoFit/>
          </a:bodyPr>
          <a:lstStyle>
            <a:defPPr>
              <a:defRPr lang="zh-CN"/>
            </a:defPPr>
            <a:lvl1pPr>
              <a:defRPr sz="800"/>
            </a:lvl1pPr>
          </a:lstStyle>
          <a:p>
            <a:r>
              <a:rPr lang="en-US" altLang="zh-CN" dirty="0"/>
              <a:t>…</a:t>
            </a:r>
            <a:endParaRPr lang="zh-CN" altLang="en-US" dirty="0"/>
          </a:p>
        </p:txBody>
      </p:sp>
      <p:sp>
        <p:nvSpPr>
          <p:cNvPr id="118" name="流程图: 接点 117">
            <a:extLst>
              <a:ext uri="{FF2B5EF4-FFF2-40B4-BE49-F238E27FC236}">
                <a16:creationId xmlns:a16="http://schemas.microsoft.com/office/drawing/2014/main" id="{6694EC46-7044-4BAD-A82C-514D7382234D}"/>
              </a:ext>
            </a:extLst>
          </p:cNvPr>
          <p:cNvSpPr/>
          <p:nvPr/>
        </p:nvSpPr>
        <p:spPr>
          <a:xfrm flipV="1">
            <a:off x="8756645" y="2800803"/>
            <a:ext cx="165251" cy="162820"/>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19" name="流程图: 接点 118">
            <a:extLst>
              <a:ext uri="{FF2B5EF4-FFF2-40B4-BE49-F238E27FC236}">
                <a16:creationId xmlns:a16="http://schemas.microsoft.com/office/drawing/2014/main" id="{36981FD6-D381-4873-93DD-8A9734CC39E9}"/>
              </a:ext>
            </a:extLst>
          </p:cNvPr>
          <p:cNvSpPr/>
          <p:nvPr/>
        </p:nvSpPr>
        <p:spPr>
          <a:xfrm flipV="1">
            <a:off x="8756645" y="3927403"/>
            <a:ext cx="165251" cy="162820"/>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20" name="流程图: 接点 119">
            <a:extLst>
              <a:ext uri="{FF2B5EF4-FFF2-40B4-BE49-F238E27FC236}">
                <a16:creationId xmlns:a16="http://schemas.microsoft.com/office/drawing/2014/main" id="{40DEB670-3BF0-4E86-9D43-8F8B316E47B9}"/>
              </a:ext>
            </a:extLst>
          </p:cNvPr>
          <p:cNvSpPr/>
          <p:nvPr/>
        </p:nvSpPr>
        <p:spPr>
          <a:xfrm flipV="1">
            <a:off x="8756645" y="2199895"/>
            <a:ext cx="165251" cy="162820"/>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121" name="直接箭头连接符 120">
            <a:extLst>
              <a:ext uri="{FF2B5EF4-FFF2-40B4-BE49-F238E27FC236}">
                <a16:creationId xmlns:a16="http://schemas.microsoft.com/office/drawing/2014/main" id="{6BDEAA6C-177B-4645-8010-E62A905505D5}"/>
              </a:ext>
            </a:extLst>
          </p:cNvPr>
          <p:cNvCxnSpPr>
            <a:endCxn id="120" idx="2"/>
          </p:cNvCxnSpPr>
          <p:nvPr/>
        </p:nvCxnSpPr>
        <p:spPr>
          <a:xfrm>
            <a:off x="7929968" y="2281305"/>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2" name="直接箭头连接符 121">
            <a:extLst>
              <a:ext uri="{FF2B5EF4-FFF2-40B4-BE49-F238E27FC236}">
                <a16:creationId xmlns:a16="http://schemas.microsoft.com/office/drawing/2014/main" id="{BF4A55AD-E0A6-4319-98BD-8BDB3636F550}"/>
              </a:ext>
            </a:extLst>
          </p:cNvPr>
          <p:cNvCxnSpPr>
            <a:endCxn id="118" idx="2"/>
          </p:cNvCxnSpPr>
          <p:nvPr/>
        </p:nvCxnSpPr>
        <p:spPr>
          <a:xfrm>
            <a:off x="7929968" y="2281305"/>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3" name="直接箭头连接符 122">
            <a:extLst>
              <a:ext uri="{FF2B5EF4-FFF2-40B4-BE49-F238E27FC236}">
                <a16:creationId xmlns:a16="http://schemas.microsoft.com/office/drawing/2014/main" id="{2B53896B-0F17-4E74-9248-892709FC4AB1}"/>
              </a:ext>
            </a:extLst>
          </p:cNvPr>
          <p:cNvCxnSpPr>
            <a:cxnSpLocks/>
            <a:endCxn id="119" idx="2"/>
          </p:cNvCxnSpPr>
          <p:nvPr/>
        </p:nvCxnSpPr>
        <p:spPr>
          <a:xfrm>
            <a:off x="7929968" y="2281305"/>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4" name="直接箭头连接符 123">
            <a:extLst>
              <a:ext uri="{FF2B5EF4-FFF2-40B4-BE49-F238E27FC236}">
                <a16:creationId xmlns:a16="http://schemas.microsoft.com/office/drawing/2014/main" id="{5C238391-BAA8-4375-9198-E77774102E6B}"/>
              </a:ext>
            </a:extLst>
          </p:cNvPr>
          <p:cNvCxnSpPr>
            <a:endCxn id="118" idx="2"/>
          </p:cNvCxnSpPr>
          <p:nvPr/>
        </p:nvCxnSpPr>
        <p:spPr>
          <a:xfrm>
            <a:off x="7929968" y="288221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5" name="直接箭头连接符 124">
            <a:extLst>
              <a:ext uri="{FF2B5EF4-FFF2-40B4-BE49-F238E27FC236}">
                <a16:creationId xmlns:a16="http://schemas.microsoft.com/office/drawing/2014/main" id="{85F5F206-6E0D-4E82-A6C4-B3A4564CFD7C}"/>
              </a:ext>
            </a:extLst>
          </p:cNvPr>
          <p:cNvCxnSpPr>
            <a:endCxn id="120" idx="2"/>
          </p:cNvCxnSpPr>
          <p:nvPr/>
        </p:nvCxnSpPr>
        <p:spPr>
          <a:xfrm flipV="1">
            <a:off x="7929968" y="2281305"/>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6" name="直接箭头连接符 125">
            <a:extLst>
              <a:ext uri="{FF2B5EF4-FFF2-40B4-BE49-F238E27FC236}">
                <a16:creationId xmlns:a16="http://schemas.microsoft.com/office/drawing/2014/main" id="{D47C69AE-0AA3-4334-99C0-D170E6CFBFF6}"/>
              </a:ext>
            </a:extLst>
          </p:cNvPr>
          <p:cNvCxnSpPr>
            <a:cxnSpLocks/>
            <a:endCxn id="119" idx="2"/>
          </p:cNvCxnSpPr>
          <p:nvPr/>
        </p:nvCxnSpPr>
        <p:spPr>
          <a:xfrm>
            <a:off x="7929968" y="2882211"/>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7" name="直接箭头连接符 126">
            <a:extLst>
              <a:ext uri="{FF2B5EF4-FFF2-40B4-BE49-F238E27FC236}">
                <a16:creationId xmlns:a16="http://schemas.microsoft.com/office/drawing/2014/main" id="{39AB8E7D-C706-4F40-A1AA-CA765E410A7D}"/>
              </a:ext>
            </a:extLst>
          </p:cNvPr>
          <p:cNvCxnSpPr>
            <a:endCxn id="120" idx="2"/>
          </p:cNvCxnSpPr>
          <p:nvPr/>
        </p:nvCxnSpPr>
        <p:spPr>
          <a:xfrm flipV="1">
            <a:off x="7929968" y="2281305"/>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8" name="直接箭头连接符 127">
            <a:extLst>
              <a:ext uri="{FF2B5EF4-FFF2-40B4-BE49-F238E27FC236}">
                <a16:creationId xmlns:a16="http://schemas.microsoft.com/office/drawing/2014/main" id="{2BE12924-B43B-4374-9E05-531A8EE78FDB}"/>
              </a:ext>
            </a:extLst>
          </p:cNvPr>
          <p:cNvCxnSpPr>
            <a:endCxn id="118" idx="2"/>
          </p:cNvCxnSpPr>
          <p:nvPr/>
        </p:nvCxnSpPr>
        <p:spPr>
          <a:xfrm flipV="1">
            <a:off x="7929968" y="2882211"/>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9" name="直接箭头连接符 128">
            <a:extLst>
              <a:ext uri="{FF2B5EF4-FFF2-40B4-BE49-F238E27FC236}">
                <a16:creationId xmlns:a16="http://schemas.microsoft.com/office/drawing/2014/main" id="{E9CD5705-83BD-4E51-A13F-439C9B1142D7}"/>
              </a:ext>
            </a:extLst>
          </p:cNvPr>
          <p:cNvCxnSpPr>
            <a:endCxn id="119" idx="2"/>
          </p:cNvCxnSpPr>
          <p:nvPr/>
        </p:nvCxnSpPr>
        <p:spPr>
          <a:xfrm>
            <a:off x="7929968" y="400881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0" name="文本框 129">
            <a:extLst>
              <a:ext uri="{FF2B5EF4-FFF2-40B4-BE49-F238E27FC236}">
                <a16:creationId xmlns:a16="http://schemas.microsoft.com/office/drawing/2014/main" id="{4849DEC6-35FB-41CB-A814-F83522BE6C4C}"/>
              </a:ext>
            </a:extLst>
          </p:cNvPr>
          <p:cNvSpPr txBox="1"/>
          <p:nvPr/>
        </p:nvSpPr>
        <p:spPr>
          <a:xfrm>
            <a:off x="8740989" y="3373201"/>
            <a:ext cx="245580" cy="215444"/>
          </a:xfrm>
          <a:prstGeom prst="rect">
            <a:avLst/>
          </a:prstGeom>
          <a:noFill/>
        </p:spPr>
        <p:txBody>
          <a:bodyPr wrap="none" rtlCol="0">
            <a:spAutoFit/>
          </a:bodyPr>
          <a:lstStyle>
            <a:defPPr>
              <a:defRPr lang="zh-CN"/>
            </a:defPPr>
            <a:lvl1pPr>
              <a:defRPr sz="800"/>
            </a:lvl1pPr>
          </a:lstStyle>
          <a:p>
            <a:r>
              <a:rPr lang="en-US" altLang="zh-CN" dirty="0"/>
              <a:t>…</a:t>
            </a:r>
            <a:endParaRPr lang="zh-CN" altLang="en-US" dirty="0"/>
          </a:p>
        </p:txBody>
      </p:sp>
      <p:sp>
        <p:nvSpPr>
          <p:cNvPr id="131" name="文本框 130">
            <a:extLst>
              <a:ext uri="{FF2B5EF4-FFF2-40B4-BE49-F238E27FC236}">
                <a16:creationId xmlns:a16="http://schemas.microsoft.com/office/drawing/2014/main" id="{A8244DC8-38E8-4DB9-B513-BDE26C21EE84}"/>
              </a:ext>
            </a:extLst>
          </p:cNvPr>
          <p:cNvSpPr txBox="1"/>
          <p:nvPr/>
        </p:nvSpPr>
        <p:spPr>
          <a:xfrm>
            <a:off x="7533536" y="2167389"/>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2" name="文本框 131">
            <a:extLst>
              <a:ext uri="{FF2B5EF4-FFF2-40B4-BE49-F238E27FC236}">
                <a16:creationId xmlns:a16="http://schemas.microsoft.com/office/drawing/2014/main" id="{23BD1C71-17EF-4117-9C95-139CFE391297}"/>
              </a:ext>
            </a:extLst>
          </p:cNvPr>
          <p:cNvSpPr txBox="1"/>
          <p:nvPr/>
        </p:nvSpPr>
        <p:spPr>
          <a:xfrm>
            <a:off x="7532146" y="2766632"/>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33" name="文本框 132">
            <a:extLst>
              <a:ext uri="{FF2B5EF4-FFF2-40B4-BE49-F238E27FC236}">
                <a16:creationId xmlns:a16="http://schemas.microsoft.com/office/drawing/2014/main" id="{F00AA673-61B1-4AD6-A8CE-09F93BB4D81D}"/>
              </a:ext>
            </a:extLst>
          </p:cNvPr>
          <p:cNvSpPr txBox="1"/>
          <p:nvPr/>
        </p:nvSpPr>
        <p:spPr>
          <a:xfrm>
            <a:off x="7532145" y="3364351"/>
            <a:ext cx="245580" cy="215444"/>
          </a:xfrm>
          <a:prstGeom prst="rect">
            <a:avLst/>
          </a:prstGeom>
          <a:noFill/>
        </p:spPr>
        <p:txBody>
          <a:bodyPr wrap="none" rtlCol="0">
            <a:spAutoFit/>
          </a:bodyPr>
          <a:lstStyle>
            <a:defPPr>
              <a:defRPr lang="zh-CN"/>
            </a:defPPr>
            <a:lvl1pPr>
              <a:defRPr sz="800"/>
            </a:lvl1pPr>
          </a:lstStyle>
          <a:p>
            <a:r>
              <a:rPr lang="en-US" altLang="zh-CN" dirty="0"/>
              <a:t>…</a:t>
            </a:r>
            <a:endParaRPr lang="zh-CN" altLang="en-US" dirty="0"/>
          </a:p>
        </p:txBody>
      </p:sp>
      <p:sp>
        <p:nvSpPr>
          <p:cNvPr id="134" name="文本框 133">
            <a:extLst>
              <a:ext uri="{FF2B5EF4-FFF2-40B4-BE49-F238E27FC236}">
                <a16:creationId xmlns:a16="http://schemas.microsoft.com/office/drawing/2014/main" id="{3D0C3296-C9E7-423F-A0C7-94B16ECFD005}"/>
              </a:ext>
            </a:extLst>
          </p:cNvPr>
          <p:cNvSpPr txBox="1"/>
          <p:nvPr/>
        </p:nvSpPr>
        <p:spPr>
          <a:xfrm>
            <a:off x="7534074" y="3849532"/>
            <a:ext cx="288862" cy="300210"/>
          </a:xfrm>
          <a:prstGeom prst="rect">
            <a:avLst/>
          </a:prstGeom>
          <a:noFill/>
        </p:spPr>
        <p:txBody>
          <a:bodyPr wrap="none" rtlCol="0">
            <a:spAutoFit/>
          </a:bodyPr>
          <a:lstStyle/>
          <a:p>
            <a:r>
              <a:rPr lang="en-US" altLang="zh-CN" sz="1351" dirty="0"/>
              <a:t>…</a:t>
            </a:r>
            <a:endParaRPr lang="zh-CN" altLang="en-US" sz="1351" dirty="0"/>
          </a:p>
        </p:txBody>
      </p:sp>
      <p:cxnSp>
        <p:nvCxnSpPr>
          <p:cNvPr id="135" name="直接箭头连接符 134">
            <a:extLst>
              <a:ext uri="{FF2B5EF4-FFF2-40B4-BE49-F238E27FC236}">
                <a16:creationId xmlns:a16="http://schemas.microsoft.com/office/drawing/2014/main" id="{CC705F68-3664-4D1A-BC68-8B59A3F298A9}"/>
              </a:ext>
            </a:extLst>
          </p:cNvPr>
          <p:cNvCxnSpPr/>
          <p:nvPr/>
        </p:nvCxnSpPr>
        <p:spPr>
          <a:xfrm>
            <a:off x="8921895" y="228720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6" name="直接箭头连接符 135">
            <a:extLst>
              <a:ext uri="{FF2B5EF4-FFF2-40B4-BE49-F238E27FC236}">
                <a16:creationId xmlns:a16="http://schemas.microsoft.com/office/drawing/2014/main" id="{0CFC013C-67B1-41FF-931D-FD3CB62865F8}"/>
              </a:ext>
            </a:extLst>
          </p:cNvPr>
          <p:cNvCxnSpPr/>
          <p:nvPr/>
        </p:nvCxnSpPr>
        <p:spPr>
          <a:xfrm>
            <a:off x="8921000" y="2889036"/>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7" name="直接箭头连接符 136">
            <a:extLst>
              <a:ext uri="{FF2B5EF4-FFF2-40B4-BE49-F238E27FC236}">
                <a16:creationId xmlns:a16="http://schemas.microsoft.com/office/drawing/2014/main" id="{9A95C176-47B4-4B08-9AD6-EDDB3E2BBF17}"/>
              </a:ext>
            </a:extLst>
          </p:cNvPr>
          <p:cNvCxnSpPr/>
          <p:nvPr/>
        </p:nvCxnSpPr>
        <p:spPr>
          <a:xfrm>
            <a:off x="8921000" y="4004483"/>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8" name="文本框 137">
            <a:extLst>
              <a:ext uri="{FF2B5EF4-FFF2-40B4-BE49-F238E27FC236}">
                <a16:creationId xmlns:a16="http://schemas.microsoft.com/office/drawing/2014/main" id="{3387B9AA-1C8B-4E37-AC6D-D7C6DB0896AF}"/>
              </a:ext>
            </a:extLst>
          </p:cNvPr>
          <p:cNvSpPr txBox="1"/>
          <p:nvPr/>
        </p:nvSpPr>
        <p:spPr>
          <a:xfrm>
            <a:off x="9712203" y="2171429"/>
            <a:ext cx="306494" cy="215444"/>
          </a:xfrm>
          <a:prstGeom prst="rect">
            <a:avLst/>
          </a:prstGeom>
          <a:noFill/>
        </p:spPr>
        <p:txBody>
          <a:bodyPr wrap="none" rtlCol="0">
            <a:spAutoFit/>
          </a:bodyPr>
          <a:lstStyle>
            <a:defPPr>
              <a:defRPr lang="zh-CN"/>
            </a:defPPr>
            <a:lvl1pPr>
              <a:defRPr sz="800"/>
            </a:lvl1pPr>
          </a:lstStyle>
          <a:p>
            <a:r>
              <a:rPr lang="en-US" altLang="zh-CN" dirty="0"/>
              <a:t>z1</a:t>
            </a:r>
            <a:endParaRPr lang="zh-CN" altLang="en-US" dirty="0"/>
          </a:p>
        </p:txBody>
      </p:sp>
      <p:sp>
        <p:nvSpPr>
          <p:cNvPr id="139" name="文本框 138">
            <a:extLst>
              <a:ext uri="{FF2B5EF4-FFF2-40B4-BE49-F238E27FC236}">
                <a16:creationId xmlns:a16="http://schemas.microsoft.com/office/drawing/2014/main" id="{477FB120-A6FF-4A7A-A93E-D5488ABFD136}"/>
              </a:ext>
            </a:extLst>
          </p:cNvPr>
          <p:cNvSpPr txBox="1"/>
          <p:nvPr/>
        </p:nvSpPr>
        <p:spPr>
          <a:xfrm>
            <a:off x="9712203" y="2743948"/>
            <a:ext cx="306494" cy="215444"/>
          </a:xfrm>
          <a:prstGeom prst="rect">
            <a:avLst/>
          </a:prstGeom>
          <a:noFill/>
        </p:spPr>
        <p:txBody>
          <a:bodyPr wrap="none" rtlCol="0">
            <a:spAutoFit/>
          </a:bodyPr>
          <a:lstStyle>
            <a:defPPr>
              <a:defRPr lang="zh-CN"/>
            </a:defPPr>
            <a:lvl1pPr>
              <a:defRPr sz="800"/>
            </a:lvl1pPr>
          </a:lstStyle>
          <a:p>
            <a:r>
              <a:rPr lang="en-US" altLang="zh-CN" dirty="0"/>
              <a:t>z2</a:t>
            </a:r>
            <a:endParaRPr lang="zh-CN" altLang="en-US" dirty="0"/>
          </a:p>
        </p:txBody>
      </p:sp>
      <p:sp>
        <p:nvSpPr>
          <p:cNvPr id="140" name="文本框 139">
            <a:extLst>
              <a:ext uri="{FF2B5EF4-FFF2-40B4-BE49-F238E27FC236}">
                <a16:creationId xmlns:a16="http://schemas.microsoft.com/office/drawing/2014/main" id="{8C0C8B82-EF9C-40CB-BF71-F4E2DB5EBA88}"/>
              </a:ext>
            </a:extLst>
          </p:cNvPr>
          <p:cNvSpPr txBox="1"/>
          <p:nvPr/>
        </p:nvSpPr>
        <p:spPr>
          <a:xfrm>
            <a:off x="9712203" y="3871035"/>
            <a:ext cx="306494" cy="215444"/>
          </a:xfrm>
          <a:prstGeom prst="rect">
            <a:avLst/>
          </a:prstGeom>
          <a:noFill/>
        </p:spPr>
        <p:txBody>
          <a:bodyPr wrap="none" rtlCol="0">
            <a:spAutoFit/>
          </a:bodyPr>
          <a:lstStyle>
            <a:defPPr>
              <a:defRPr lang="zh-CN"/>
            </a:defPPr>
            <a:lvl1pPr>
              <a:defRPr sz="800"/>
            </a:lvl1pPr>
          </a:lstStyle>
          <a:p>
            <a:r>
              <a:rPr lang="en-US" altLang="zh-CN" dirty="0" err="1"/>
              <a:t>zM</a:t>
            </a:r>
            <a:endParaRPr lang="zh-CN" altLang="en-US" dirty="0"/>
          </a:p>
        </p:txBody>
      </p:sp>
      <p:sp>
        <p:nvSpPr>
          <p:cNvPr id="141" name="文本框 140">
            <a:extLst>
              <a:ext uri="{FF2B5EF4-FFF2-40B4-BE49-F238E27FC236}">
                <a16:creationId xmlns:a16="http://schemas.microsoft.com/office/drawing/2014/main" id="{237AA5AD-4F65-4226-B651-21B7B845403E}"/>
              </a:ext>
            </a:extLst>
          </p:cNvPr>
          <p:cNvSpPr txBox="1"/>
          <p:nvPr/>
        </p:nvSpPr>
        <p:spPr>
          <a:xfrm>
            <a:off x="5060946" y="4382797"/>
            <a:ext cx="543739" cy="307777"/>
          </a:xfrm>
          <a:prstGeom prst="rect">
            <a:avLst/>
          </a:prstGeom>
          <a:noFill/>
        </p:spPr>
        <p:txBody>
          <a:bodyPr wrap="none" rtlCol="0">
            <a:spAutoFit/>
          </a:bodyPr>
          <a:lstStyle/>
          <a:p>
            <a:r>
              <a:rPr lang="zh-CN" altLang="en-US" sz="1400" dirty="0"/>
              <a:t>输入</a:t>
            </a:r>
          </a:p>
        </p:txBody>
      </p:sp>
      <p:sp>
        <p:nvSpPr>
          <p:cNvPr id="142" name="文本框 141">
            <a:extLst>
              <a:ext uri="{FF2B5EF4-FFF2-40B4-BE49-F238E27FC236}">
                <a16:creationId xmlns:a16="http://schemas.microsoft.com/office/drawing/2014/main" id="{9A02935A-6660-40F8-B84B-63E32CB70585}"/>
              </a:ext>
            </a:extLst>
          </p:cNvPr>
          <p:cNvSpPr txBox="1"/>
          <p:nvPr/>
        </p:nvSpPr>
        <p:spPr>
          <a:xfrm>
            <a:off x="9655542" y="4382797"/>
            <a:ext cx="543739" cy="307777"/>
          </a:xfrm>
          <a:prstGeom prst="rect">
            <a:avLst/>
          </a:prstGeom>
          <a:noFill/>
        </p:spPr>
        <p:txBody>
          <a:bodyPr wrap="none" rtlCol="0">
            <a:spAutoFit/>
          </a:bodyPr>
          <a:lstStyle/>
          <a:p>
            <a:r>
              <a:rPr lang="zh-CN" altLang="en-US" sz="1400" dirty="0"/>
              <a:t>输出</a:t>
            </a:r>
          </a:p>
        </p:txBody>
      </p:sp>
      <p:sp>
        <p:nvSpPr>
          <p:cNvPr id="146" name="左大括号 145">
            <a:extLst>
              <a:ext uri="{FF2B5EF4-FFF2-40B4-BE49-F238E27FC236}">
                <a16:creationId xmlns:a16="http://schemas.microsoft.com/office/drawing/2014/main" id="{C85C597E-023E-4DFB-9189-5338B6257131}"/>
              </a:ext>
            </a:extLst>
          </p:cNvPr>
          <p:cNvSpPr/>
          <p:nvPr/>
        </p:nvSpPr>
        <p:spPr>
          <a:xfrm rot="16200000">
            <a:off x="7475596" y="3043706"/>
            <a:ext cx="201025" cy="2468671"/>
          </a:xfrm>
          <a:prstGeom prst="leftBrace">
            <a:avLst/>
          </a:prstGeom>
          <a:ln>
            <a:solidFill>
              <a:srgbClr val="C00000"/>
            </a:solidFill>
            <a:tailEnd type="none"/>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1351" dirty="0">
              <a:solidFill>
                <a:srgbClr val="C00000"/>
              </a:solidFill>
            </a:endParaRPr>
          </a:p>
        </p:txBody>
      </p:sp>
      <p:sp>
        <p:nvSpPr>
          <p:cNvPr id="147" name="文本框 146">
            <a:extLst>
              <a:ext uri="{FF2B5EF4-FFF2-40B4-BE49-F238E27FC236}">
                <a16:creationId xmlns:a16="http://schemas.microsoft.com/office/drawing/2014/main" id="{59CAE384-5236-4BC9-A0EA-61DE9423C09F}"/>
              </a:ext>
            </a:extLst>
          </p:cNvPr>
          <p:cNvSpPr txBox="1"/>
          <p:nvPr/>
        </p:nvSpPr>
        <p:spPr>
          <a:xfrm>
            <a:off x="7312371" y="4382837"/>
            <a:ext cx="723275" cy="307777"/>
          </a:xfrm>
          <a:prstGeom prst="rect">
            <a:avLst/>
          </a:prstGeom>
          <a:noFill/>
        </p:spPr>
        <p:txBody>
          <a:bodyPr wrap="none" rtlCol="0">
            <a:spAutoFit/>
          </a:bodyPr>
          <a:lstStyle/>
          <a:p>
            <a:r>
              <a:rPr lang="zh-CN" altLang="en-US" sz="1400" dirty="0"/>
              <a:t>隐藏层</a:t>
            </a:r>
          </a:p>
        </p:txBody>
      </p:sp>
      <p:sp>
        <p:nvSpPr>
          <p:cNvPr id="149" name="Number1">
            <a:extLst>
              <a:ext uri="{FF2B5EF4-FFF2-40B4-BE49-F238E27FC236}">
                <a16:creationId xmlns:a16="http://schemas.microsoft.com/office/drawing/2014/main" id="{DD0393BB-6862-42AE-ABAB-72993383246E}"/>
              </a:ext>
            </a:extLst>
          </p:cNvPr>
          <p:cNvSpPr/>
          <p:nvPr/>
        </p:nvSpPr>
        <p:spPr>
          <a:xfrm>
            <a:off x="641765" y="965719"/>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sp>
        <p:nvSpPr>
          <p:cNvPr id="4" name="矩形 3">
            <a:extLst>
              <a:ext uri="{FF2B5EF4-FFF2-40B4-BE49-F238E27FC236}">
                <a16:creationId xmlns:a16="http://schemas.microsoft.com/office/drawing/2014/main" id="{97C4FBE1-51E4-40B4-8241-2E0CD5237257}"/>
              </a:ext>
            </a:extLst>
          </p:cNvPr>
          <p:cNvSpPr/>
          <p:nvPr/>
        </p:nvSpPr>
        <p:spPr>
          <a:xfrm>
            <a:off x="5060947" y="2128063"/>
            <a:ext cx="5060207" cy="2523183"/>
          </a:xfrm>
          <a:prstGeom prst="rect">
            <a:avLst/>
          </a:prstGeom>
          <a:ln>
            <a:solidFill>
              <a:srgbClr val="15A0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1" dirty="0"/>
              <a:t>代码（软件）</a:t>
            </a:r>
          </a:p>
        </p:txBody>
      </p:sp>
      <p:sp>
        <p:nvSpPr>
          <p:cNvPr id="98" name="矩形: 圆角 97">
            <a:extLst>
              <a:ext uri="{FF2B5EF4-FFF2-40B4-BE49-F238E27FC236}">
                <a16:creationId xmlns:a16="http://schemas.microsoft.com/office/drawing/2014/main" id="{078B1DBF-1AFE-481A-BDD2-0D0DFC94142F}"/>
              </a:ext>
            </a:extLst>
          </p:cNvPr>
          <p:cNvSpPr/>
          <p:nvPr/>
        </p:nvSpPr>
        <p:spPr>
          <a:xfrm>
            <a:off x="2181825" y="2407014"/>
            <a:ext cx="697995" cy="373391"/>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a:t>
            </a:r>
            <a:endParaRPr lang="zh-CN" altLang="en-US" sz="1400" dirty="0"/>
          </a:p>
        </p:txBody>
      </p:sp>
      <p:sp>
        <p:nvSpPr>
          <p:cNvPr id="99" name="矩形: 圆角 98">
            <a:extLst>
              <a:ext uri="{FF2B5EF4-FFF2-40B4-BE49-F238E27FC236}">
                <a16:creationId xmlns:a16="http://schemas.microsoft.com/office/drawing/2014/main" id="{D8B3C1AC-9D5F-4E84-B648-7BDE27EFF800}"/>
              </a:ext>
            </a:extLst>
          </p:cNvPr>
          <p:cNvSpPr/>
          <p:nvPr/>
        </p:nvSpPr>
        <p:spPr>
          <a:xfrm>
            <a:off x="2181825" y="2956145"/>
            <a:ext cx="697995" cy="373391"/>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a:t>
            </a:r>
            <a:endParaRPr lang="zh-CN" altLang="en-US" sz="1400" dirty="0"/>
          </a:p>
        </p:txBody>
      </p:sp>
      <p:sp>
        <p:nvSpPr>
          <p:cNvPr id="100" name="矩形: 圆角 99">
            <a:extLst>
              <a:ext uri="{FF2B5EF4-FFF2-40B4-BE49-F238E27FC236}">
                <a16:creationId xmlns:a16="http://schemas.microsoft.com/office/drawing/2014/main" id="{D784989D-B0B3-45D0-A953-9EDBB947E5B5}"/>
              </a:ext>
            </a:extLst>
          </p:cNvPr>
          <p:cNvSpPr/>
          <p:nvPr/>
        </p:nvSpPr>
        <p:spPr>
          <a:xfrm>
            <a:off x="2181825" y="3505275"/>
            <a:ext cx="697995" cy="373391"/>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a:t>
            </a:r>
            <a:endParaRPr lang="zh-CN" altLang="en-US" sz="1400" dirty="0"/>
          </a:p>
        </p:txBody>
      </p:sp>
      <p:sp>
        <p:nvSpPr>
          <p:cNvPr id="101" name="矩形: 圆角 100">
            <a:extLst>
              <a:ext uri="{FF2B5EF4-FFF2-40B4-BE49-F238E27FC236}">
                <a16:creationId xmlns:a16="http://schemas.microsoft.com/office/drawing/2014/main" id="{DB6FF54F-90D7-46F0-A8A0-D305B2456DDE}"/>
              </a:ext>
            </a:extLst>
          </p:cNvPr>
          <p:cNvSpPr/>
          <p:nvPr/>
        </p:nvSpPr>
        <p:spPr>
          <a:xfrm>
            <a:off x="2181824" y="4054407"/>
            <a:ext cx="697995" cy="373391"/>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a:t>
            </a:r>
            <a:endParaRPr lang="zh-CN" altLang="en-US" sz="1400" dirty="0"/>
          </a:p>
        </p:txBody>
      </p:sp>
      <p:sp>
        <p:nvSpPr>
          <p:cNvPr id="102" name="矩形: 圆角 101">
            <a:extLst>
              <a:ext uri="{FF2B5EF4-FFF2-40B4-BE49-F238E27FC236}">
                <a16:creationId xmlns:a16="http://schemas.microsoft.com/office/drawing/2014/main" id="{8CA6CCF9-8FB6-4DA6-9709-2D172B3ACD30}"/>
              </a:ext>
            </a:extLst>
          </p:cNvPr>
          <p:cNvSpPr/>
          <p:nvPr/>
        </p:nvSpPr>
        <p:spPr>
          <a:xfrm>
            <a:off x="3047457" y="2407014"/>
            <a:ext cx="697995" cy="373391"/>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a:t>
            </a:r>
            <a:endParaRPr lang="zh-CN" altLang="en-US" sz="1400" dirty="0"/>
          </a:p>
        </p:txBody>
      </p:sp>
      <p:sp>
        <p:nvSpPr>
          <p:cNvPr id="103" name="矩形: 圆角 102">
            <a:extLst>
              <a:ext uri="{FF2B5EF4-FFF2-40B4-BE49-F238E27FC236}">
                <a16:creationId xmlns:a16="http://schemas.microsoft.com/office/drawing/2014/main" id="{CBC1D0CC-3528-4833-B461-5E98F828B250}"/>
              </a:ext>
            </a:extLst>
          </p:cNvPr>
          <p:cNvSpPr/>
          <p:nvPr/>
        </p:nvSpPr>
        <p:spPr>
          <a:xfrm>
            <a:off x="3047457" y="2956145"/>
            <a:ext cx="697995" cy="373391"/>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a:t>
            </a:r>
            <a:endParaRPr lang="zh-CN" altLang="en-US" sz="1400" dirty="0"/>
          </a:p>
        </p:txBody>
      </p:sp>
      <p:sp>
        <p:nvSpPr>
          <p:cNvPr id="104" name="矩形: 圆角 103">
            <a:extLst>
              <a:ext uri="{FF2B5EF4-FFF2-40B4-BE49-F238E27FC236}">
                <a16:creationId xmlns:a16="http://schemas.microsoft.com/office/drawing/2014/main" id="{E9A6A053-5259-42BA-B8BD-0C44AD60A38E}"/>
              </a:ext>
            </a:extLst>
          </p:cNvPr>
          <p:cNvSpPr/>
          <p:nvPr/>
        </p:nvSpPr>
        <p:spPr>
          <a:xfrm>
            <a:off x="3047457" y="3505275"/>
            <a:ext cx="697995" cy="373391"/>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a:t>
            </a:r>
            <a:endParaRPr lang="zh-CN" altLang="en-US" sz="1400" dirty="0"/>
          </a:p>
        </p:txBody>
      </p:sp>
      <p:sp>
        <p:nvSpPr>
          <p:cNvPr id="105" name="矩形: 圆角 104">
            <a:extLst>
              <a:ext uri="{FF2B5EF4-FFF2-40B4-BE49-F238E27FC236}">
                <a16:creationId xmlns:a16="http://schemas.microsoft.com/office/drawing/2014/main" id="{83A78CEE-A709-4FF1-B26C-9A85693020B9}"/>
              </a:ext>
            </a:extLst>
          </p:cNvPr>
          <p:cNvSpPr/>
          <p:nvPr/>
        </p:nvSpPr>
        <p:spPr>
          <a:xfrm>
            <a:off x="3047456" y="4054407"/>
            <a:ext cx="697995" cy="373391"/>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a:t>
            </a:r>
            <a:endParaRPr lang="zh-CN" altLang="en-US" sz="1400" dirty="0"/>
          </a:p>
        </p:txBody>
      </p:sp>
    </p:spTree>
    <p:custDataLst>
      <p:custData r:id="rId1"/>
    </p:custDataLst>
    <p:extLst>
      <p:ext uri="{BB962C8B-B14F-4D97-AF65-F5344CB8AC3E}">
        <p14:creationId xmlns:p14="http://schemas.microsoft.com/office/powerpoint/2010/main" val="3477166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
                                        </p:tgtEl>
                                        <p:attrNameLst>
                                          <p:attrName>style.visibility</p:attrName>
                                        </p:attrNameLst>
                                      </p:cBhvr>
                                      <p:to>
                                        <p:strVal val="visible"/>
                                      </p:to>
                                    </p:set>
                                    <p:animEffect transition="in" filter="wipe(left)">
                                      <p:cBhvr>
                                        <p:cTn id="12" dur="500"/>
                                        <p:tgtEl>
                                          <p:spTgt spid="9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wipe(left)">
                                      <p:cBhvr>
                                        <p:cTn id="15" dur="500"/>
                                        <p:tgtEl>
                                          <p:spTgt spid="9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0"/>
                                        </p:tgtEl>
                                        <p:attrNameLst>
                                          <p:attrName>style.visibility</p:attrName>
                                        </p:attrNameLst>
                                      </p:cBhvr>
                                      <p:to>
                                        <p:strVal val="visible"/>
                                      </p:to>
                                    </p:set>
                                    <p:animEffect transition="in" filter="wipe(left)">
                                      <p:cBhvr>
                                        <p:cTn id="18" dur="500"/>
                                        <p:tgtEl>
                                          <p:spTgt spid="10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1"/>
                                        </p:tgtEl>
                                        <p:attrNameLst>
                                          <p:attrName>style.visibility</p:attrName>
                                        </p:attrNameLst>
                                      </p:cBhvr>
                                      <p:to>
                                        <p:strVal val="visible"/>
                                      </p:to>
                                    </p:set>
                                    <p:animEffect transition="in" filter="wipe(left)">
                                      <p:cBhvr>
                                        <p:cTn id="21" dur="500"/>
                                        <p:tgtEl>
                                          <p:spTgt spid="101"/>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2"/>
                                        </p:tgtEl>
                                        <p:attrNameLst>
                                          <p:attrName>style.visibility</p:attrName>
                                        </p:attrNameLst>
                                      </p:cBhvr>
                                      <p:to>
                                        <p:strVal val="visible"/>
                                      </p:to>
                                    </p:set>
                                    <p:animEffect transition="in" filter="wipe(left)">
                                      <p:cBhvr>
                                        <p:cTn id="24" dur="500"/>
                                        <p:tgtEl>
                                          <p:spTgt spid="102"/>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wipe(left)">
                                      <p:cBhvr>
                                        <p:cTn id="27" dur="500"/>
                                        <p:tgtEl>
                                          <p:spTgt spid="103"/>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wipe(left)">
                                      <p:cBhvr>
                                        <p:cTn id="30" dur="500"/>
                                        <p:tgtEl>
                                          <p:spTgt spid="104"/>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05"/>
                                        </p:tgtEl>
                                        <p:attrNameLst>
                                          <p:attrName>style.visibility</p:attrName>
                                        </p:attrNameLst>
                                      </p:cBhvr>
                                      <p:to>
                                        <p:strVal val="visible"/>
                                      </p:to>
                                    </p:set>
                                    <p:animEffect transition="in" filter="wipe(left)">
                                      <p:cBhvr>
                                        <p:cTn id="33" dur="500"/>
                                        <p:tgtEl>
                                          <p:spTgt spid="105"/>
                                        </p:tgtEl>
                                      </p:cBhvr>
                                    </p:animEffect>
                                  </p:childTnLst>
                                </p:cTn>
                              </p:par>
                            </p:childTnLst>
                          </p:cTn>
                        </p:par>
                        <p:par>
                          <p:cTn id="34" fill="hold">
                            <p:stCondLst>
                              <p:cond delay="500"/>
                            </p:stCondLst>
                            <p:childTnLst>
                              <p:par>
                                <p:cTn id="35" presetID="63" presetClass="path" presetSubtype="0" accel="50000" decel="50000" fill="hold" grpId="1" nodeType="afterEffect">
                                  <p:stCondLst>
                                    <p:cond delay="0"/>
                                  </p:stCondLst>
                                  <p:childTnLst>
                                    <p:animMotion origin="layout" path="M -2.08333E-6 7.40741E-7 L 0.25 7.40741E-7 " pathEditMode="relative" rAng="0" ptsTypes="AA">
                                      <p:cBhvr>
                                        <p:cTn id="36" dur="2000" fill="hold"/>
                                        <p:tgtEl>
                                          <p:spTgt spid="98"/>
                                        </p:tgtEl>
                                        <p:attrNameLst>
                                          <p:attrName>ppt_x</p:attrName>
                                          <p:attrName>ppt_y</p:attrName>
                                        </p:attrNameLst>
                                      </p:cBhvr>
                                      <p:rCtr x="12500" y="0"/>
                                    </p:animMotion>
                                  </p:childTnLst>
                                </p:cTn>
                              </p:par>
                              <p:par>
                                <p:cTn id="37" presetID="63" presetClass="path" presetSubtype="0" accel="50000" decel="50000" fill="hold" grpId="1" nodeType="withEffect">
                                  <p:stCondLst>
                                    <p:cond delay="0"/>
                                  </p:stCondLst>
                                  <p:childTnLst>
                                    <p:animMotion origin="layout" path="M -2.08333E-6 -1.85185E-6 L 0.25 -1.85185E-6 " pathEditMode="relative" rAng="0" ptsTypes="AA">
                                      <p:cBhvr>
                                        <p:cTn id="38" dur="2000" fill="hold"/>
                                        <p:tgtEl>
                                          <p:spTgt spid="99"/>
                                        </p:tgtEl>
                                        <p:attrNameLst>
                                          <p:attrName>ppt_x</p:attrName>
                                          <p:attrName>ppt_y</p:attrName>
                                        </p:attrNameLst>
                                      </p:cBhvr>
                                      <p:rCtr x="12500" y="0"/>
                                    </p:animMotion>
                                  </p:childTnLst>
                                </p:cTn>
                              </p:par>
                              <p:par>
                                <p:cTn id="39" presetID="63" presetClass="path" presetSubtype="0" accel="50000" decel="50000" fill="hold" grpId="1" nodeType="withEffect">
                                  <p:stCondLst>
                                    <p:cond delay="0"/>
                                  </p:stCondLst>
                                  <p:childTnLst>
                                    <p:animMotion origin="layout" path="M -2.08333E-6 -4.44444E-6 L 0.25 -4.44444E-6 " pathEditMode="relative" rAng="0" ptsTypes="AA">
                                      <p:cBhvr>
                                        <p:cTn id="40" dur="2000" fill="hold"/>
                                        <p:tgtEl>
                                          <p:spTgt spid="100"/>
                                        </p:tgtEl>
                                        <p:attrNameLst>
                                          <p:attrName>ppt_x</p:attrName>
                                          <p:attrName>ppt_y</p:attrName>
                                        </p:attrNameLst>
                                      </p:cBhvr>
                                      <p:rCtr x="12500" y="0"/>
                                    </p:animMotion>
                                  </p:childTnLst>
                                </p:cTn>
                              </p:par>
                              <p:par>
                                <p:cTn id="41" presetID="63" presetClass="path" presetSubtype="0" accel="50000" decel="50000" fill="hold" grpId="1" nodeType="withEffect">
                                  <p:stCondLst>
                                    <p:cond delay="0"/>
                                  </p:stCondLst>
                                  <p:childTnLst>
                                    <p:animMotion origin="layout" path="M -2.08333E-6 2.96296E-6 L 0.25 2.96296E-6 " pathEditMode="relative" rAng="0" ptsTypes="AA">
                                      <p:cBhvr>
                                        <p:cTn id="42" dur="2000" fill="hold"/>
                                        <p:tgtEl>
                                          <p:spTgt spid="101"/>
                                        </p:tgtEl>
                                        <p:attrNameLst>
                                          <p:attrName>ppt_x</p:attrName>
                                          <p:attrName>ppt_y</p:attrName>
                                        </p:attrNameLst>
                                      </p:cBhvr>
                                      <p:rCtr x="12500" y="0"/>
                                    </p:animMotion>
                                  </p:childTnLst>
                                </p:cTn>
                              </p:par>
                              <p:par>
                                <p:cTn id="43" presetID="63" presetClass="path" presetSubtype="0" accel="50000" decel="50000" fill="hold" grpId="1" nodeType="withEffect">
                                  <p:stCondLst>
                                    <p:cond delay="0"/>
                                  </p:stCondLst>
                                  <p:childTnLst>
                                    <p:animMotion origin="layout" path="M 4.375E-6 7.40741E-7 L 0.25 7.40741E-7 " pathEditMode="relative" rAng="0" ptsTypes="AA">
                                      <p:cBhvr>
                                        <p:cTn id="44" dur="2000" fill="hold"/>
                                        <p:tgtEl>
                                          <p:spTgt spid="102"/>
                                        </p:tgtEl>
                                        <p:attrNameLst>
                                          <p:attrName>ppt_x</p:attrName>
                                          <p:attrName>ppt_y</p:attrName>
                                        </p:attrNameLst>
                                      </p:cBhvr>
                                      <p:rCtr x="12500" y="0"/>
                                    </p:animMotion>
                                  </p:childTnLst>
                                </p:cTn>
                              </p:par>
                              <p:par>
                                <p:cTn id="45" presetID="63" presetClass="path" presetSubtype="0" accel="50000" decel="50000" fill="hold" grpId="1" nodeType="withEffect">
                                  <p:stCondLst>
                                    <p:cond delay="0"/>
                                  </p:stCondLst>
                                  <p:childTnLst>
                                    <p:animMotion origin="layout" path="M 4.375E-6 -1.85185E-6 L 0.25 -1.85185E-6 " pathEditMode="relative" rAng="0" ptsTypes="AA">
                                      <p:cBhvr>
                                        <p:cTn id="46" dur="2000" fill="hold"/>
                                        <p:tgtEl>
                                          <p:spTgt spid="103"/>
                                        </p:tgtEl>
                                        <p:attrNameLst>
                                          <p:attrName>ppt_x</p:attrName>
                                          <p:attrName>ppt_y</p:attrName>
                                        </p:attrNameLst>
                                      </p:cBhvr>
                                      <p:rCtr x="12500" y="0"/>
                                    </p:animMotion>
                                  </p:childTnLst>
                                </p:cTn>
                              </p:par>
                              <p:par>
                                <p:cTn id="47" presetID="63" presetClass="path" presetSubtype="0" accel="50000" decel="50000" fill="hold" grpId="1" nodeType="withEffect">
                                  <p:stCondLst>
                                    <p:cond delay="0"/>
                                  </p:stCondLst>
                                  <p:childTnLst>
                                    <p:animMotion origin="layout" path="M 4.375E-6 -4.44444E-6 L 0.25 -4.44444E-6 " pathEditMode="relative" rAng="0" ptsTypes="AA">
                                      <p:cBhvr>
                                        <p:cTn id="48" dur="2000" fill="hold"/>
                                        <p:tgtEl>
                                          <p:spTgt spid="104"/>
                                        </p:tgtEl>
                                        <p:attrNameLst>
                                          <p:attrName>ppt_x</p:attrName>
                                          <p:attrName>ppt_y</p:attrName>
                                        </p:attrNameLst>
                                      </p:cBhvr>
                                      <p:rCtr x="12500" y="0"/>
                                    </p:animMotion>
                                  </p:childTnLst>
                                </p:cTn>
                              </p:par>
                              <p:par>
                                <p:cTn id="49" presetID="63" presetClass="path" presetSubtype="0" accel="50000" decel="50000" fill="hold" grpId="1" nodeType="withEffect">
                                  <p:stCondLst>
                                    <p:cond delay="0"/>
                                  </p:stCondLst>
                                  <p:childTnLst>
                                    <p:animMotion origin="layout" path="M 4.375E-6 2.96296E-6 L 0.25 2.96296E-6 " pathEditMode="relative" rAng="0" ptsTypes="AA">
                                      <p:cBhvr>
                                        <p:cTn id="50" dur="2000" fill="hold"/>
                                        <p:tgtEl>
                                          <p:spTgt spid="105"/>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8" grpId="0" animBg="1"/>
      <p:bldP spid="98" grpId="1" animBg="1"/>
      <p:bldP spid="99" grpId="0" animBg="1"/>
      <p:bldP spid="99" grpId="1" animBg="1"/>
      <p:bldP spid="100" grpId="0" animBg="1"/>
      <p:bldP spid="100" grpId="1" animBg="1"/>
      <p:bldP spid="101" grpId="0" animBg="1"/>
      <p:bldP spid="101" grpId="1" animBg="1"/>
      <p:bldP spid="102" grpId="0" animBg="1"/>
      <p:bldP spid="102" grpId="1" animBg="1"/>
      <p:bldP spid="103" grpId="0" animBg="1"/>
      <p:bldP spid="103" grpId="1" animBg="1"/>
      <p:bldP spid="104" grpId="0" animBg="1"/>
      <p:bldP spid="104" grpId="1" animBg="1"/>
      <p:bldP spid="105" grpId="0" animBg="1"/>
      <p:bldP spid="105"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149" name="Number1">
            <a:extLst>
              <a:ext uri="{FF2B5EF4-FFF2-40B4-BE49-F238E27FC236}">
                <a16:creationId xmlns:a16="http://schemas.microsoft.com/office/drawing/2014/main" id="{DD0393BB-6862-42AE-ABAB-72993383246E}"/>
              </a:ext>
            </a:extLst>
          </p:cNvPr>
          <p:cNvSpPr/>
          <p:nvPr/>
        </p:nvSpPr>
        <p:spPr>
          <a:xfrm>
            <a:off x="641765" y="965719"/>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sp>
        <p:nvSpPr>
          <p:cNvPr id="77" name="流程图: 接点 76">
            <a:extLst>
              <a:ext uri="{FF2B5EF4-FFF2-40B4-BE49-F238E27FC236}">
                <a16:creationId xmlns:a16="http://schemas.microsoft.com/office/drawing/2014/main" id="{2970360D-2D40-4526-985F-C1C18DF59ED6}"/>
              </a:ext>
            </a:extLst>
          </p:cNvPr>
          <p:cNvSpPr/>
          <p:nvPr/>
        </p:nvSpPr>
        <p:spPr>
          <a:xfrm flipV="1">
            <a:off x="6237817" y="2806699"/>
            <a:ext cx="165251" cy="16282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8" name="流程图: 接点 77">
            <a:extLst>
              <a:ext uri="{FF2B5EF4-FFF2-40B4-BE49-F238E27FC236}">
                <a16:creationId xmlns:a16="http://schemas.microsoft.com/office/drawing/2014/main" id="{3D2F4EEE-CDC3-4E4B-8206-255D7FF222AB}"/>
              </a:ext>
            </a:extLst>
          </p:cNvPr>
          <p:cNvSpPr/>
          <p:nvPr/>
        </p:nvSpPr>
        <p:spPr>
          <a:xfrm flipV="1">
            <a:off x="6237817" y="3933299"/>
            <a:ext cx="165251" cy="16282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9" name="流程图: 接点 78">
            <a:extLst>
              <a:ext uri="{FF2B5EF4-FFF2-40B4-BE49-F238E27FC236}">
                <a16:creationId xmlns:a16="http://schemas.microsoft.com/office/drawing/2014/main" id="{4DCE9C0A-2346-4CCA-906C-9894F786C07E}"/>
              </a:ext>
            </a:extLst>
          </p:cNvPr>
          <p:cNvSpPr/>
          <p:nvPr/>
        </p:nvSpPr>
        <p:spPr>
          <a:xfrm flipV="1">
            <a:off x="6237817" y="2205791"/>
            <a:ext cx="165251" cy="16282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0" name="矩形 79">
            <a:extLst>
              <a:ext uri="{FF2B5EF4-FFF2-40B4-BE49-F238E27FC236}">
                <a16:creationId xmlns:a16="http://schemas.microsoft.com/office/drawing/2014/main" id="{4A3FE637-138A-43A4-B15A-3A8371BA02D0}"/>
              </a:ext>
            </a:extLst>
          </p:cNvPr>
          <p:cNvSpPr/>
          <p:nvPr/>
        </p:nvSpPr>
        <p:spPr>
          <a:xfrm>
            <a:off x="5104647" y="2167391"/>
            <a:ext cx="306495" cy="23962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t>x1</a:t>
            </a:r>
            <a:endParaRPr lang="zh-CN" altLang="en-US" sz="800" dirty="0"/>
          </a:p>
        </p:txBody>
      </p:sp>
      <p:sp>
        <p:nvSpPr>
          <p:cNvPr id="81" name="矩形 80">
            <a:extLst>
              <a:ext uri="{FF2B5EF4-FFF2-40B4-BE49-F238E27FC236}">
                <a16:creationId xmlns:a16="http://schemas.microsoft.com/office/drawing/2014/main" id="{4551F1CC-D689-48CF-B976-763ABA07A378}"/>
              </a:ext>
            </a:extLst>
          </p:cNvPr>
          <p:cNvSpPr/>
          <p:nvPr/>
        </p:nvSpPr>
        <p:spPr>
          <a:xfrm>
            <a:off x="5104647" y="2768299"/>
            <a:ext cx="306495" cy="23962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t>x2</a:t>
            </a:r>
            <a:endParaRPr lang="zh-CN" altLang="en-US" sz="800" dirty="0"/>
          </a:p>
        </p:txBody>
      </p:sp>
      <p:sp>
        <p:nvSpPr>
          <p:cNvPr id="82" name="矩形 81">
            <a:extLst>
              <a:ext uri="{FF2B5EF4-FFF2-40B4-BE49-F238E27FC236}">
                <a16:creationId xmlns:a16="http://schemas.microsoft.com/office/drawing/2014/main" id="{F5886D23-8365-45A4-91DF-FC1118E69791}"/>
              </a:ext>
            </a:extLst>
          </p:cNvPr>
          <p:cNvSpPr/>
          <p:nvPr/>
        </p:nvSpPr>
        <p:spPr>
          <a:xfrm>
            <a:off x="5104647" y="3894898"/>
            <a:ext cx="306495" cy="23962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err="1"/>
              <a:t>xN</a:t>
            </a:r>
            <a:endParaRPr lang="zh-CN" altLang="en-US" sz="800" dirty="0"/>
          </a:p>
        </p:txBody>
      </p:sp>
      <p:cxnSp>
        <p:nvCxnSpPr>
          <p:cNvPr id="83" name="直接箭头连接符 82">
            <a:extLst>
              <a:ext uri="{FF2B5EF4-FFF2-40B4-BE49-F238E27FC236}">
                <a16:creationId xmlns:a16="http://schemas.microsoft.com/office/drawing/2014/main" id="{4F95567A-6E4B-4D3D-96CD-AF7DD7F80666}"/>
              </a:ext>
            </a:extLst>
          </p:cNvPr>
          <p:cNvCxnSpPr>
            <a:stCxn id="80" idx="3"/>
            <a:endCxn id="79" idx="2"/>
          </p:cNvCxnSpPr>
          <p:nvPr/>
        </p:nvCxnSpPr>
        <p:spPr>
          <a:xfrm>
            <a:off x="5411140" y="228720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4" name="直接箭头连接符 83">
            <a:extLst>
              <a:ext uri="{FF2B5EF4-FFF2-40B4-BE49-F238E27FC236}">
                <a16:creationId xmlns:a16="http://schemas.microsoft.com/office/drawing/2014/main" id="{660FD11C-E2F7-4C12-ABB8-4FAB6C639F69}"/>
              </a:ext>
            </a:extLst>
          </p:cNvPr>
          <p:cNvCxnSpPr>
            <a:stCxn id="80" idx="3"/>
            <a:endCxn id="77" idx="2"/>
          </p:cNvCxnSpPr>
          <p:nvPr/>
        </p:nvCxnSpPr>
        <p:spPr>
          <a:xfrm>
            <a:off x="5411140" y="2287201"/>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5" name="直接箭头连接符 84">
            <a:extLst>
              <a:ext uri="{FF2B5EF4-FFF2-40B4-BE49-F238E27FC236}">
                <a16:creationId xmlns:a16="http://schemas.microsoft.com/office/drawing/2014/main" id="{AD07C43C-C61E-401E-8AEC-4C87DAC1C331}"/>
              </a:ext>
            </a:extLst>
          </p:cNvPr>
          <p:cNvCxnSpPr>
            <a:cxnSpLocks/>
            <a:stCxn id="80" idx="3"/>
            <a:endCxn id="78" idx="2"/>
          </p:cNvCxnSpPr>
          <p:nvPr/>
        </p:nvCxnSpPr>
        <p:spPr>
          <a:xfrm>
            <a:off x="5411140" y="2287201"/>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6" name="直接箭头连接符 85">
            <a:extLst>
              <a:ext uri="{FF2B5EF4-FFF2-40B4-BE49-F238E27FC236}">
                <a16:creationId xmlns:a16="http://schemas.microsoft.com/office/drawing/2014/main" id="{CC270620-5224-451F-9D51-4BA5615067B2}"/>
              </a:ext>
            </a:extLst>
          </p:cNvPr>
          <p:cNvCxnSpPr>
            <a:stCxn id="81" idx="3"/>
            <a:endCxn id="77" idx="2"/>
          </p:cNvCxnSpPr>
          <p:nvPr/>
        </p:nvCxnSpPr>
        <p:spPr>
          <a:xfrm>
            <a:off x="5411140" y="2888107"/>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7" name="直接箭头连接符 86">
            <a:extLst>
              <a:ext uri="{FF2B5EF4-FFF2-40B4-BE49-F238E27FC236}">
                <a16:creationId xmlns:a16="http://schemas.microsoft.com/office/drawing/2014/main" id="{606CE162-D0FE-4C57-AE09-73C368DCCC70}"/>
              </a:ext>
            </a:extLst>
          </p:cNvPr>
          <p:cNvCxnSpPr>
            <a:stCxn id="81" idx="3"/>
            <a:endCxn id="79" idx="2"/>
          </p:cNvCxnSpPr>
          <p:nvPr/>
        </p:nvCxnSpPr>
        <p:spPr>
          <a:xfrm flipV="1">
            <a:off x="5411140" y="2287201"/>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8" name="直接箭头连接符 87">
            <a:extLst>
              <a:ext uri="{FF2B5EF4-FFF2-40B4-BE49-F238E27FC236}">
                <a16:creationId xmlns:a16="http://schemas.microsoft.com/office/drawing/2014/main" id="{482D2791-B757-47DF-A7CB-DF328F9AAF93}"/>
              </a:ext>
            </a:extLst>
          </p:cNvPr>
          <p:cNvCxnSpPr>
            <a:cxnSpLocks/>
            <a:stCxn id="81" idx="3"/>
            <a:endCxn id="78" idx="2"/>
          </p:cNvCxnSpPr>
          <p:nvPr/>
        </p:nvCxnSpPr>
        <p:spPr>
          <a:xfrm>
            <a:off x="5411140" y="2888107"/>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9" name="直接箭头连接符 88">
            <a:extLst>
              <a:ext uri="{FF2B5EF4-FFF2-40B4-BE49-F238E27FC236}">
                <a16:creationId xmlns:a16="http://schemas.microsoft.com/office/drawing/2014/main" id="{D5D49F84-E766-4C8D-8B73-4889B6766248}"/>
              </a:ext>
            </a:extLst>
          </p:cNvPr>
          <p:cNvCxnSpPr>
            <a:stCxn id="82" idx="3"/>
            <a:endCxn id="79" idx="2"/>
          </p:cNvCxnSpPr>
          <p:nvPr/>
        </p:nvCxnSpPr>
        <p:spPr>
          <a:xfrm flipV="1">
            <a:off x="5411140" y="2287201"/>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0" name="直接箭头连接符 89">
            <a:extLst>
              <a:ext uri="{FF2B5EF4-FFF2-40B4-BE49-F238E27FC236}">
                <a16:creationId xmlns:a16="http://schemas.microsoft.com/office/drawing/2014/main" id="{E203711C-28A3-4915-B013-3B105A0D2FBE}"/>
              </a:ext>
            </a:extLst>
          </p:cNvPr>
          <p:cNvCxnSpPr>
            <a:stCxn id="82" idx="3"/>
            <a:endCxn id="77" idx="2"/>
          </p:cNvCxnSpPr>
          <p:nvPr/>
        </p:nvCxnSpPr>
        <p:spPr>
          <a:xfrm flipV="1">
            <a:off x="5411140" y="2888107"/>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1" name="直接箭头连接符 90">
            <a:extLst>
              <a:ext uri="{FF2B5EF4-FFF2-40B4-BE49-F238E27FC236}">
                <a16:creationId xmlns:a16="http://schemas.microsoft.com/office/drawing/2014/main" id="{D239246E-6729-464C-994E-A0423A241594}"/>
              </a:ext>
            </a:extLst>
          </p:cNvPr>
          <p:cNvCxnSpPr>
            <a:stCxn id="82" idx="3"/>
            <a:endCxn id="78" idx="2"/>
          </p:cNvCxnSpPr>
          <p:nvPr/>
        </p:nvCxnSpPr>
        <p:spPr>
          <a:xfrm>
            <a:off x="5411140" y="4014707"/>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2" name="文本框 91">
            <a:extLst>
              <a:ext uri="{FF2B5EF4-FFF2-40B4-BE49-F238E27FC236}">
                <a16:creationId xmlns:a16="http://schemas.microsoft.com/office/drawing/2014/main" id="{C2453E81-DADD-4CCA-B648-ACDFD12E1A0E}"/>
              </a:ext>
            </a:extLst>
          </p:cNvPr>
          <p:cNvSpPr txBox="1"/>
          <p:nvPr/>
        </p:nvSpPr>
        <p:spPr>
          <a:xfrm>
            <a:off x="5159613" y="3369201"/>
            <a:ext cx="245580" cy="215444"/>
          </a:xfrm>
          <a:prstGeom prst="rect">
            <a:avLst/>
          </a:prstGeom>
          <a:noFill/>
        </p:spPr>
        <p:txBody>
          <a:bodyPr wrap="none" rtlCol="0">
            <a:spAutoFit/>
          </a:bodyPr>
          <a:lstStyle/>
          <a:p>
            <a:r>
              <a:rPr lang="en-US" altLang="zh-CN" sz="800" dirty="0"/>
              <a:t>…</a:t>
            </a:r>
            <a:endParaRPr lang="zh-CN" altLang="en-US" sz="800" dirty="0"/>
          </a:p>
        </p:txBody>
      </p:sp>
      <p:sp>
        <p:nvSpPr>
          <p:cNvPr id="93" name="文本框 92">
            <a:extLst>
              <a:ext uri="{FF2B5EF4-FFF2-40B4-BE49-F238E27FC236}">
                <a16:creationId xmlns:a16="http://schemas.microsoft.com/office/drawing/2014/main" id="{8F50E1C4-3F29-4D70-BA91-8AE4ED81AF09}"/>
              </a:ext>
            </a:extLst>
          </p:cNvPr>
          <p:cNvSpPr txBox="1"/>
          <p:nvPr/>
        </p:nvSpPr>
        <p:spPr>
          <a:xfrm>
            <a:off x="6222163" y="3379097"/>
            <a:ext cx="245580" cy="215444"/>
          </a:xfrm>
          <a:prstGeom prst="rect">
            <a:avLst/>
          </a:prstGeom>
          <a:noFill/>
        </p:spPr>
        <p:txBody>
          <a:bodyPr wrap="none" rtlCol="0">
            <a:spAutoFit/>
          </a:bodyPr>
          <a:lstStyle/>
          <a:p>
            <a:r>
              <a:rPr lang="en-US" altLang="zh-CN" sz="800" dirty="0"/>
              <a:t>…</a:t>
            </a:r>
            <a:endParaRPr lang="zh-CN" altLang="en-US" sz="800" dirty="0"/>
          </a:p>
        </p:txBody>
      </p:sp>
      <p:sp>
        <p:nvSpPr>
          <p:cNvPr id="94" name="流程图: 接点 93">
            <a:extLst>
              <a:ext uri="{FF2B5EF4-FFF2-40B4-BE49-F238E27FC236}">
                <a16:creationId xmlns:a16="http://schemas.microsoft.com/office/drawing/2014/main" id="{4747A815-A17B-447D-ADFF-53CA04A58B57}"/>
              </a:ext>
            </a:extLst>
          </p:cNvPr>
          <p:cNvSpPr/>
          <p:nvPr/>
        </p:nvSpPr>
        <p:spPr>
          <a:xfrm flipV="1">
            <a:off x="7229745" y="2806699"/>
            <a:ext cx="165251" cy="162820"/>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5" name="流程图: 接点 94">
            <a:extLst>
              <a:ext uri="{FF2B5EF4-FFF2-40B4-BE49-F238E27FC236}">
                <a16:creationId xmlns:a16="http://schemas.microsoft.com/office/drawing/2014/main" id="{AEC81D20-4E27-41A6-841C-4F8FA6B048DE}"/>
              </a:ext>
            </a:extLst>
          </p:cNvPr>
          <p:cNvSpPr/>
          <p:nvPr/>
        </p:nvSpPr>
        <p:spPr>
          <a:xfrm flipV="1">
            <a:off x="7229745" y="3933299"/>
            <a:ext cx="165251" cy="162820"/>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6" name="流程图: 接点 95">
            <a:extLst>
              <a:ext uri="{FF2B5EF4-FFF2-40B4-BE49-F238E27FC236}">
                <a16:creationId xmlns:a16="http://schemas.microsoft.com/office/drawing/2014/main" id="{34305411-9B8A-4225-98D0-2896B3628056}"/>
              </a:ext>
            </a:extLst>
          </p:cNvPr>
          <p:cNvSpPr/>
          <p:nvPr/>
        </p:nvSpPr>
        <p:spPr>
          <a:xfrm flipV="1">
            <a:off x="7229745" y="2205791"/>
            <a:ext cx="165251" cy="162820"/>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97" name="直接箭头连接符 96">
            <a:extLst>
              <a:ext uri="{FF2B5EF4-FFF2-40B4-BE49-F238E27FC236}">
                <a16:creationId xmlns:a16="http://schemas.microsoft.com/office/drawing/2014/main" id="{414D0775-7AA2-430A-827A-0039FD02141A}"/>
              </a:ext>
            </a:extLst>
          </p:cNvPr>
          <p:cNvCxnSpPr>
            <a:endCxn id="96" idx="2"/>
          </p:cNvCxnSpPr>
          <p:nvPr/>
        </p:nvCxnSpPr>
        <p:spPr>
          <a:xfrm>
            <a:off x="6403068" y="228720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6" name="直接箭头连接符 105">
            <a:extLst>
              <a:ext uri="{FF2B5EF4-FFF2-40B4-BE49-F238E27FC236}">
                <a16:creationId xmlns:a16="http://schemas.microsoft.com/office/drawing/2014/main" id="{E3484467-FC8A-4FDC-B35F-47D89F038040}"/>
              </a:ext>
            </a:extLst>
          </p:cNvPr>
          <p:cNvCxnSpPr>
            <a:endCxn id="94" idx="2"/>
          </p:cNvCxnSpPr>
          <p:nvPr/>
        </p:nvCxnSpPr>
        <p:spPr>
          <a:xfrm>
            <a:off x="6403068" y="2287201"/>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7" name="直接箭头连接符 106">
            <a:extLst>
              <a:ext uri="{FF2B5EF4-FFF2-40B4-BE49-F238E27FC236}">
                <a16:creationId xmlns:a16="http://schemas.microsoft.com/office/drawing/2014/main" id="{820746ED-34D8-4520-8F06-89CC3B35DEAE}"/>
              </a:ext>
            </a:extLst>
          </p:cNvPr>
          <p:cNvCxnSpPr>
            <a:cxnSpLocks/>
            <a:endCxn id="95" idx="2"/>
          </p:cNvCxnSpPr>
          <p:nvPr/>
        </p:nvCxnSpPr>
        <p:spPr>
          <a:xfrm>
            <a:off x="6403068" y="2287201"/>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8" name="直接箭头连接符 107">
            <a:extLst>
              <a:ext uri="{FF2B5EF4-FFF2-40B4-BE49-F238E27FC236}">
                <a16:creationId xmlns:a16="http://schemas.microsoft.com/office/drawing/2014/main" id="{6B276F7E-F79F-499D-ACA9-F20C5676236E}"/>
              </a:ext>
            </a:extLst>
          </p:cNvPr>
          <p:cNvCxnSpPr>
            <a:endCxn id="94" idx="2"/>
          </p:cNvCxnSpPr>
          <p:nvPr/>
        </p:nvCxnSpPr>
        <p:spPr>
          <a:xfrm>
            <a:off x="6403068" y="2888107"/>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9" name="直接箭头连接符 108">
            <a:extLst>
              <a:ext uri="{FF2B5EF4-FFF2-40B4-BE49-F238E27FC236}">
                <a16:creationId xmlns:a16="http://schemas.microsoft.com/office/drawing/2014/main" id="{6348F2FA-73EE-4544-8D2A-83E3A4005355}"/>
              </a:ext>
            </a:extLst>
          </p:cNvPr>
          <p:cNvCxnSpPr>
            <a:endCxn id="96" idx="2"/>
          </p:cNvCxnSpPr>
          <p:nvPr/>
        </p:nvCxnSpPr>
        <p:spPr>
          <a:xfrm flipV="1">
            <a:off x="6403068" y="2287201"/>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0" name="直接箭头连接符 109">
            <a:extLst>
              <a:ext uri="{FF2B5EF4-FFF2-40B4-BE49-F238E27FC236}">
                <a16:creationId xmlns:a16="http://schemas.microsoft.com/office/drawing/2014/main" id="{330846C3-F9FE-4D26-82A3-97CBD519443D}"/>
              </a:ext>
            </a:extLst>
          </p:cNvPr>
          <p:cNvCxnSpPr>
            <a:cxnSpLocks/>
            <a:endCxn id="95" idx="2"/>
          </p:cNvCxnSpPr>
          <p:nvPr/>
        </p:nvCxnSpPr>
        <p:spPr>
          <a:xfrm>
            <a:off x="6403068" y="2888107"/>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3" name="直接箭头连接符 142">
            <a:extLst>
              <a:ext uri="{FF2B5EF4-FFF2-40B4-BE49-F238E27FC236}">
                <a16:creationId xmlns:a16="http://schemas.microsoft.com/office/drawing/2014/main" id="{9F7E93AF-FE06-424F-A68E-2390E51018A1}"/>
              </a:ext>
            </a:extLst>
          </p:cNvPr>
          <p:cNvCxnSpPr>
            <a:endCxn id="96" idx="2"/>
          </p:cNvCxnSpPr>
          <p:nvPr/>
        </p:nvCxnSpPr>
        <p:spPr>
          <a:xfrm flipV="1">
            <a:off x="6403068" y="2287201"/>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4" name="直接箭头连接符 143">
            <a:extLst>
              <a:ext uri="{FF2B5EF4-FFF2-40B4-BE49-F238E27FC236}">
                <a16:creationId xmlns:a16="http://schemas.microsoft.com/office/drawing/2014/main" id="{C726E537-0CBD-470D-A1A1-0BFD7FA0AEAF}"/>
              </a:ext>
            </a:extLst>
          </p:cNvPr>
          <p:cNvCxnSpPr>
            <a:endCxn id="94" idx="2"/>
          </p:cNvCxnSpPr>
          <p:nvPr/>
        </p:nvCxnSpPr>
        <p:spPr>
          <a:xfrm flipV="1">
            <a:off x="6403068" y="2888107"/>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5" name="直接箭头连接符 144">
            <a:extLst>
              <a:ext uri="{FF2B5EF4-FFF2-40B4-BE49-F238E27FC236}">
                <a16:creationId xmlns:a16="http://schemas.microsoft.com/office/drawing/2014/main" id="{B18C2056-42CB-48C7-9E76-FA997BD2517A}"/>
              </a:ext>
            </a:extLst>
          </p:cNvPr>
          <p:cNvCxnSpPr>
            <a:endCxn id="95" idx="2"/>
          </p:cNvCxnSpPr>
          <p:nvPr/>
        </p:nvCxnSpPr>
        <p:spPr>
          <a:xfrm>
            <a:off x="6403068" y="4014707"/>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8" name="文本框 147">
            <a:extLst>
              <a:ext uri="{FF2B5EF4-FFF2-40B4-BE49-F238E27FC236}">
                <a16:creationId xmlns:a16="http://schemas.microsoft.com/office/drawing/2014/main" id="{A86936F7-82C4-4E6E-8F74-E8E7E8DD677E}"/>
              </a:ext>
            </a:extLst>
          </p:cNvPr>
          <p:cNvSpPr txBox="1"/>
          <p:nvPr/>
        </p:nvSpPr>
        <p:spPr>
          <a:xfrm>
            <a:off x="7214091" y="3379097"/>
            <a:ext cx="245580" cy="215444"/>
          </a:xfrm>
          <a:prstGeom prst="rect">
            <a:avLst/>
          </a:prstGeom>
          <a:noFill/>
        </p:spPr>
        <p:txBody>
          <a:bodyPr wrap="none" rtlCol="0">
            <a:spAutoFit/>
          </a:bodyPr>
          <a:lstStyle>
            <a:defPPr>
              <a:defRPr lang="zh-CN"/>
            </a:defPPr>
            <a:lvl1pPr>
              <a:defRPr sz="800"/>
            </a:lvl1pPr>
          </a:lstStyle>
          <a:p>
            <a:r>
              <a:rPr lang="en-US" altLang="zh-CN" dirty="0"/>
              <a:t>…</a:t>
            </a:r>
            <a:endParaRPr lang="zh-CN" altLang="en-US" dirty="0"/>
          </a:p>
        </p:txBody>
      </p:sp>
      <p:sp>
        <p:nvSpPr>
          <p:cNvPr id="150" name="流程图: 接点 149">
            <a:extLst>
              <a:ext uri="{FF2B5EF4-FFF2-40B4-BE49-F238E27FC236}">
                <a16:creationId xmlns:a16="http://schemas.microsoft.com/office/drawing/2014/main" id="{194C67AC-5640-47DD-AA52-2DDB2FBED343}"/>
              </a:ext>
            </a:extLst>
          </p:cNvPr>
          <p:cNvSpPr/>
          <p:nvPr/>
        </p:nvSpPr>
        <p:spPr>
          <a:xfrm flipV="1">
            <a:off x="8756645" y="2800803"/>
            <a:ext cx="165251" cy="162820"/>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51" name="流程图: 接点 150">
            <a:extLst>
              <a:ext uri="{FF2B5EF4-FFF2-40B4-BE49-F238E27FC236}">
                <a16:creationId xmlns:a16="http://schemas.microsoft.com/office/drawing/2014/main" id="{7D6F0641-9014-4241-A7FC-F07D90994F89}"/>
              </a:ext>
            </a:extLst>
          </p:cNvPr>
          <p:cNvSpPr/>
          <p:nvPr/>
        </p:nvSpPr>
        <p:spPr>
          <a:xfrm flipV="1">
            <a:off x="8756645" y="3927403"/>
            <a:ext cx="165251" cy="162820"/>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52" name="流程图: 接点 151">
            <a:extLst>
              <a:ext uri="{FF2B5EF4-FFF2-40B4-BE49-F238E27FC236}">
                <a16:creationId xmlns:a16="http://schemas.microsoft.com/office/drawing/2014/main" id="{D689DF5D-45B2-426A-9DBD-573A051A7CFB}"/>
              </a:ext>
            </a:extLst>
          </p:cNvPr>
          <p:cNvSpPr/>
          <p:nvPr/>
        </p:nvSpPr>
        <p:spPr>
          <a:xfrm flipV="1">
            <a:off x="8756645" y="2199895"/>
            <a:ext cx="165251" cy="162820"/>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153" name="直接箭头连接符 152">
            <a:extLst>
              <a:ext uri="{FF2B5EF4-FFF2-40B4-BE49-F238E27FC236}">
                <a16:creationId xmlns:a16="http://schemas.microsoft.com/office/drawing/2014/main" id="{3C1B28A9-C25F-4A0B-AAC3-E0EF9D869EAF}"/>
              </a:ext>
            </a:extLst>
          </p:cNvPr>
          <p:cNvCxnSpPr>
            <a:endCxn id="152" idx="2"/>
          </p:cNvCxnSpPr>
          <p:nvPr/>
        </p:nvCxnSpPr>
        <p:spPr>
          <a:xfrm>
            <a:off x="7929968" y="2281305"/>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4" name="直接箭头连接符 153">
            <a:extLst>
              <a:ext uri="{FF2B5EF4-FFF2-40B4-BE49-F238E27FC236}">
                <a16:creationId xmlns:a16="http://schemas.microsoft.com/office/drawing/2014/main" id="{18F6342B-E1D7-425A-A150-DD30BA776585}"/>
              </a:ext>
            </a:extLst>
          </p:cNvPr>
          <p:cNvCxnSpPr>
            <a:endCxn id="150" idx="2"/>
          </p:cNvCxnSpPr>
          <p:nvPr/>
        </p:nvCxnSpPr>
        <p:spPr>
          <a:xfrm>
            <a:off x="7929968" y="2281305"/>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5" name="直接箭头连接符 154">
            <a:extLst>
              <a:ext uri="{FF2B5EF4-FFF2-40B4-BE49-F238E27FC236}">
                <a16:creationId xmlns:a16="http://schemas.microsoft.com/office/drawing/2014/main" id="{1B9E96C2-7992-4D60-9603-E1B651CD9710}"/>
              </a:ext>
            </a:extLst>
          </p:cNvPr>
          <p:cNvCxnSpPr>
            <a:cxnSpLocks/>
            <a:endCxn id="151" idx="2"/>
          </p:cNvCxnSpPr>
          <p:nvPr/>
        </p:nvCxnSpPr>
        <p:spPr>
          <a:xfrm>
            <a:off x="7929968" y="2281305"/>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6" name="直接箭头连接符 155">
            <a:extLst>
              <a:ext uri="{FF2B5EF4-FFF2-40B4-BE49-F238E27FC236}">
                <a16:creationId xmlns:a16="http://schemas.microsoft.com/office/drawing/2014/main" id="{C1EE46C0-C018-4DEB-A622-BCC61BF43CB1}"/>
              </a:ext>
            </a:extLst>
          </p:cNvPr>
          <p:cNvCxnSpPr>
            <a:endCxn id="150" idx="2"/>
          </p:cNvCxnSpPr>
          <p:nvPr/>
        </p:nvCxnSpPr>
        <p:spPr>
          <a:xfrm>
            <a:off x="7929968" y="288221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7" name="直接箭头连接符 156">
            <a:extLst>
              <a:ext uri="{FF2B5EF4-FFF2-40B4-BE49-F238E27FC236}">
                <a16:creationId xmlns:a16="http://schemas.microsoft.com/office/drawing/2014/main" id="{21C33C1A-A20F-44B4-B185-C83328C7AC28}"/>
              </a:ext>
            </a:extLst>
          </p:cNvPr>
          <p:cNvCxnSpPr>
            <a:endCxn id="152" idx="2"/>
          </p:cNvCxnSpPr>
          <p:nvPr/>
        </p:nvCxnSpPr>
        <p:spPr>
          <a:xfrm flipV="1">
            <a:off x="7929968" y="2281305"/>
            <a:ext cx="826677" cy="600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8" name="直接箭头连接符 157">
            <a:extLst>
              <a:ext uri="{FF2B5EF4-FFF2-40B4-BE49-F238E27FC236}">
                <a16:creationId xmlns:a16="http://schemas.microsoft.com/office/drawing/2014/main" id="{9DB42030-7C88-45B4-9DBE-FBFE61B0226D}"/>
              </a:ext>
            </a:extLst>
          </p:cNvPr>
          <p:cNvCxnSpPr>
            <a:cxnSpLocks/>
            <a:endCxn id="151" idx="2"/>
          </p:cNvCxnSpPr>
          <p:nvPr/>
        </p:nvCxnSpPr>
        <p:spPr>
          <a:xfrm>
            <a:off x="7929968" y="2882211"/>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9" name="直接箭头连接符 158">
            <a:extLst>
              <a:ext uri="{FF2B5EF4-FFF2-40B4-BE49-F238E27FC236}">
                <a16:creationId xmlns:a16="http://schemas.microsoft.com/office/drawing/2014/main" id="{DF91355F-0869-4DEF-9C22-CCD0C5552578}"/>
              </a:ext>
            </a:extLst>
          </p:cNvPr>
          <p:cNvCxnSpPr>
            <a:endCxn id="152" idx="2"/>
          </p:cNvCxnSpPr>
          <p:nvPr/>
        </p:nvCxnSpPr>
        <p:spPr>
          <a:xfrm flipV="1">
            <a:off x="7929968" y="2281305"/>
            <a:ext cx="826677" cy="17275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0" name="直接箭头连接符 159">
            <a:extLst>
              <a:ext uri="{FF2B5EF4-FFF2-40B4-BE49-F238E27FC236}">
                <a16:creationId xmlns:a16="http://schemas.microsoft.com/office/drawing/2014/main" id="{3769F077-D5DC-4B2B-B44C-6E3EA608F19B}"/>
              </a:ext>
            </a:extLst>
          </p:cNvPr>
          <p:cNvCxnSpPr>
            <a:endCxn id="150" idx="2"/>
          </p:cNvCxnSpPr>
          <p:nvPr/>
        </p:nvCxnSpPr>
        <p:spPr>
          <a:xfrm flipV="1">
            <a:off x="7929968" y="2882211"/>
            <a:ext cx="826677" cy="1126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1" name="直接箭头连接符 160">
            <a:extLst>
              <a:ext uri="{FF2B5EF4-FFF2-40B4-BE49-F238E27FC236}">
                <a16:creationId xmlns:a16="http://schemas.microsoft.com/office/drawing/2014/main" id="{A42D1887-6836-4E95-9486-B91F63696869}"/>
              </a:ext>
            </a:extLst>
          </p:cNvPr>
          <p:cNvCxnSpPr>
            <a:endCxn id="151" idx="2"/>
          </p:cNvCxnSpPr>
          <p:nvPr/>
        </p:nvCxnSpPr>
        <p:spPr>
          <a:xfrm>
            <a:off x="7929968" y="400881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2" name="文本框 161">
            <a:extLst>
              <a:ext uri="{FF2B5EF4-FFF2-40B4-BE49-F238E27FC236}">
                <a16:creationId xmlns:a16="http://schemas.microsoft.com/office/drawing/2014/main" id="{69AD336E-8703-4F76-8DFB-A534CFE508B1}"/>
              </a:ext>
            </a:extLst>
          </p:cNvPr>
          <p:cNvSpPr txBox="1"/>
          <p:nvPr/>
        </p:nvSpPr>
        <p:spPr>
          <a:xfrm>
            <a:off x="8740989" y="3373201"/>
            <a:ext cx="245580" cy="215444"/>
          </a:xfrm>
          <a:prstGeom prst="rect">
            <a:avLst/>
          </a:prstGeom>
          <a:noFill/>
        </p:spPr>
        <p:txBody>
          <a:bodyPr wrap="none" rtlCol="0">
            <a:spAutoFit/>
          </a:bodyPr>
          <a:lstStyle>
            <a:defPPr>
              <a:defRPr lang="zh-CN"/>
            </a:defPPr>
            <a:lvl1pPr>
              <a:defRPr sz="800"/>
            </a:lvl1pPr>
          </a:lstStyle>
          <a:p>
            <a:r>
              <a:rPr lang="en-US" altLang="zh-CN" dirty="0"/>
              <a:t>…</a:t>
            </a:r>
            <a:endParaRPr lang="zh-CN" altLang="en-US" dirty="0"/>
          </a:p>
        </p:txBody>
      </p:sp>
      <p:sp>
        <p:nvSpPr>
          <p:cNvPr id="163" name="文本框 162">
            <a:extLst>
              <a:ext uri="{FF2B5EF4-FFF2-40B4-BE49-F238E27FC236}">
                <a16:creationId xmlns:a16="http://schemas.microsoft.com/office/drawing/2014/main" id="{E511EBB5-8CEE-4F6B-8D27-A5AF30066697}"/>
              </a:ext>
            </a:extLst>
          </p:cNvPr>
          <p:cNvSpPr txBox="1"/>
          <p:nvPr/>
        </p:nvSpPr>
        <p:spPr>
          <a:xfrm>
            <a:off x="7533536" y="2167389"/>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4" name="文本框 163">
            <a:extLst>
              <a:ext uri="{FF2B5EF4-FFF2-40B4-BE49-F238E27FC236}">
                <a16:creationId xmlns:a16="http://schemas.microsoft.com/office/drawing/2014/main" id="{7375A2A7-4278-45C5-8CAA-B223C46B4DD2}"/>
              </a:ext>
            </a:extLst>
          </p:cNvPr>
          <p:cNvSpPr txBox="1"/>
          <p:nvPr/>
        </p:nvSpPr>
        <p:spPr>
          <a:xfrm>
            <a:off x="7532146" y="2766632"/>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5" name="文本框 164">
            <a:extLst>
              <a:ext uri="{FF2B5EF4-FFF2-40B4-BE49-F238E27FC236}">
                <a16:creationId xmlns:a16="http://schemas.microsoft.com/office/drawing/2014/main" id="{211C9283-F173-4772-B8ED-9C5F874FC788}"/>
              </a:ext>
            </a:extLst>
          </p:cNvPr>
          <p:cNvSpPr txBox="1"/>
          <p:nvPr/>
        </p:nvSpPr>
        <p:spPr>
          <a:xfrm>
            <a:off x="7532145" y="3364351"/>
            <a:ext cx="245580" cy="215444"/>
          </a:xfrm>
          <a:prstGeom prst="rect">
            <a:avLst/>
          </a:prstGeom>
          <a:noFill/>
        </p:spPr>
        <p:txBody>
          <a:bodyPr wrap="none" rtlCol="0">
            <a:spAutoFit/>
          </a:bodyPr>
          <a:lstStyle>
            <a:defPPr>
              <a:defRPr lang="zh-CN"/>
            </a:defPPr>
            <a:lvl1pPr>
              <a:defRPr sz="800"/>
            </a:lvl1pPr>
          </a:lstStyle>
          <a:p>
            <a:r>
              <a:rPr lang="en-US" altLang="zh-CN" dirty="0"/>
              <a:t>…</a:t>
            </a:r>
            <a:endParaRPr lang="zh-CN" altLang="en-US" dirty="0"/>
          </a:p>
        </p:txBody>
      </p:sp>
      <p:sp>
        <p:nvSpPr>
          <p:cNvPr id="166" name="文本框 165">
            <a:extLst>
              <a:ext uri="{FF2B5EF4-FFF2-40B4-BE49-F238E27FC236}">
                <a16:creationId xmlns:a16="http://schemas.microsoft.com/office/drawing/2014/main" id="{369D54C1-1A47-4CAB-BBDE-6A062B0F8023}"/>
              </a:ext>
            </a:extLst>
          </p:cNvPr>
          <p:cNvSpPr txBox="1"/>
          <p:nvPr/>
        </p:nvSpPr>
        <p:spPr>
          <a:xfrm>
            <a:off x="7534074" y="3849532"/>
            <a:ext cx="288862" cy="300210"/>
          </a:xfrm>
          <a:prstGeom prst="rect">
            <a:avLst/>
          </a:prstGeom>
          <a:noFill/>
        </p:spPr>
        <p:txBody>
          <a:bodyPr wrap="none" rtlCol="0">
            <a:spAutoFit/>
          </a:bodyPr>
          <a:lstStyle/>
          <a:p>
            <a:r>
              <a:rPr lang="en-US" altLang="zh-CN" sz="1351" dirty="0"/>
              <a:t>…</a:t>
            </a:r>
            <a:endParaRPr lang="zh-CN" altLang="en-US" sz="1351" dirty="0"/>
          </a:p>
        </p:txBody>
      </p:sp>
      <p:cxnSp>
        <p:nvCxnSpPr>
          <p:cNvPr id="167" name="直接箭头连接符 166">
            <a:extLst>
              <a:ext uri="{FF2B5EF4-FFF2-40B4-BE49-F238E27FC236}">
                <a16:creationId xmlns:a16="http://schemas.microsoft.com/office/drawing/2014/main" id="{6D51800F-A58D-42A8-92C6-245F688D0C60}"/>
              </a:ext>
            </a:extLst>
          </p:cNvPr>
          <p:cNvCxnSpPr/>
          <p:nvPr/>
        </p:nvCxnSpPr>
        <p:spPr>
          <a:xfrm>
            <a:off x="8921895" y="2287201"/>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8" name="直接箭头连接符 167">
            <a:extLst>
              <a:ext uri="{FF2B5EF4-FFF2-40B4-BE49-F238E27FC236}">
                <a16:creationId xmlns:a16="http://schemas.microsoft.com/office/drawing/2014/main" id="{D2318DBD-6642-4809-921F-BF94DCA6AA0C}"/>
              </a:ext>
            </a:extLst>
          </p:cNvPr>
          <p:cNvCxnSpPr/>
          <p:nvPr/>
        </p:nvCxnSpPr>
        <p:spPr>
          <a:xfrm>
            <a:off x="8921000" y="2889036"/>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9" name="直接箭头连接符 168">
            <a:extLst>
              <a:ext uri="{FF2B5EF4-FFF2-40B4-BE49-F238E27FC236}">
                <a16:creationId xmlns:a16="http://schemas.microsoft.com/office/drawing/2014/main" id="{E3615506-068F-4A0A-BC71-676029F3D612}"/>
              </a:ext>
            </a:extLst>
          </p:cNvPr>
          <p:cNvCxnSpPr/>
          <p:nvPr/>
        </p:nvCxnSpPr>
        <p:spPr>
          <a:xfrm>
            <a:off x="8921000" y="4004483"/>
            <a:ext cx="8266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0" name="文本框 169">
            <a:extLst>
              <a:ext uri="{FF2B5EF4-FFF2-40B4-BE49-F238E27FC236}">
                <a16:creationId xmlns:a16="http://schemas.microsoft.com/office/drawing/2014/main" id="{8B7145E0-3587-4C15-80C5-68AA6E346B8C}"/>
              </a:ext>
            </a:extLst>
          </p:cNvPr>
          <p:cNvSpPr txBox="1"/>
          <p:nvPr/>
        </p:nvSpPr>
        <p:spPr>
          <a:xfrm>
            <a:off x="9712203" y="2171429"/>
            <a:ext cx="306494" cy="215444"/>
          </a:xfrm>
          <a:prstGeom prst="rect">
            <a:avLst/>
          </a:prstGeom>
          <a:noFill/>
        </p:spPr>
        <p:txBody>
          <a:bodyPr wrap="none" rtlCol="0">
            <a:spAutoFit/>
          </a:bodyPr>
          <a:lstStyle>
            <a:defPPr>
              <a:defRPr lang="zh-CN"/>
            </a:defPPr>
            <a:lvl1pPr>
              <a:defRPr sz="800"/>
            </a:lvl1pPr>
          </a:lstStyle>
          <a:p>
            <a:r>
              <a:rPr lang="en-US" altLang="zh-CN" dirty="0"/>
              <a:t>z1</a:t>
            </a:r>
            <a:endParaRPr lang="zh-CN" altLang="en-US" dirty="0"/>
          </a:p>
        </p:txBody>
      </p:sp>
      <p:sp>
        <p:nvSpPr>
          <p:cNvPr id="171" name="文本框 170">
            <a:extLst>
              <a:ext uri="{FF2B5EF4-FFF2-40B4-BE49-F238E27FC236}">
                <a16:creationId xmlns:a16="http://schemas.microsoft.com/office/drawing/2014/main" id="{32E07E7D-5FB7-4910-9D0B-C8E8A5B5AD25}"/>
              </a:ext>
            </a:extLst>
          </p:cNvPr>
          <p:cNvSpPr txBox="1"/>
          <p:nvPr/>
        </p:nvSpPr>
        <p:spPr>
          <a:xfrm>
            <a:off x="9712203" y="2743948"/>
            <a:ext cx="306494" cy="215444"/>
          </a:xfrm>
          <a:prstGeom prst="rect">
            <a:avLst/>
          </a:prstGeom>
          <a:noFill/>
        </p:spPr>
        <p:txBody>
          <a:bodyPr wrap="none" rtlCol="0">
            <a:spAutoFit/>
          </a:bodyPr>
          <a:lstStyle>
            <a:defPPr>
              <a:defRPr lang="zh-CN"/>
            </a:defPPr>
            <a:lvl1pPr>
              <a:defRPr sz="800"/>
            </a:lvl1pPr>
          </a:lstStyle>
          <a:p>
            <a:r>
              <a:rPr lang="en-US" altLang="zh-CN" dirty="0"/>
              <a:t>z2</a:t>
            </a:r>
            <a:endParaRPr lang="zh-CN" altLang="en-US" dirty="0"/>
          </a:p>
        </p:txBody>
      </p:sp>
      <p:sp>
        <p:nvSpPr>
          <p:cNvPr id="172" name="文本框 171">
            <a:extLst>
              <a:ext uri="{FF2B5EF4-FFF2-40B4-BE49-F238E27FC236}">
                <a16:creationId xmlns:a16="http://schemas.microsoft.com/office/drawing/2014/main" id="{CADDB9A9-F2AD-4F2C-B259-13CBA059F470}"/>
              </a:ext>
            </a:extLst>
          </p:cNvPr>
          <p:cNvSpPr txBox="1"/>
          <p:nvPr/>
        </p:nvSpPr>
        <p:spPr>
          <a:xfrm>
            <a:off x="9712203" y="3871035"/>
            <a:ext cx="306494" cy="215444"/>
          </a:xfrm>
          <a:prstGeom prst="rect">
            <a:avLst/>
          </a:prstGeom>
          <a:noFill/>
        </p:spPr>
        <p:txBody>
          <a:bodyPr wrap="none" rtlCol="0">
            <a:spAutoFit/>
          </a:bodyPr>
          <a:lstStyle>
            <a:defPPr>
              <a:defRPr lang="zh-CN"/>
            </a:defPPr>
            <a:lvl1pPr>
              <a:defRPr sz="800"/>
            </a:lvl1pPr>
          </a:lstStyle>
          <a:p>
            <a:r>
              <a:rPr lang="en-US" altLang="zh-CN" dirty="0" err="1"/>
              <a:t>zM</a:t>
            </a:r>
            <a:endParaRPr lang="zh-CN" altLang="en-US" dirty="0"/>
          </a:p>
        </p:txBody>
      </p:sp>
      <p:sp>
        <p:nvSpPr>
          <p:cNvPr id="173" name="文本框 172">
            <a:extLst>
              <a:ext uri="{FF2B5EF4-FFF2-40B4-BE49-F238E27FC236}">
                <a16:creationId xmlns:a16="http://schemas.microsoft.com/office/drawing/2014/main" id="{D1BAEAEF-D357-41E9-8487-0975F0C91874}"/>
              </a:ext>
            </a:extLst>
          </p:cNvPr>
          <p:cNvSpPr txBox="1"/>
          <p:nvPr/>
        </p:nvSpPr>
        <p:spPr>
          <a:xfrm>
            <a:off x="5060946" y="4382797"/>
            <a:ext cx="543739" cy="307777"/>
          </a:xfrm>
          <a:prstGeom prst="rect">
            <a:avLst/>
          </a:prstGeom>
          <a:noFill/>
        </p:spPr>
        <p:txBody>
          <a:bodyPr wrap="none" rtlCol="0">
            <a:spAutoFit/>
          </a:bodyPr>
          <a:lstStyle/>
          <a:p>
            <a:r>
              <a:rPr lang="zh-CN" altLang="en-US" sz="1400" dirty="0"/>
              <a:t>输入</a:t>
            </a:r>
          </a:p>
        </p:txBody>
      </p:sp>
      <p:sp>
        <p:nvSpPr>
          <p:cNvPr id="174" name="文本框 173">
            <a:extLst>
              <a:ext uri="{FF2B5EF4-FFF2-40B4-BE49-F238E27FC236}">
                <a16:creationId xmlns:a16="http://schemas.microsoft.com/office/drawing/2014/main" id="{79409FC4-CED1-455B-8641-5967DE878E44}"/>
              </a:ext>
            </a:extLst>
          </p:cNvPr>
          <p:cNvSpPr txBox="1"/>
          <p:nvPr/>
        </p:nvSpPr>
        <p:spPr>
          <a:xfrm>
            <a:off x="9655542" y="4382797"/>
            <a:ext cx="543739" cy="307777"/>
          </a:xfrm>
          <a:prstGeom prst="rect">
            <a:avLst/>
          </a:prstGeom>
          <a:noFill/>
        </p:spPr>
        <p:txBody>
          <a:bodyPr wrap="none" rtlCol="0">
            <a:spAutoFit/>
          </a:bodyPr>
          <a:lstStyle/>
          <a:p>
            <a:r>
              <a:rPr lang="zh-CN" altLang="en-US" sz="1400" dirty="0"/>
              <a:t>输出</a:t>
            </a:r>
          </a:p>
        </p:txBody>
      </p:sp>
      <p:sp>
        <p:nvSpPr>
          <p:cNvPr id="175" name="左大括号 174">
            <a:extLst>
              <a:ext uri="{FF2B5EF4-FFF2-40B4-BE49-F238E27FC236}">
                <a16:creationId xmlns:a16="http://schemas.microsoft.com/office/drawing/2014/main" id="{A9242A2E-128E-47DA-95D7-99E4FF75062D}"/>
              </a:ext>
            </a:extLst>
          </p:cNvPr>
          <p:cNvSpPr/>
          <p:nvPr/>
        </p:nvSpPr>
        <p:spPr>
          <a:xfrm rot="16200000">
            <a:off x="7475596" y="3043706"/>
            <a:ext cx="201025" cy="2468671"/>
          </a:xfrm>
          <a:prstGeom prst="leftBrace">
            <a:avLst/>
          </a:prstGeom>
          <a:ln>
            <a:solidFill>
              <a:srgbClr val="C00000"/>
            </a:solidFill>
            <a:tailEnd type="none"/>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1351" dirty="0">
              <a:solidFill>
                <a:srgbClr val="C00000"/>
              </a:solidFill>
            </a:endParaRPr>
          </a:p>
        </p:txBody>
      </p:sp>
      <p:sp>
        <p:nvSpPr>
          <p:cNvPr id="176" name="文本框 175">
            <a:extLst>
              <a:ext uri="{FF2B5EF4-FFF2-40B4-BE49-F238E27FC236}">
                <a16:creationId xmlns:a16="http://schemas.microsoft.com/office/drawing/2014/main" id="{62EE5548-4C81-4B8E-B51E-45618720B20E}"/>
              </a:ext>
            </a:extLst>
          </p:cNvPr>
          <p:cNvSpPr txBox="1"/>
          <p:nvPr/>
        </p:nvSpPr>
        <p:spPr>
          <a:xfrm>
            <a:off x="7312371" y="4382837"/>
            <a:ext cx="723275" cy="307777"/>
          </a:xfrm>
          <a:prstGeom prst="rect">
            <a:avLst/>
          </a:prstGeom>
          <a:noFill/>
        </p:spPr>
        <p:txBody>
          <a:bodyPr wrap="none" rtlCol="0">
            <a:spAutoFit/>
          </a:bodyPr>
          <a:lstStyle/>
          <a:p>
            <a:r>
              <a:rPr lang="zh-CN" altLang="en-US" sz="1400" dirty="0"/>
              <a:t>隐藏层</a:t>
            </a:r>
          </a:p>
        </p:txBody>
      </p:sp>
      <p:sp>
        <p:nvSpPr>
          <p:cNvPr id="177" name="矩形 176">
            <a:extLst>
              <a:ext uri="{FF2B5EF4-FFF2-40B4-BE49-F238E27FC236}">
                <a16:creationId xmlns:a16="http://schemas.microsoft.com/office/drawing/2014/main" id="{7D4BDFE3-A0FF-45C8-B73A-ACE65DF5E424}"/>
              </a:ext>
            </a:extLst>
          </p:cNvPr>
          <p:cNvSpPr/>
          <p:nvPr/>
        </p:nvSpPr>
        <p:spPr>
          <a:xfrm>
            <a:off x="5060947" y="2128063"/>
            <a:ext cx="5060207" cy="2523183"/>
          </a:xfrm>
          <a:prstGeom prst="rect">
            <a:avLst/>
          </a:prstGeom>
          <a:ln>
            <a:solidFill>
              <a:srgbClr val="15A0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1" dirty="0"/>
              <a:t>代码（软件</a:t>
            </a:r>
            <a:r>
              <a:rPr lang="en-US" altLang="zh-CN" sz="1351" dirty="0">
                <a:sym typeface="Wingdings" panose="05000000000000000000" pitchFamily="2" charset="2"/>
              </a:rPr>
              <a:t></a:t>
            </a:r>
            <a:r>
              <a:rPr lang="zh-CN" altLang="en-US" sz="1351" dirty="0">
                <a:solidFill>
                  <a:srgbClr val="C00000"/>
                </a:solidFill>
              </a:rPr>
              <a:t>模型</a:t>
            </a:r>
            <a:r>
              <a:rPr lang="zh-CN" altLang="en-US" sz="1351" dirty="0"/>
              <a:t>）</a:t>
            </a:r>
          </a:p>
        </p:txBody>
      </p:sp>
    </p:spTree>
    <p:custDataLst>
      <p:custData r:id="rId1"/>
    </p:custDataLst>
    <p:extLst>
      <p:ext uri="{BB962C8B-B14F-4D97-AF65-F5344CB8AC3E}">
        <p14:creationId xmlns:p14="http://schemas.microsoft.com/office/powerpoint/2010/main" val="2678510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circle(in)">
                                      <p:cBhvr>
                                        <p:cTn id="7" dur="20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149" name="Number1">
            <a:extLst>
              <a:ext uri="{FF2B5EF4-FFF2-40B4-BE49-F238E27FC236}">
                <a16:creationId xmlns:a16="http://schemas.microsoft.com/office/drawing/2014/main" id="{DD0393BB-6862-42AE-ABAB-72993383246E}"/>
              </a:ext>
            </a:extLst>
          </p:cNvPr>
          <p:cNvSpPr/>
          <p:nvPr/>
        </p:nvSpPr>
        <p:spPr>
          <a:xfrm>
            <a:off x="641765" y="965719"/>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pic>
        <p:nvPicPr>
          <p:cNvPr id="9" name="图片 8">
            <a:extLst>
              <a:ext uri="{FF2B5EF4-FFF2-40B4-BE49-F238E27FC236}">
                <a16:creationId xmlns:a16="http://schemas.microsoft.com/office/drawing/2014/main" id="{CA95309B-4CF6-4662-AFFD-E6E96CE8FBA6}"/>
              </a:ext>
            </a:extLst>
          </p:cNvPr>
          <p:cNvPicPr>
            <a:picLocks noChangeAspect="1"/>
          </p:cNvPicPr>
          <p:nvPr/>
        </p:nvPicPr>
        <p:blipFill>
          <a:blip r:embed="rId3"/>
          <a:stretch>
            <a:fillRect/>
          </a:stretch>
        </p:blipFill>
        <p:spPr>
          <a:xfrm>
            <a:off x="4310312" y="2913795"/>
            <a:ext cx="3571379" cy="1030413"/>
          </a:xfrm>
          <a:prstGeom prst="rect">
            <a:avLst/>
          </a:prstGeom>
        </p:spPr>
      </p:pic>
    </p:spTree>
    <p:custDataLst>
      <p:custData r:id="rId1"/>
    </p:custDataLst>
    <p:extLst>
      <p:ext uri="{BB962C8B-B14F-4D97-AF65-F5344CB8AC3E}">
        <p14:creationId xmlns:p14="http://schemas.microsoft.com/office/powerpoint/2010/main" val="5220275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149" name="Number1">
            <a:extLst>
              <a:ext uri="{FF2B5EF4-FFF2-40B4-BE49-F238E27FC236}">
                <a16:creationId xmlns:a16="http://schemas.microsoft.com/office/drawing/2014/main" id="{DD0393BB-6862-42AE-ABAB-72993383246E}"/>
              </a:ext>
            </a:extLst>
          </p:cNvPr>
          <p:cNvSpPr/>
          <p:nvPr/>
        </p:nvSpPr>
        <p:spPr>
          <a:xfrm>
            <a:off x="641765" y="965719"/>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sp>
        <p:nvSpPr>
          <p:cNvPr id="74" name="流程图: 接点 73">
            <a:extLst>
              <a:ext uri="{FF2B5EF4-FFF2-40B4-BE49-F238E27FC236}">
                <a16:creationId xmlns:a16="http://schemas.microsoft.com/office/drawing/2014/main" id="{DFC14DBA-EDE0-45A4-B9D9-7E1611B52675}"/>
              </a:ext>
            </a:extLst>
          </p:cNvPr>
          <p:cNvSpPr/>
          <p:nvPr/>
        </p:nvSpPr>
        <p:spPr>
          <a:xfrm flipV="1">
            <a:off x="3745286" y="2846480"/>
            <a:ext cx="244505" cy="240909"/>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5" name="流程图: 接点 74">
            <a:extLst>
              <a:ext uri="{FF2B5EF4-FFF2-40B4-BE49-F238E27FC236}">
                <a16:creationId xmlns:a16="http://schemas.microsoft.com/office/drawing/2014/main" id="{5E1071C2-8311-4EDB-A174-4D0C7483D5EB}"/>
              </a:ext>
            </a:extLst>
          </p:cNvPr>
          <p:cNvSpPr/>
          <p:nvPr/>
        </p:nvSpPr>
        <p:spPr>
          <a:xfrm flipV="1">
            <a:off x="3745286" y="4513400"/>
            <a:ext cx="244505" cy="240909"/>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6" name="流程图: 接点 75">
            <a:extLst>
              <a:ext uri="{FF2B5EF4-FFF2-40B4-BE49-F238E27FC236}">
                <a16:creationId xmlns:a16="http://schemas.microsoft.com/office/drawing/2014/main" id="{1B5FF825-E234-4360-89D6-078707B6C937}"/>
              </a:ext>
            </a:extLst>
          </p:cNvPr>
          <p:cNvSpPr/>
          <p:nvPr/>
        </p:nvSpPr>
        <p:spPr>
          <a:xfrm flipV="1">
            <a:off x="3745286" y="1957380"/>
            <a:ext cx="244505" cy="240909"/>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7" name="矩形 76">
            <a:extLst>
              <a:ext uri="{FF2B5EF4-FFF2-40B4-BE49-F238E27FC236}">
                <a16:creationId xmlns:a16="http://schemas.microsoft.com/office/drawing/2014/main" id="{14FC82CE-7C13-44F1-B083-0CC11DDC0283}"/>
              </a:ext>
            </a:extLst>
          </p:cNvPr>
          <p:cNvSpPr/>
          <p:nvPr/>
        </p:nvSpPr>
        <p:spPr>
          <a:xfrm>
            <a:off x="2068641" y="1900561"/>
            <a:ext cx="453491" cy="354547"/>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x1</a:t>
            </a:r>
            <a:endParaRPr lang="zh-CN" altLang="en-US" sz="1400" dirty="0"/>
          </a:p>
        </p:txBody>
      </p:sp>
      <p:sp>
        <p:nvSpPr>
          <p:cNvPr id="78" name="矩形 77">
            <a:extLst>
              <a:ext uri="{FF2B5EF4-FFF2-40B4-BE49-F238E27FC236}">
                <a16:creationId xmlns:a16="http://schemas.microsoft.com/office/drawing/2014/main" id="{A02B31AE-59A3-436C-88E0-30270F607AD9}"/>
              </a:ext>
            </a:extLst>
          </p:cNvPr>
          <p:cNvSpPr/>
          <p:nvPr/>
        </p:nvSpPr>
        <p:spPr>
          <a:xfrm>
            <a:off x="2068641" y="2789661"/>
            <a:ext cx="453491" cy="354547"/>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x2</a:t>
            </a:r>
            <a:endParaRPr lang="zh-CN" altLang="en-US" sz="1400" dirty="0"/>
          </a:p>
        </p:txBody>
      </p:sp>
      <p:sp>
        <p:nvSpPr>
          <p:cNvPr id="79" name="矩形 78">
            <a:extLst>
              <a:ext uri="{FF2B5EF4-FFF2-40B4-BE49-F238E27FC236}">
                <a16:creationId xmlns:a16="http://schemas.microsoft.com/office/drawing/2014/main" id="{77A783D1-D945-4023-950C-249D5F362D31}"/>
              </a:ext>
            </a:extLst>
          </p:cNvPr>
          <p:cNvSpPr/>
          <p:nvPr/>
        </p:nvSpPr>
        <p:spPr>
          <a:xfrm>
            <a:off x="2068641" y="4456581"/>
            <a:ext cx="453491" cy="354547"/>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t>xN</a:t>
            </a:r>
            <a:endParaRPr lang="zh-CN" altLang="en-US" sz="1400" dirty="0"/>
          </a:p>
        </p:txBody>
      </p:sp>
      <p:cxnSp>
        <p:nvCxnSpPr>
          <p:cNvPr id="80" name="直接箭头连接符 79">
            <a:extLst>
              <a:ext uri="{FF2B5EF4-FFF2-40B4-BE49-F238E27FC236}">
                <a16:creationId xmlns:a16="http://schemas.microsoft.com/office/drawing/2014/main" id="{92D860DA-ECA0-4D82-A47E-6471D3757C63}"/>
              </a:ext>
            </a:extLst>
          </p:cNvPr>
          <p:cNvCxnSpPr>
            <a:stCxn id="77" idx="3"/>
            <a:endCxn id="76" idx="2"/>
          </p:cNvCxnSpPr>
          <p:nvPr/>
        </p:nvCxnSpPr>
        <p:spPr>
          <a:xfrm>
            <a:off x="2522134" y="2077832"/>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1" name="直接箭头连接符 80">
            <a:extLst>
              <a:ext uri="{FF2B5EF4-FFF2-40B4-BE49-F238E27FC236}">
                <a16:creationId xmlns:a16="http://schemas.microsoft.com/office/drawing/2014/main" id="{7B05A069-DD03-472D-9011-153CFF6F8236}"/>
              </a:ext>
            </a:extLst>
          </p:cNvPr>
          <p:cNvCxnSpPr>
            <a:stCxn id="77" idx="3"/>
            <a:endCxn id="74" idx="2"/>
          </p:cNvCxnSpPr>
          <p:nvPr/>
        </p:nvCxnSpPr>
        <p:spPr>
          <a:xfrm>
            <a:off x="2522134" y="2077834"/>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2" name="直接箭头连接符 81">
            <a:extLst>
              <a:ext uri="{FF2B5EF4-FFF2-40B4-BE49-F238E27FC236}">
                <a16:creationId xmlns:a16="http://schemas.microsoft.com/office/drawing/2014/main" id="{0C17C149-302A-4C7D-B82D-0C134851DEC0}"/>
              </a:ext>
            </a:extLst>
          </p:cNvPr>
          <p:cNvCxnSpPr>
            <a:cxnSpLocks/>
            <a:stCxn id="77" idx="3"/>
            <a:endCxn id="75" idx="2"/>
          </p:cNvCxnSpPr>
          <p:nvPr/>
        </p:nvCxnSpPr>
        <p:spPr>
          <a:xfrm>
            <a:off x="2522134" y="2077834"/>
            <a:ext cx="1223153" cy="25560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3" name="直接箭头连接符 82">
            <a:extLst>
              <a:ext uri="{FF2B5EF4-FFF2-40B4-BE49-F238E27FC236}">
                <a16:creationId xmlns:a16="http://schemas.microsoft.com/office/drawing/2014/main" id="{E420E286-FC8C-434D-82A6-CFE56BF094DC}"/>
              </a:ext>
            </a:extLst>
          </p:cNvPr>
          <p:cNvCxnSpPr>
            <a:stCxn id="78" idx="3"/>
            <a:endCxn id="74" idx="2"/>
          </p:cNvCxnSpPr>
          <p:nvPr/>
        </p:nvCxnSpPr>
        <p:spPr>
          <a:xfrm>
            <a:off x="2522134" y="2966935"/>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4" name="直接箭头连接符 83">
            <a:extLst>
              <a:ext uri="{FF2B5EF4-FFF2-40B4-BE49-F238E27FC236}">
                <a16:creationId xmlns:a16="http://schemas.microsoft.com/office/drawing/2014/main" id="{FB3AEA95-A487-45C7-A09A-B1818320B4DF}"/>
              </a:ext>
            </a:extLst>
          </p:cNvPr>
          <p:cNvCxnSpPr>
            <a:stCxn id="78" idx="3"/>
            <a:endCxn id="76" idx="2"/>
          </p:cNvCxnSpPr>
          <p:nvPr/>
        </p:nvCxnSpPr>
        <p:spPr>
          <a:xfrm flipV="1">
            <a:off x="2522134" y="2077834"/>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5" name="直接箭头连接符 84">
            <a:extLst>
              <a:ext uri="{FF2B5EF4-FFF2-40B4-BE49-F238E27FC236}">
                <a16:creationId xmlns:a16="http://schemas.microsoft.com/office/drawing/2014/main" id="{8D409551-55D2-4FA0-B9C0-4484FBE6C090}"/>
              </a:ext>
            </a:extLst>
          </p:cNvPr>
          <p:cNvCxnSpPr>
            <a:cxnSpLocks/>
            <a:stCxn id="78" idx="3"/>
            <a:endCxn id="75" idx="2"/>
          </p:cNvCxnSpPr>
          <p:nvPr/>
        </p:nvCxnSpPr>
        <p:spPr>
          <a:xfrm>
            <a:off x="2522134" y="2966935"/>
            <a:ext cx="1223153" cy="16669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6" name="直接箭头连接符 85">
            <a:extLst>
              <a:ext uri="{FF2B5EF4-FFF2-40B4-BE49-F238E27FC236}">
                <a16:creationId xmlns:a16="http://schemas.microsoft.com/office/drawing/2014/main" id="{6674FCF4-6433-4FC1-A5D2-2772DE34DBCF}"/>
              </a:ext>
            </a:extLst>
          </p:cNvPr>
          <p:cNvCxnSpPr>
            <a:stCxn id="79" idx="3"/>
            <a:endCxn id="76" idx="2"/>
          </p:cNvCxnSpPr>
          <p:nvPr/>
        </p:nvCxnSpPr>
        <p:spPr>
          <a:xfrm flipV="1">
            <a:off x="2522134" y="2077834"/>
            <a:ext cx="1223153" cy="25560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7" name="直接箭头连接符 86">
            <a:extLst>
              <a:ext uri="{FF2B5EF4-FFF2-40B4-BE49-F238E27FC236}">
                <a16:creationId xmlns:a16="http://schemas.microsoft.com/office/drawing/2014/main" id="{B6CF2480-AED2-4423-B6C4-015E6B663DEA}"/>
              </a:ext>
            </a:extLst>
          </p:cNvPr>
          <p:cNvCxnSpPr>
            <a:stCxn id="79" idx="3"/>
            <a:endCxn id="74" idx="2"/>
          </p:cNvCxnSpPr>
          <p:nvPr/>
        </p:nvCxnSpPr>
        <p:spPr>
          <a:xfrm flipV="1">
            <a:off x="2522134" y="2966935"/>
            <a:ext cx="1223153" cy="16669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8" name="直接箭头连接符 87">
            <a:extLst>
              <a:ext uri="{FF2B5EF4-FFF2-40B4-BE49-F238E27FC236}">
                <a16:creationId xmlns:a16="http://schemas.microsoft.com/office/drawing/2014/main" id="{07D65ABF-3252-41C6-9B2E-756308CBC5DC}"/>
              </a:ext>
            </a:extLst>
          </p:cNvPr>
          <p:cNvCxnSpPr>
            <a:stCxn id="79" idx="3"/>
            <a:endCxn id="75" idx="2"/>
          </p:cNvCxnSpPr>
          <p:nvPr/>
        </p:nvCxnSpPr>
        <p:spPr>
          <a:xfrm>
            <a:off x="2522134" y="4633853"/>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9" name="文本框 88">
            <a:extLst>
              <a:ext uri="{FF2B5EF4-FFF2-40B4-BE49-F238E27FC236}">
                <a16:creationId xmlns:a16="http://schemas.microsoft.com/office/drawing/2014/main" id="{414CA5EB-80C5-4CE0-ADCF-E6023E9B51E6}"/>
              </a:ext>
            </a:extLst>
          </p:cNvPr>
          <p:cNvSpPr txBox="1"/>
          <p:nvPr/>
        </p:nvSpPr>
        <p:spPr>
          <a:xfrm>
            <a:off x="2149974" y="367876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90" name="文本框 89">
            <a:extLst>
              <a:ext uri="{FF2B5EF4-FFF2-40B4-BE49-F238E27FC236}">
                <a16:creationId xmlns:a16="http://schemas.microsoft.com/office/drawing/2014/main" id="{0555EF0C-849C-4D02-A07A-8C4BB9002F54}"/>
              </a:ext>
            </a:extLst>
          </p:cNvPr>
          <p:cNvSpPr txBox="1"/>
          <p:nvPr/>
        </p:nvSpPr>
        <p:spPr>
          <a:xfrm>
            <a:off x="3722124" y="369340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91" name="流程图: 接点 90">
            <a:extLst>
              <a:ext uri="{FF2B5EF4-FFF2-40B4-BE49-F238E27FC236}">
                <a16:creationId xmlns:a16="http://schemas.microsoft.com/office/drawing/2014/main" id="{1222CE76-0228-4053-9753-9459875BC426}"/>
              </a:ext>
            </a:extLst>
          </p:cNvPr>
          <p:cNvSpPr/>
          <p:nvPr/>
        </p:nvSpPr>
        <p:spPr>
          <a:xfrm flipV="1">
            <a:off x="5212944" y="2846480"/>
            <a:ext cx="244505" cy="240909"/>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2" name="流程图: 接点 91">
            <a:extLst>
              <a:ext uri="{FF2B5EF4-FFF2-40B4-BE49-F238E27FC236}">
                <a16:creationId xmlns:a16="http://schemas.microsoft.com/office/drawing/2014/main" id="{3C722887-D7FE-49DA-B257-C945618A1EEF}"/>
              </a:ext>
            </a:extLst>
          </p:cNvPr>
          <p:cNvSpPr/>
          <p:nvPr/>
        </p:nvSpPr>
        <p:spPr>
          <a:xfrm flipV="1">
            <a:off x="5212944" y="4513400"/>
            <a:ext cx="244505" cy="240909"/>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3" name="流程图: 接点 92">
            <a:extLst>
              <a:ext uri="{FF2B5EF4-FFF2-40B4-BE49-F238E27FC236}">
                <a16:creationId xmlns:a16="http://schemas.microsoft.com/office/drawing/2014/main" id="{E2466618-615D-45E0-9594-340F1CDAD224}"/>
              </a:ext>
            </a:extLst>
          </p:cNvPr>
          <p:cNvSpPr/>
          <p:nvPr/>
        </p:nvSpPr>
        <p:spPr>
          <a:xfrm flipV="1">
            <a:off x="5212944" y="1957380"/>
            <a:ext cx="244505" cy="240909"/>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94" name="直接箭头连接符 93">
            <a:extLst>
              <a:ext uri="{FF2B5EF4-FFF2-40B4-BE49-F238E27FC236}">
                <a16:creationId xmlns:a16="http://schemas.microsoft.com/office/drawing/2014/main" id="{0EBABF0E-0B82-42D5-8E56-1E9C48AC2962}"/>
              </a:ext>
            </a:extLst>
          </p:cNvPr>
          <p:cNvCxnSpPr>
            <a:endCxn id="93" idx="2"/>
          </p:cNvCxnSpPr>
          <p:nvPr/>
        </p:nvCxnSpPr>
        <p:spPr>
          <a:xfrm>
            <a:off x="3989792" y="2077832"/>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5" name="直接箭头连接符 94">
            <a:extLst>
              <a:ext uri="{FF2B5EF4-FFF2-40B4-BE49-F238E27FC236}">
                <a16:creationId xmlns:a16="http://schemas.microsoft.com/office/drawing/2014/main" id="{0425AC86-736F-42D2-8FF0-38EBF50C7146}"/>
              </a:ext>
            </a:extLst>
          </p:cNvPr>
          <p:cNvCxnSpPr>
            <a:endCxn id="91" idx="2"/>
          </p:cNvCxnSpPr>
          <p:nvPr/>
        </p:nvCxnSpPr>
        <p:spPr>
          <a:xfrm>
            <a:off x="3989792" y="2077834"/>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6" name="直接箭头连接符 95">
            <a:extLst>
              <a:ext uri="{FF2B5EF4-FFF2-40B4-BE49-F238E27FC236}">
                <a16:creationId xmlns:a16="http://schemas.microsoft.com/office/drawing/2014/main" id="{F5CDF6A4-A9D3-4764-A70A-B486D8017D93}"/>
              </a:ext>
            </a:extLst>
          </p:cNvPr>
          <p:cNvCxnSpPr>
            <a:cxnSpLocks/>
            <a:endCxn id="92" idx="2"/>
          </p:cNvCxnSpPr>
          <p:nvPr/>
        </p:nvCxnSpPr>
        <p:spPr>
          <a:xfrm>
            <a:off x="3989792" y="2077834"/>
            <a:ext cx="1223153" cy="25560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7" name="直接箭头连接符 96">
            <a:extLst>
              <a:ext uri="{FF2B5EF4-FFF2-40B4-BE49-F238E27FC236}">
                <a16:creationId xmlns:a16="http://schemas.microsoft.com/office/drawing/2014/main" id="{A893460D-71A5-4FA8-AEAE-356F898306ED}"/>
              </a:ext>
            </a:extLst>
          </p:cNvPr>
          <p:cNvCxnSpPr>
            <a:endCxn id="91" idx="2"/>
          </p:cNvCxnSpPr>
          <p:nvPr/>
        </p:nvCxnSpPr>
        <p:spPr>
          <a:xfrm>
            <a:off x="3989792" y="2966935"/>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6" name="直接箭头连接符 105">
            <a:extLst>
              <a:ext uri="{FF2B5EF4-FFF2-40B4-BE49-F238E27FC236}">
                <a16:creationId xmlns:a16="http://schemas.microsoft.com/office/drawing/2014/main" id="{B09B1E11-DB9F-4BAD-A5FE-30F317723505}"/>
              </a:ext>
            </a:extLst>
          </p:cNvPr>
          <p:cNvCxnSpPr>
            <a:endCxn id="93" idx="2"/>
          </p:cNvCxnSpPr>
          <p:nvPr/>
        </p:nvCxnSpPr>
        <p:spPr>
          <a:xfrm flipV="1">
            <a:off x="3989792" y="2077834"/>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7" name="直接箭头连接符 106">
            <a:extLst>
              <a:ext uri="{FF2B5EF4-FFF2-40B4-BE49-F238E27FC236}">
                <a16:creationId xmlns:a16="http://schemas.microsoft.com/office/drawing/2014/main" id="{FA15F678-CD68-41DF-8A12-98D0188039AE}"/>
              </a:ext>
            </a:extLst>
          </p:cNvPr>
          <p:cNvCxnSpPr>
            <a:cxnSpLocks/>
            <a:endCxn id="92" idx="2"/>
          </p:cNvCxnSpPr>
          <p:nvPr/>
        </p:nvCxnSpPr>
        <p:spPr>
          <a:xfrm>
            <a:off x="3989792" y="2966935"/>
            <a:ext cx="1223153" cy="16669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8" name="直接箭头连接符 107">
            <a:extLst>
              <a:ext uri="{FF2B5EF4-FFF2-40B4-BE49-F238E27FC236}">
                <a16:creationId xmlns:a16="http://schemas.microsoft.com/office/drawing/2014/main" id="{6AA32604-FABE-4D1B-B12A-3B0AC8BE7E53}"/>
              </a:ext>
            </a:extLst>
          </p:cNvPr>
          <p:cNvCxnSpPr>
            <a:endCxn id="93" idx="2"/>
          </p:cNvCxnSpPr>
          <p:nvPr/>
        </p:nvCxnSpPr>
        <p:spPr>
          <a:xfrm flipV="1">
            <a:off x="3989792" y="2077834"/>
            <a:ext cx="1223153" cy="25560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9" name="直接箭头连接符 108">
            <a:extLst>
              <a:ext uri="{FF2B5EF4-FFF2-40B4-BE49-F238E27FC236}">
                <a16:creationId xmlns:a16="http://schemas.microsoft.com/office/drawing/2014/main" id="{20B935E7-CDF3-4B33-8C7A-30DAADFF295F}"/>
              </a:ext>
            </a:extLst>
          </p:cNvPr>
          <p:cNvCxnSpPr>
            <a:endCxn id="91" idx="2"/>
          </p:cNvCxnSpPr>
          <p:nvPr/>
        </p:nvCxnSpPr>
        <p:spPr>
          <a:xfrm flipV="1">
            <a:off x="3989792" y="2966935"/>
            <a:ext cx="1223153" cy="16669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0" name="直接箭头连接符 109">
            <a:extLst>
              <a:ext uri="{FF2B5EF4-FFF2-40B4-BE49-F238E27FC236}">
                <a16:creationId xmlns:a16="http://schemas.microsoft.com/office/drawing/2014/main" id="{AD399939-259A-4F3F-9F40-E9D2A16B5BB3}"/>
              </a:ext>
            </a:extLst>
          </p:cNvPr>
          <p:cNvCxnSpPr>
            <a:endCxn id="92" idx="2"/>
          </p:cNvCxnSpPr>
          <p:nvPr/>
        </p:nvCxnSpPr>
        <p:spPr>
          <a:xfrm>
            <a:off x="3989792" y="4633853"/>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3" name="文本框 142">
            <a:extLst>
              <a:ext uri="{FF2B5EF4-FFF2-40B4-BE49-F238E27FC236}">
                <a16:creationId xmlns:a16="http://schemas.microsoft.com/office/drawing/2014/main" id="{D19108EB-1294-4BF3-B51C-80848BA86DA4}"/>
              </a:ext>
            </a:extLst>
          </p:cNvPr>
          <p:cNvSpPr txBox="1"/>
          <p:nvPr/>
        </p:nvSpPr>
        <p:spPr>
          <a:xfrm>
            <a:off x="5189782" y="369340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44" name="流程图: 接点 143">
            <a:extLst>
              <a:ext uri="{FF2B5EF4-FFF2-40B4-BE49-F238E27FC236}">
                <a16:creationId xmlns:a16="http://schemas.microsoft.com/office/drawing/2014/main" id="{AEB35701-07E4-4E27-9CBA-4ADDFE5A9795}"/>
              </a:ext>
            </a:extLst>
          </p:cNvPr>
          <p:cNvSpPr/>
          <p:nvPr/>
        </p:nvSpPr>
        <p:spPr>
          <a:xfrm flipV="1">
            <a:off x="7472148" y="2837759"/>
            <a:ext cx="244505" cy="240909"/>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45" name="流程图: 接点 144">
            <a:extLst>
              <a:ext uri="{FF2B5EF4-FFF2-40B4-BE49-F238E27FC236}">
                <a16:creationId xmlns:a16="http://schemas.microsoft.com/office/drawing/2014/main" id="{9478EC3C-1FEC-42D6-8CAF-1A9C6D5A9B7D}"/>
              </a:ext>
            </a:extLst>
          </p:cNvPr>
          <p:cNvSpPr/>
          <p:nvPr/>
        </p:nvSpPr>
        <p:spPr>
          <a:xfrm flipV="1">
            <a:off x="7472148" y="4504676"/>
            <a:ext cx="244505" cy="240909"/>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48" name="流程图: 接点 147">
            <a:extLst>
              <a:ext uri="{FF2B5EF4-FFF2-40B4-BE49-F238E27FC236}">
                <a16:creationId xmlns:a16="http://schemas.microsoft.com/office/drawing/2014/main" id="{72F3AC13-EEF0-486C-AA41-AFF1B0AA7CD3}"/>
              </a:ext>
            </a:extLst>
          </p:cNvPr>
          <p:cNvSpPr/>
          <p:nvPr/>
        </p:nvSpPr>
        <p:spPr>
          <a:xfrm flipV="1">
            <a:off x="7472148" y="1948656"/>
            <a:ext cx="244505" cy="240909"/>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150" name="直接箭头连接符 149">
            <a:extLst>
              <a:ext uri="{FF2B5EF4-FFF2-40B4-BE49-F238E27FC236}">
                <a16:creationId xmlns:a16="http://schemas.microsoft.com/office/drawing/2014/main" id="{2135B12C-12FD-49A9-99A4-B57FFDD92AE8}"/>
              </a:ext>
            </a:extLst>
          </p:cNvPr>
          <p:cNvCxnSpPr>
            <a:endCxn id="148" idx="2"/>
          </p:cNvCxnSpPr>
          <p:nvPr/>
        </p:nvCxnSpPr>
        <p:spPr>
          <a:xfrm>
            <a:off x="6248994" y="2069109"/>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1" name="直接箭头连接符 150">
            <a:extLst>
              <a:ext uri="{FF2B5EF4-FFF2-40B4-BE49-F238E27FC236}">
                <a16:creationId xmlns:a16="http://schemas.microsoft.com/office/drawing/2014/main" id="{E2B2EBB6-A41E-4863-AB01-0519B7F187B7}"/>
              </a:ext>
            </a:extLst>
          </p:cNvPr>
          <p:cNvCxnSpPr>
            <a:endCxn id="144" idx="2"/>
          </p:cNvCxnSpPr>
          <p:nvPr/>
        </p:nvCxnSpPr>
        <p:spPr>
          <a:xfrm>
            <a:off x="6248994" y="2069111"/>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2" name="直接箭头连接符 151">
            <a:extLst>
              <a:ext uri="{FF2B5EF4-FFF2-40B4-BE49-F238E27FC236}">
                <a16:creationId xmlns:a16="http://schemas.microsoft.com/office/drawing/2014/main" id="{EDAA490F-9A3E-4E8B-ACD5-00039D712F13}"/>
              </a:ext>
            </a:extLst>
          </p:cNvPr>
          <p:cNvCxnSpPr>
            <a:cxnSpLocks/>
            <a:endCxn id="145" idx="2"/>
          </p:cNvCxnSpPr>
          <p:nvPr/>
        </p:nvCxnSpPr>
        <p:spPr>
          <a:xfrm>
            <a:off x="6248994" y="2069111"/>
            <a:ext cx="1223153" cy="25560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3" name="直接箭头连接符 152">
            <a:extLst>
              <a:ext uri="{FF2B5EF4-FFF2-40B4-BE49-F238E27FC236}">
                <a16:creationId xmlns:a16="http://schemas.microsoft.com/office/drawing/2014/main" id="{1982534F-5EE9-417A-8C94-BDA3475C39A6}"/>
              </a:ext>
            </a:extLst>
          </p:cNvPr>
          <p:cNvCxnSpPr>
            <a:endCxn id="144" idx="2"/>
          </p:cNvCxnSpPr>
          <p:nvPr/>
        </p:nvCxnSpPr>
        <p:spPr>
          <a:xfrm>
            <a:off x="6248994" y="2958211"/>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4" name="直接箭头连接符 153">
            <a:extLst>
              <a:ext uri="{FF2B5EF4-FFF2-40B4-BE49-F238E27FC236}">
                <a16:creationId xmlns:a16="http://schemas.microsoft.com/office/drawing/2014/main" id="{F89FC1E3-1FD1-4F51-9CBF-110D8269C7A7}"/>
              </a:ext>
            </a:extLst>
          </p:cNvPr>
          <p:cNvCxnSpPr>
            <a:endCxn id="148" idx="2"/>
          </p:cNvCxnSpPr>
          <p:nvPr/>
        </p:nvCxnSpPr>
        <p:spPr>
          <a:xfrm flipV="1">
            <a:off x="6248994" y="2069111"/>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5" name="直接箭头连接符 154">
            <a:extLst>
              <a:ext uri="{FF2B5EF4-FFF2-40B4-BE49-F238E27FC236}">
                <a16:creationId xmlns:a16="http://schemas.microsoft.com/office/drawing/2014/main" id="{9366909F-2191-4C23-8E99-3AB4100E1CBB}"/>
              </a:ext>
            </a:extLst>
          </p:cNvPr>
          <p:cNvCxnSpPr>
            <a:cxnSpLocks/>
            <a:endCxn id="145" idx="2"/>
          </p:cNvCxnSpPr>
          <p:nvPr/>
        </p:nvCxnSpPr>
        <p:spPr>
          <a:xfrm>
            <a:off x="6248994" y="2958213"/>
            <a:ext cx="1223153" cy="16669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6" name="直接箭头连接符 155">
            <a:extLst>
              <a:ext uri="{FF2B5EF4-FFF2-40B4-BE49-F238E27FC236}">
                <a16:creationId xmlns:a16="http://schemas.microsoft.com/office/drawing/2014/main" id="{1DE7DD82-54D7-4CA8-B51D-CFD160A7F251}"/>
              </a:ext>
            </a:extLst>
          </p:cNvPr>
          <p:cNvCxnSpPr>
            <a:endCxn id="148" idx="2"/>
          </p:cNvCxnSpPr>
          <p:nvPr/>
        </p:nvCxnSpPr>
        <p:spPr>
          <a:xfrm flipV="1">
            <a:off x="6248994" y="2069111"/>
            <a:ext cx="1223153" cy="25560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7" name="直接箭头连接符 156">
            <a:extLst>
              <a:ext uri="{FF2B5EF4-FFF2-40B4-BE49-F238E27FC236}">
                <a16:creationId xmlns:a16="http://schemas.microsoft.com/office/drawing/2014/main" id="{E970CA02-00E5-464F-BB61-133B3A259190}"/>
              </a:ext>
            </a:extLst>
          </p:cNvPr>
          <p:cNvCxnSpPr>
            <a:endCxn id="144" idx="2"/>
          </p:cNvCxnSpPr>
          <p:nvPr/>
        </p:nvCxnSpPr>
        <p:spPr>
          <a:xfrm flipV="1">
            <a:off x="6248994" y="2958213"/>
            <a:ext cx="1223153" cy="16669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8" name="直接箭头连接符 157">
            <a:extLst>
              <a:ext uri="{FF2B5EF4-FFF2-40B4-BE49-F238E27FC236}">
                <a16:creationId xmlns:a16="http://schemas.microsoft.com/office/drawing/2014/main" id="{C95C07FD-DACC-4F12-9B85-938085A180BF}"/>
              </a:ext>
            </a:extLst>
          </p:cNvPr>
          <p:cNvCxnSpPr>
            <a:endCxn id="145" idx="2"/>
          </p:cNvCxnSpPr>
          <p:nvPr/>
        </p:nvCxnSpPr>
        <p:spPr>
          <a:xfrm>
            <a:off x="6248994" y="4625129"/>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9" name="文本框 158">
            <a:extLst>
              <a:ext uri="{FF2B5EF4-FFF2-40B4-BE49-F238E27FC236}">
                <a16:creationId xmlns:a16="http://schemas.microsoft.com/office/drawing/2014/main" id="{F9AC72F8-F5E6-449A-B6B9-F0ED83CF1D86}"/>
              </a:ext>
            </a:extLst>
          </p:cNvPr>
          <p:cNvSpPr txBox="1"/>
          <p:nvPr/>
        </p:nvSpPr>
        <p:spPr>
          <a:xfrm>
            <a:off x="7448986" y="368468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0" name="文本框 159">
            <a:extLst>
              <a:ext uri="{FF2B5EF4-FFF2-40B4-BE49-F238E27FC236}">
                <a16:creationId xmlns:a16="http://schemas.microsoft.com/office/drawing/2014/main" id="{EAA7066D-A160-4E25-9740-B2BF3CA5FCFF}"/>
              </a:ext>
            </a:extLst>
          </p:cNvPr>
          <p:cNvSpPr txBox="1"/>
          <p:nvPr/>
        </p:nvSpPr>
        <p:spPr>
          <a:xfrm>
            <a:off x="5662434" y="190056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1" name="文本框 160">
            <a:extLst>
              <a:ext uri="{FF2B5EF4-FFF2-40B4-BE49-F238E27FC236}">
                <a16:creationId xmlns:a16="http://schemas.microsoft.com/office/drawing/2014/main" id="{9BB87826-1BE2-4F97-BE2D-CB3F938E51AA}"/>
              </a:ext>
            </a:extLst>
          </p:cNvPr>
          <p:cNvSpPr txBox="1"/>
          <p:nvPr/>
        </p:nvSpPr>
        <p:spPr>
          <a:xfrm>
            <a:off x="5660375" y="278720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2" name="文本框 161">
            <a:extLst>
              <a:ext uri="{FF2B5EF4-FFF2-40B4-BE49-F238E27FC236}">
                <a16:creationId xmlns:a16="http://schemas.microsoft.com/office/drawing/2014/main" id="{3E0031D3-53B8-4E46-A6DF-2764233FD6CE}"/>
              </a:ext>
            </a:extLst>
          </p:cNvPr>
          <p:cNvSpPr txBox="1"/>
          <p:nvPr/>
        </p:nvSpPr>
        <p:spPr>
          <a:xfrm>
            <a:off x="5660375" y="367158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3" name="文本框 162">
            <a:extLst>
              <a:ext uri="{FF2B5EF4-FFF2-40B4-BE49-F238E27FC236}">
                <a16:creationId xmlns:a16="http://schemas.microsoft.com/office/drawing/2014/main" id="{F55076B5-A84D-4537-81EC-177584FD7364}"/>
              </a:ext>
            </a:extLst>
          </p:cNvPr>
          <p:cNvSpPr txBox="1"/>
          <p:nvPr/>
        </p:nvSpPr>
        <p:spPr>
          <a:xfrm>
            <a:off x="5663228" y="4389457"/>
            <a:ext cx="288862" cy="300210"/>
          </a:xfrm>
          <a:prstGeom prst="rect">
            <a:avLst/>
          </a:prstGeom>
          <a:noFill/>
        </p:spPr>
        <p:txBody>
          <a:bodyPr wrap="none" rtlCol="0">
            <a:spAutoFit/>
          </a:bodyPr>
          <a:lstStyle/>
          <a:p>
            <a:r>
              <a:rPr lang="en-US" altLang="zh-CN" sz="1351" dirty="0"/>
              <a:t>…</a:t>
            </a:r>
            <a:endParaRPr lang="zh-CN" altLang="en-US" sz="1351" dirty="0"/>
          </a:p>
        </p:txBody>
      </p:sp>
      <p:cxnSp>
        <p:nvCxnSpPr>
          <p:cNvPr id="164" name="直接箭头连接符 163">
            <a:extLst>
              <a:ext uri="{FF2B5EF4-FFF2-40B4-BE49-F238E27FC236}">
                <a16:creationId xmlns:a16="http://schemas.microsoft.com/office/drawing/2014/main" id="{8E0E4C32-4D7C-4C39-9FC8-CE9DD077262F}"/>
              </a:ext>
            </a:extLst>
          </p:cNvPr>
          <p:cNvCxnSpPr/>
          <p:nvPr/>
        </p:nvCxnSpPr>
        <p:spPr>
          <a:xfrm>
            <a:off x="7716653" y="2077832"/>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5" name="直接箭头连接符 164">
            <a:extLst>
              <a:ext uri="{FF2B5EF4-FFF2-40B4-BE49-F238E27FC236}">
                <a16:creationId xmlns:a16="http://schemas.microsoft.com/office/drawing/2014/main" id="{FF9DD7EC-B40C-4C4A-BC99-D5356B9D3C91}"/>
              </a:ext>
            </a:extLst>
          </p:cNvPr>
          <p:cNvCxnSpPr/>
          <p:nvPr/>
        </p:nvCxnSpPr>
        <p:spPr>
          <a:xfrm>
            <a:off x="7715330" y="2968309"/>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6" name="直接箭头连接符 165">
            <a:extLst>
              <a:ext uri="{FF2B5EF4-FFF2-40B4-BE49-F238E27FC236}">
                <a16:creationId xmlns:a16="http://schemas.microsoft.com/office/drawing/2014/main" id="{81DD69F2-B334-4ACE-9F99-A378A577506D}"/>
              </a:ext>
            </a:extLst>
          </p:cNvPr>
          <p:cNvCxnSpPr/>
          <p:nvPr/>
        </p:nvCxnSpPr>
        <p:spPr>
          <a:xfrm>
            <a:off x="7715330" y="4618724"/>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7" name="文本框 166">
            <a:extLst>
              <a:ext uri="{FF2B5EF4-FFF2-40B4-BE49-F238E27FC236}">
                <a16:creationId xmlns:a16="http://schemas.microsoft.com/office/drawing/2014/main" id="{A538469E-5CC9-4849-A79A-F851F17083AA}"/>
              </a:ext>
            </a:extLst>
          </p:cNvPr>
          <p:cNvSpPr txBox="1"/>
          <p:nvPr/>
        </p:nvSpPr>
        <p:spPr>
          <a:xfrm>
            <a:off x="8885992" y="1906540"/>
            <a:ext cx="393056" cy="300210"/>
          </a:xfrm>
          <a:prstGeom prst="rect">
            <a:avLst/>
          </a:prstGeom>
          <a:noFill/>
        </p:spPr>
        <p:txBody>
          <a:bodyPr wrap="none" rtlCol="0">
            <a:spAutoFit/>
          </a:bodyPr>
          <a:lstStyle/>
          <a:p>
            <a:r>
              <a:rPr lang="en-US" altLang="zh-CN" sz="1351" dirty="0"/>
              <a:t>z1</a:t>
            </a:r>
            <a:endParaRPr lang="zh-CN" altLang="en-US" sz="1351" dirty="0"/>
          </a:p>
        </p:txBody>
      </p:sp>
      <p:sp>
        <p:nvSpPr>
          <p:cNvPr id="168" name="文本框 167">
            <a:extLst>
              <a:ext uri="{FF2B5EF4-FFF2-40B4-BE49-F238E27FC236}">
                <a16:creationId xmlns:a16="http://schemas.microsoft.com/office/drawing/2014/main" id="{319F96F4-9083-4EB2-B670-A02A20E05BF6}"/>
              </a:ext>
            </a:extLst>
          </p:cNvPr>
          <p:cNvSpPr txBox="1"/>
          <p:nvPr/>
        </p:nvSpPr>
        <p:spPr>
          <a:xfrm>
            <a:off x="8885992" y="2753637"/>
            <a:ext cx="393056" cy="300210"/>
          </a:xfrm>
          <a:prstGeom prst="rect">
            <a:avLst/>
          </a:prstGeom>
          <a:noFill/>
        </p:spPr>
        <p:txBody>
          <a:bodyPr wrap="none" rtlCol="0">
            <a:spAutoFit/>
          </a:bodyPr>
          <a:lstStyle/>
          <a:p>
            <a:r>
              <a:rPr lang="en-US" altLang="zh-CN" sz="1351" dirty="0"/>
              <a:t>z2</a:t>
            </a:r>
            <a:endParaRPr lang="zh-CN" altLang="en-US" sz="1351" dirty="0"/>
          </a:p>
        </p:txBody>
      </p:sp>
      <p:sp>
        <p:nvSpPr>
          <p:cNvPr id="169" name="文本框 168">
            <a:extLst>
              <a:ext uri="{FF2B5EF4-FFF2-40B4-BE49-F238E27FC236}">
                <a16:creationId xmlns:a16="http://schemas.microsoft.com/office/drawing/2014/main" id="{EFF0073D-FF25-4213-A961-3C1C6213CF73}"/>
              </a:ext>
            </a:extLst>
          </p:cNvPr>
          <p:cNvSpPr txBox="1"/>
          <p:nvPr/>
        </p:nvSpPr>
        <p:spPr>
          <a:xfrm>
            <a:off x="8885992" y="4421276"/>
            <a:ext cx="393056" cy="300210"/>
          </a:xfrm>
          <a:prstGeom prst="rect">
            <a:avLst/>
          </a:prstGeom>
          <a:noFill/>
        </p:spPr>
        <p:txBody>
          <a:bodyPr wrap="none" rtlCol="0">
            <a:spAutoFit/>
          </a:bodyPr>
          <a:lstStyle/>
          <a:p>
            <a:r>
              <a:rPr lang="en-US" altLang="zh-CN" sz="1351" dirty="0" err="1"/>
              <a:t>zM</a:t>
            </a:r>
            <a:endParaRPr lang="zh-CN" altLang="en-US" sz="1351" dirty="0"/>
          </a:p>
        </p:txBody>
      </p:sp>
      <p:sp>
        <p:nvSpPr>
          <p:cNvPr id="170" name="文本框 169">
            <a:extLst>
              <a:ext uri="{FF2B5EF4-FFF2-40B4-BE49-F238E27FC236}">
                <a16:creationId xmlns:a16="http://schemas.microsoft.com/office/drawing/2014/main" id="{276C4F48-A498-4EA2-B9C0-3C98C3C082E9}"/>
              </a:ext>
            </a:extLst>
          </p:cNvPr>
          <p:cNvSpPr txBox="1"/>
          <p:nvPr/>
        </p:nvSpPr>
        <p:spPr>
          <a:xfrm>
            <a:off x="2003983" y="5178476"/>
            <a:ext cx="530915" cy="300210"/>
          </a:xfrm>
          <a:prstGeom prst="rect">
            <a:avLst/>
          </a:prstGeom>
          <a:noFill/>
        </p:spPr>
        <p:txBody>
          <a:bodyPr wrap="none" rtlCol="0">
            <a:spAutoFit/>
          </a:bodyPr>
          <a:lstStyle/>
          <a:p>
            <a:r>
              <a:rPr lang="zh-CN" altLang="en-US" sz="1351" dirty="0"/>
              <a:t>输入</a:t>
            </a:r>
          </a:p>
        </p:txBody>
      </p:sp>
      <p:sp>
        <p:nvSpPr>
          <p:cNvPr id="171" name="文本框 170">
            <a:extLst>
              <a:ext uri="{FF2B5EF4-FFF2-40B4-BE49-F238E27FC236}">
                <a16:creationId xmlns:a16="http://schemas.microsoft.com/office/drawing/2014/main" id="{FAAD977B-D6D1-4767-8B46-26D656752808}"/>
              </a:ext>
            </a:extLst>
          </p:cNvPr>
          <p:cNvSpPr txBox="1"/>
          <p:nvPr/>
        </p:nvSpPr>
        <p:spPr>
          <a:xfrm>
            <a:off x="8802158" y="5178476"/>
            <a:ext cx="530915" cy="300210"/>
          </a:xfrm>
          <a:prstGeom prst="rect">
            <a:avLst/>
          </a:prstGeom>
          <a:noFill/>
        </p:spPr>
        <p:txBody>
          <a:bodyPr wrap="none" rtlCol="0">
            <a:spAutoFit/>
          </a:bodyPr>
          <a:lstStyle/>
          <a:p>
            <a:r>
              <a:rPr lang="zh-CN" altLang="en-US" sz="1351" dirty="0"/>
              <a:t>输出</a:t>
            </a:r>
          </a:p>
        </p:txBody>
      </p:sp>
      <p:sp>
        <p:nvSpPr>
          <p:cNvPr id="175" name="左大括号 174">
            <a:extLst>
              <a:ext uri="{FF2B5EF4-FFF2-40B4-BE49-F238E27FC236}">
                <a16:creationId xmlns:a16="http://schemas.microsoft.com/office/drawing/2014/main" id="{CC9E5DD0-6D48-4DBD-AE7C-1D412ECE0B53}"/>
              </a:ext>
            </a:extLst>
          </p:cNvPr>
          <p:cNvSpPr/>
          <p:nvPr/>
        </p:nvSpPr>
        <p:spPr>
          <a:xfrm rot="16200000">
            <a:off x="5576703" y="3197156"/>
            <a:ext cx="297436" cy="3652651"/>
          </a:xfrm>
          <a:prstGeom prst="leftBrace">
            <a:avLst/>
          </a:prstGeom>
          <a:ln>
            <a:solidFill>
              <a:srgbClr val="C00000"/>
            </a:solidFill>
            <a:tailEnd type="none"/>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1351" dirty="0">
              <a:solidFill>
                <a:srgbClr val="C00000"/>
              </a:solidFill>
            </a:endParaRPr>
          </a:p>
        </p:txBody>
      </p:sp>
      <p:sp>
        <p:nvSpPr>
          <p:cNvPr id="176" name="文本框 175">
            <a:extLst>
              <a:ext uri="{FF2B5EF4-FFF2-40B4-BE49-F238E27FC236}">
                <a16:creationId xmlns:a16="http://schemas.microsoft.com/office/drawing/2014/main" id="{4DD3DA55-D022-4022-9F95-6A6F6F635B3B}"/>
              </a:ext>
            </a:extLst>
          </p:cNvPr>
          <p:cNvSpPr txBox="1"/>
          <p:nvPr/>
        </p:nvSpPr>
        <p:spPr>
          <a:xfrm>
            <a:off x="5335195" y="5178536"/>
            <a:ext cx="704039" cy="300210"/>
          </a:xfrm>
          <a:prstGeom prst="rect">
            <a:avLst/>
          </a:prstGeom>
          <a:noFill/>
        </p:spPr>
        <p:txBody>
          <a:bodyPr wrap="none" rtlCol="0">
            <a:spAutoFit/>
          </a:bodyPr>
          <a:lstStyle/>
          <a:p>
            <a:r>
              <a:rPr lang="zh-CN" altLang="en-US" sz="1351" dirty="0"/>
              <a:t>隐藏层</a:t>
            </a:r>
          </a:p>
        </p:txBody>
      </p:sp>
      <p:pic>
        <p:nvPicPr>
          <p:cNvPr id="9" name="图片 8">
            <a:extLst>
              <a:ext uri="{FF2B5EF4-FFF2-40B4-BE49-F238E27FC236}">
                <a16:creationId xmlns:a16="http://schemas.microsoft.com/office/drawing/2014/main" id="{CA95309B-4CF6-4662-AFFD-E6E96CE8FBA6}"/>
              </a:ext>
            </a:extLst>
          </p:cNvPr>
          <p:cNvPicPr>
            <a:picLocks noChangeAspect="1"/>
          </p:cNvPicPr>
          <p:nvPr/>
        </p:nvPicPr>
        <p:blipFill>
          <a:blip r:embed="rId3"/>
          <a:stretch>
            <a:fillRect/>
          </a:stretch>
        </p:blipFill>
        <p:spPr>
          <a:xfrm>
            <a:off x="674167" y="1464129"/>
            <a:ext cx="1354335" cy="390752"/>
          </a:xfrm>
          <a:prstGeom prst="rect">
            <a:avLst/>
          </a:prstGeom>
        </p:spPr>
      </p:pic>
    </p:spTree>
    <p:custDataLst>
      <p:custData r:id="rId1"/>
    </p:custDataLst>
    <p:extLst>
      <p:ext uri="{BB962C8B-B14F-4D97-AF65-F5344CB8AC3E}">
        <p14:creationId xmlns:p14="http://schemas.microsoft.com/office/powerpoint/2010/main" val="3765476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149" name="Number1">
            <a:extLst>
              <a:ext uri="{FF2B5EF4-FFF2-40B4-BE49-F238E27FC236}">
                <a16:creationId xmlns:a16="http://schemas.microsoft.com/office/drawing/2014/main" id="{DD0393BB-6862-42AE-ABAB-72993383246E}"/>
              </a:ext>
            </a:extLst>
          </p:cNvPr>
          <p:cNvSpPr/>
          <p:nvPr/>
        </p:nvSpPr>
        <p:spPr>
          <a:xfrm>
            <a:off x="641765" y="965719"/>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sp>
        <p:nvSpPr>
          <p:cNvPr id="74" name="流程图: 接点 73">
            <a:extLst>
              <a:ext uri="{FF2B5EF4-FFF2-40B4-BE49-F238E27FC236}">
                <a16:creationId xmlns:a16="http://schemas.microsoft.com/office/drawing/2014/main" id="{DFC14DBA-EDE0-45A4-B9D9-7E1611B52675}"/>
              </a:ext>
            </a:extLst>
          </p:cNvPr>
          <p:cNvSpPr/>
          <p:nvPr/>
        </p:nvSpPr>
        <p:spPr>
          <a:xfrm flipV="1">
            <a:off x="3745286" y="2846480"/>
            <a:ext cx="244505" cy="240909"/>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5" name="流程图: 接点 74">
            <a:extLst>
              <a:ext uri="{FF2B5EF4-FFF2-40B4-BE49-F238E27FC236}">
                <a16:creationId xmlns:a16="http://schemas.microsoft.com/office/drawing/2014/main" id="{5E1071C2-8311-4EDB-A174-4D0C7483D5EB}"/>
              </a:ext>
            </a:extLst>
          </p:cNvPr>
          <p:cNvSpPr/>
          <p:nvPr/>
        </p:nvSpPr>
        <p:spPr>
          <a:xfrm flipV="1">
            <a:off x="3745286" y="5192908"/>
            <a:ext cx="244505" cy="240909"/>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6" name="流程图: 接点 75">
            <a:extLst>
              <a:ext uri="{FF2B5EF4-FFF2-40B4-BE49-F238E27FC236}">
                <a16:creationId xmlns:a16="http://schemas.microsoft.com/office/drawing/2014/main" id="{1B5FF825-E234-4360-89D6-078707B6C937}"/>
              </a:ext>
            </a:extLst>
          </p:cNvPr>
          <p:cNvSpPr/>
          <p:nvPr/>
        </p:nvSpPr>
        <p:spPr>
          <a:xfrm flipV="1">
            <a:off x="3745286" y="1957380"/>
            <a:ext cx="244505" cy="240909"/>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7" name="矩形 76">
            <a:extLst>
              <a:ext uri="{FF2B5EF4-FFF2-40B4-BE49-F238E27FC236}">
                <a16:creationId xmlns:a16="http://schemas.microsoft.com/office/drawing/2014/main" id="{14FC82CE-7C13-44F1-B083-0CC11DDC0283}"/>
              </a:ext>
            </a:extLst>
          </p:cNvPr>
          <p:cNvSpPr/>
          <p:nvPr/>
        </p:nvSpPr>
        <p:spPr>
          <a:xfrm>
            <a:off x="2068641" y="1900561"/>
            <a:ext cx="453491" cy="354547"/>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x1</a:t>
            </a:r>
            <a:endParaRPr lang="zh-CN" altLang="en-US" sz="1400" dirty="0"/>
          </a:p>
        </p:txBody>
      </p:sp>
      <p:sp>
        <p:nvSpPr>
          <p:cNvPr id="78" name="矩形 77">
            <a:extLst>
              <a:ext uri="{FF2B5EF4-FFF2-40B4-BE49-F238E27FC236}">
                <a16:creationId xmlns:a16="http://schemas.microsoft.com/office/drawing/2014/main" id="{A02B31AE-59A3-436C-88E0-30270F607AD9}"/>
              </a:ext>
            </a:extLst>
          </p:cNvPr>
          <p:cNvSpPr/>
          <p:nvPr/>
        </p:nvSpPr>
        <p:spPr>
          <a:xfrm>
            <a:off x="2068641" y="2789661"/>
            <a:ext cx="453491" cy="354547"/>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x2</a:t>
            </a:r>
            <a:endParaRPr lang="zh-CN" altLang="en-US" sz="1400" dirty="0"/>
          </a:p>
        </p:txBody>
      </p:sp>
      <p:sp>
        <p:nvSpPr>
          <p:cNvPr id="79" name="矩形 78">
            <a:extLst>
              <a:ext uri="{FF2B5EF4-FFF2-40B4-BE49-F238E27FC236}">
                <a16:creationId xmlns:a16="http://schemas.microsoft.com/office/drawing/2014/main" id="{77A783D1-D945-4023-950C-249D5F362D31}"/>
              </a:ext>
            </a:extLst>
          </p:cNvPr>
          <p:cNvSpPr/>
          <p:nvPr/>
        </p:nvSpPr>
        <p:spPr>
          <a:xfrm>
            <a:off x="2068641" y="5136089"/>
            <a:ext cx="453491" cy="354547"/>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t>xN</a:t>
            </a:r>
            <a:endParaRPr lang="zh-CN" altLang="en-US" sz="1400" dirty="0"/>
          </a:p>
        </p:txBody>
      </p:sp>
      <p:cxnSp>
        <p:nvCxnSpPr>
          <p:cNvPr id="80" name="直接箭头连接符 79">
            <a:extLst>
              <a:ext uri="{FF2B5EF4-FFF2-40B4-BE49-F238E27FC236}">
                <a16:creationId xmlns:a16="http://schemas.microsoft.com/office/drawing/2014/main" id="{92D860DA-ECA0-4D82-A47E-6471D3757C63}"/>
              </a:ext>
            </a:extLst>
          </p:cNvPr>
          <p:cNvCxnSpPr>
            <a:stCxn id="77" idx="3"/>
            <a:endCxn id="76" idx="2"/>
          </p:cNvCxnSpPr>
          <p:nvPr/>
        </p:nvCxnSpPr>
        <p:spPr>
          <a:xfrm>
            <a:off x="2522134" y="2077832"/>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1" name="直接箭头连接符 80">
            <a:extLst>
              <a:ext uri="{FF2B5EF4-FFF2-40B4-BE49-F238E27FC236}">
                <a16:creationId xmlns:a16="http://schemas.microsoft.com/office/drawing/2014/main" id="{7B05A069-DD03-472D-9011-153CFF6F8236}"/>
              </a:ext>
            </a:extLst>
          </p:cNvPr>
          <p:cNvCxnSpPr>
            <a:stCxn id="77" idx="3"/>
            <a:endCxn id="74" idx="2"/>
          </p:cNvCxnSpPr>
          <p:nvPr/>
        </p:nvCxnSpPr>
        <p:spPr>
          <a:xfrm>
            <a:off x="2522134" y="2077834"/>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2" name="直接箭头连接符 81">
            <a:extLst>
              <a:ext uri="{FF2B5EF4-FFF2-40B4-BE49-F238E27FC236}">
                <a16:creationId xmlns:a16="http://schemas.microsoft.com/office/drawing/2014/main" id="{0C17C149-302A-4C7D-B82D-0C134851DEC0}"/>
              </a:ext>
            </a:extLst>
          </p:cNvPr>
          <p:cNvCxnSpPr>
            <a:cxnSpLocks/>
            <a:stCxn id="77" idx="3"/>
            <a:endCxn id="75" idx="2"/>
          </p:cNvCxnSpPr>
          <p:nvPr/>
        </p:nvCxnSpPr>
        <p:spPr>
          <a:xfrm>
            <a:off x="2522134" y="2077833"/>
            <a:ext cx="1223153" cy="323552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3" name="直接箭头连接符 82">
            <a:extLst>
              <a:ext uri="{FF2B5EF4-FFF2-40B4-BE49-F238E27FC236}">
                <a16:creationId xmlns:a16="http://schemas.microsoft.com/office/drawing/2014/main" id="{E420E286-FC8C-434D-82A6-CFE56BF094DC}"/>
              </a:ext>
            </a:extLst>
          </p:cNvPr>
          <p:cNvCxnSpPr>
            <a:stCxn id="78" idx="3"/>
            <a:endCxn id="74" idx="2"/>
          </p:cNvCxnSpPr>
          <p:nvPr/>
        </p:nvCxnSpPr>
        <p:spPr>
          <a:xfrm>
            <a:off x="2522134" y="2966935"/>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4" name="直接箭头连接符 83">
            <a:extLst>
              <a:ext uri="{FF2B5EF4-FFF2-40B4-BE49-F238E27FC236}">
                <a16:creationId xmlns:a16="http://schemas.microsoft.com/office/drawing/2014/main" id="{FB3AEA95-A487-45C7-A09A-B1818320B4DF}"/>
              </a:ext>
            </a:extLst>
          </p:cNvPr>
          <p:cNvCxnSpPr>
            <a:stCxn id="78" idx="3"/>
            <a:endCxn id="76" idx="2"/>
          </p:cNvCxnSpPr>
          <p:nvPr/>
        </p:nvCxnSpPr>
        <p:spPr>
          <a:xfrm flipV="1">
            <a:off x="2522134" y="2077834"/>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5" name="直接箭头连接符 84">
            <a:extLst>
              <a:ext uri="{FF2B5EF4-FFF2-40B4-BE49-F238E27FC236}">
                <a16:creationId xmlns:a16="http://schemas.microsoft.com/office/drawing/2014/main" id="{8D409551-55D2-4FA0-B9C0-4484FBE6C090}"/>
              </a:ext>
            </a:extLst>
          </p:cNvPr>
          <p:cNvCxnSpPr>
            <a:cxnSpLocks/>
            <a:stCxn id="78" idx="3"/>
            <a:endCxn id="75" idx="2"/>
          </p:cNvCxnSpPr>
          <p:nvPr/>
        </p:nvCxnSpPr>
        <p:spPr>
          <a:xfrm>
            <a:off x="2522134" y="2966936"/>
            <a:ext cx="1223153" cy="23464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6" name="直接箭头连接符 85">
            <a:extLst>
              <a:ext uri="{FF2B5EF4-FFF2-40B4-BE49-F238E27FC236}">
                <a16:creationId xmlns:a16="http://schemas.microsoft.com/office/drawing/2014/main" id="{6674FCF4-6433-4FC1-A5D2-2772DE34DBCF}"/>
              </a:ext>
            </a:extLst>
          </p:cNvPr>
          <p:cNvCxnSpPr>
            <a:stCxn id="79" idx="3"/>
            <a:endCxn id="76" idx="2"/>
          </p:cNvCxnSpPr>
          <p:nvPr/>
        </p:nvCxnSpPr>
        <p:spPr>
          <a:xfrm flipV="1">
            <a:off x="2522134" y="2077833"/>
            <a:ext cx="1223153" cy="32355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7" name="直接箭头连接符 86">
            <a:extLst>
              <a:ext uri="{FF2B5EF4-FFF2-40B4-BE49-F238E27FC236}">
                <a16:creationId xmlns:a16="http://schemas.microsoft.com/office/drawing/2014/main" id="{B6CF2480-AED2-4423-B6C4-015E6B663DEA}"/>
              </a:ext>
            </a:extLst>
          </p:cNvPr>
          <p:cNvCxnSpPr>
            <a:stCxn id="79" idx="3"/>
            <a:endCxn id="74" idx="2"/>
          </p:cNvCxnSpPr>
          <p:nvPr/>
        </p:nvCxnSpPr>
        <p:spPr>
          <a:xfrm flipV="1">
            <a:off x="2522134" y="2966935"/>
            <a:ext cx="1223153" cy="234642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8" name="直接箭头连接符 87">
            <a:extLst>
              <a:ext uri="{FF2B5EF4-FFF2-40B4-BE49-F238E27FC236}">
                <a16:creationId xmlns:a16="http://schemas.microsoft.com/office/drawing/2014/main" id="{07D65ABF-3252-41C6-9B2E-756308CBC5DC}"/>
              </a:ext>
            </a:extLst>
          </p:cNvPr>
          <p:cNvCxnSpPr>
            <a:stCxn id="79" idx="3"/>
            <a:endCxn id="75" idx="2"/>
          </p:cNvCxnSpPr>
          <p:nvPr/>
        </p:nvCxnSpPr>
        <p:spPr>
          <a:xfrm>
            <a:off x="2522134" y="5313363"/>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9" name="文本框 88">
            <a:extLst>
              <a:ext uri="{FF2B5EF4-FFF2-40B4-BE49-F238E27FC236}">
                <a16:creationId xmlns:a16="http://schemas.microsoft.com/office/drawing/2014/main" id="{414CA5EB-80C5-4CE0-ADCF-E6023E9B51E6}"/>
              </a:ext>
            </a:extLst>
          </p:cNvPr>
          <p:cNvSpPr txBox="1"/>
          <p:nvPr/>
        </p:nvSpPr>
        <p:spPr>
          <a:xfrm>
            <a:off x="2149974" y="367876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90" name="文本框 89">
            <a:extLst>
              <a:ext uri="{FF2B5EF4-FFF2-40B4-BE49-F238E27FC236}">
                <a16:creationId xmlns:a16="http://schemas.microsoft.com/office/drawing/2014/main" id="{0555EF0C-849C-4D02-A07A-8C4BB9002F54}"/>
              </a:ext>
            </a:extLst>
          </p:cNvPr>
          <p:cNvSpPr txBox="1"/>
          <p:nvPr/>
        </p:nvSpPr>
        <p:spPr>
          <a:xfrm>
            <a:off x="3722124" y="369340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91" name="流程图: 接点 90">
            <a:extLst>
              <a:ext uri="{FF2B5EF4-FFF2-40B4-BE49-F238E27FC236}">
                <a16:creationId xmlns:a16="http://schemas.microsoft.com/office/drawing/2014/main" id="{1222CE76-0228-4053-9753-9459875BC426}"/>
              </a:ext>
            </a:extLst>
          </p:cNvPr>
          <p:cNvSpPr/>
          <p:nvPr/>
        </p:nvSpPr>
        <p:spPr>
          <a:xfrm flipV="1">
            <a:off x="5212944" y="2846480"/>
            <a:ext cx="244505" cy="240909"/>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2" name="流程图: 接点 91">
            <a:extLst>
              <a:ext uri="{FF2B5EF4-FFF2-40B4-BE49-F238E27FC236}">
                <a16:creationId xmlns:a16="http://schemas.microsoft.com/office/drawing/2014/main" id="{3C722887-D7FE-49DA-B257-C945618A1EEF}"/>
              </a:ext>
            </a:extLst>
          </p:cNvPr>
          <p:cNvSpPr/>
          <p:nvPr/>
        </p:nvSpPr>
        <p:spPr>
          <a:xfrm flipV="1">
            <a:off x="5212944" y="5192908"/>
            <a:ext cx="244505" cy="240909"/>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3" name="流程图: 接点 92">
            <a:extLst>
              <a:ext uri="{FF2B5EF4-FFF2-40B4-BE49-F238E27FC236}">
                <a16:creationId xmlns:a16="http://schemas.microsoft.com/office/drawing/2014/main" id="{E2466618-615D-45E0-9594-340F1CDAD224}"/>
              </a:ext>
            </a:extLst>
          </p:cNvPr>
          <p:cNvSpPr/>
          <p:nvPr/>
        </p:nvSpPr>
        <p:spPr>
          <a:xfrm flipV="1">
            <a:off x="5212944" y="1957380"/>
            <a:ext cx="244505" cy="240909"/>
          </a:xfrm>
          <a:prstGeom prst="flowChartConnector">
            <a:avLst/>
          </a:prstGeom>
          <a:solidFill>
            <a:srgbClr val="FA82B5"/>
          </a:solidFill>
          <a:ln>
            <a:solidFill>
              <a:srgbClr val="FA82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94" name="直接箭头连接符 93">
            <a:extLst>
              <a:ext uri="{FF2B5EF4-FFF2-40B4-BE49-F238E27FC236}">
                <a16:creationId xmlns:a16="http://schemas.microsoft.com/office/drawing/2014/main" id="{0EBABF0E-0B82-42D5-8E56-1E9C48AC2962}"/>
              </a:ext>
            </a:extLst>
          </p:cNvPr>
          <p:cNvCxnSpPr>
            <a:endCxn id="93" idx="2"/>
          </p:cNvCxnSpPr>
          <p:nvPr/>
        </p:nvCxnSpPr>
        <p:spPr>
          <a:xfrm>
            <a:off x="3989792" y="2077832"/>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5" name="直接箭头连接符 94">
            <a:extLst>
              <a:ext uri="{FF2B5EF4-FFF2-40B4-BE49-F238E27FC236}">
                <a16:creationId xmlns:a16="http://schemas.microsoft.com/office/drawing/2014/main" id="{0425AC86-736F-42D2-8FF0-38EBF50C7146}"/>
              </a:ext>
            </a:extLst>
          </p:cNvPr>
          <p:cNvCxnSpPr>
            <a:endCxn id="91" idx="2"/>
          </p:cNvCxnSpPr>
          <p:nvPr/>
        </p:nvCxnSpPr>
        <p:spPr>
          <a:xfrm>
            <a:off x="3989792" y="2077834"/>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6" name="直接箭头连接符 95">
            <a:extLst>
              <a:ext uri="{FF2B5EF4-FFF2-40B4-BE49-F238E27FC236}">
                <a16:creationId xmlns:a16="http://schemas.microsoft.com/office/drawing/2014/main" id="{F5CDF6A4-A9D3-4764-A70A-B486D8017D93}"/>
              </a:ext>
            </a:extLst>
          </p:cNvPr>
          <p:cNvCxnSpPr>
            <a:cxnSpLocks/>
            <a:stCxn id="76" idx="0"/>
            <a:endCxn id="92" idx="2"/>
          </p:cNvCxnSpPr>
          <p:nvPr/>
        </p:nvCxnSpPr>
        <p:spPr>
          <a:xfrm>
            <a:off x="3867539" y="2198288"/>
            <a:ext cx="1345404" cy="31150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7" name="直接箭头连接符 96">
            <a:extLst>
              <a:ext uri="{FF2B5EF4-FFF2-40B4-BE49-F238E27FC236}">
                <a16:creationId xmlns:a16="http://schemas.microsoft.com/office/drawing/2014/main" id="{A893460D-71A5-4FA8-AEAE-356F898306ED}"/>
              </a:ext>
            </a:extLst>
          </p:cNvPr>
          <p:cNvCxnSpPr>
            <a:endCxn id="91" idx="2"/>
          </p:cNvCxnSpPr>
          <p:nvPr/>
        </p:nvCxnSpPr>
        <p:spPr>
          <a:xfrm>
            <a:off x="3989792" y="2966935"/>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6" name="直接箭头连接符 105">
            <a:extLst>
              <a:ext uri="{FF2B5EF4-FFF2-40B4-BE49-F238E27FC236}">
                <a16:creationId xmlns:a16="http://schemas.microsoft.com/office/drawing/2014/main" id="{B09B1E11-DB9F-4BAD-A5FE-30F317723505}"/>
              </a:ext>
            </a:extLst>
          </p:cNvPr>
          <p:cNvCxnSpPr>
            <a:endCxn id="93" idx="2"/>
          </p:cNvCxnSpPr>
          <p:nvPr/>
        </p:nvCxnSpPr>
        <p:spPr>
          <a:xfrm flipV="1">
            <a:off x="3989792" y="2077834"/>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7" name="直接箭头连接符 106">
            <a:extLst>
              <a:ext uri="{FF2B5EF4-FFF2-40B4-BE49-F238E27FC236}">
                <a16:creationId xmlns:a16="http://schemas.microsoft.com/office/drawing/2014/main" id="{FA15F678-CD68-41DF-8A12-98D0188039AE}"/>
              </a:ext>
            </a:extLst>
          </p:cNvPr>
          <p:cNvCxnSpPr>
            <a:cxnSpLocks/>
            <a:stCxn id="74" idx="0"/>
            <a:endCxn id="92" idx="2"/>
          </p:cNvCxnSpPr>
          <p:nvPr/>
        </p:nvCxnSpPr>
        <p:spPr>
          <a:xfrm>
            <a:off x="3867539" y="3087391"/>
            <a:ext cx="1345404" cy="22259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8" name="直接箭头连接符 107">
            <a:extLst>
              <a:ext uri="{FF2B5EF4-FFF2-40B4-BE49-F238E27FC236}">
                <a16:creationId xmlns:a16="http://schemas.microsoft.com/office/drawing/2014/main" id="{6AA32604-FABE-4D1B-B12A-3B0AC8BE7E53}"/>
              </a:ext>
            </a:extLst>
          </p:cNvPr>
          <p:cNvCxnSpPr>
            <a:cxnSpLocks/>
            <a:stCxn id="75" idx="6"/>
            <a:endCxn id="93" idx="2"/>
          </p:cNvCxnSpPr>
          <p:nvPr/>
        </p:nvCxnSpPr>
        <p:spPr>
          <a:xfrm flipV="1">
            <a:off x="3989789" y="2077834"/>
            <a:ext cx="1223152" cy="323552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9" name="直接箭头连接符 108">
            <a:extLst>
              <a:ext uri="{FF2B5EF4-FFF2-40B4-BE49-F238E27FC236}">
                <a16:creationId xmlns:a16="http://schemas.microsoft.com/office/drawing/2014/main" id="{20B935E7-CDF3-4B33-8C7A-30DAADFF295F}"/>
              </a:ext>
            </a:extLst>
          </p:cNvPr>
          <p:cNvCxnSpPr>
            <a:cxnSpLocks/>
            <a:stCxn id="75" idx="6"/>
            <a:endCxn id="91" idx="2"/>
          </p:cNvCxnSpPr>
          <p:nvPr/>
        </p:nvCxnSpPr>
        <p:spPr>
          <a:xfrm flipV="1">
            <a:off x="3989789" y="2966936"/>
            <a:ext cx="1223152" cy="23464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0" name="直接箭头连接符 109">
            <a:extLst>
              <a:ext uri="{FF2B5EF4-FFF2-40B4-BE49-F238E27FC236}">
                <a16:creationId xmlns:a16="http://schemas.microsoft.com/office/drawing/2014/main" id="{AD399939-259A-4F3F-9F40-E9D2A16B5BB3}"/>
              </a:ext>
            </a:extLst>
          </p:cNvPr>
          <p:cNvCxnSpPr>
            <a:endCxn id="92" idx="2"/>
          </p:cNvCxnSpPr>
          <p:nvPr/>
        </p:nvCxnSpPr>
        <p:spPr>
          <a:xfrm>
            <a:off x="3989792" y="5313363"/>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3" name="文本框 142">
            <a:extLst>
              <a:ext uri="{FF2B5EF4-FFF2-40B4-BE49-F238E27FC236}">
                <a16:creationId xmlns:a16="http://schemas.microsoft.com/office/drawing/2014/main" id="{D19108EB-1294-4BF3-B51C-80848BA86DA4}"/>
              </a:ext>
            </a:extLst>
          </p:cNvPr>
          <p:cNvSpPr txBox="1"/>
          <p:nvPr/>
        </p:nvSpPr>
        <p:spPr>
          <a:xfrm>
            <a:off x="5189782" y="369340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44" name="流程图: 接点 143">
            <a:extLst>
              <a:ext uri="{FF2B5EF4-FFF2-40B4-BE49-F238E27FC236}">
                <a16:creationId xmlns:a16="http://schemas.microsoft.com/office/drawing/2014/main" id="{AEB35701-07E4-4E27-9CBA-4ADDFE5A9795}"/>
              </a:ext>
            </a:extLst>
          </p:cNvPr>
          <p:cNvSpPr/>
          <p:nvPr/>
        </p:nvSpPr>
        <p:spPr>
          <a:xfrm flipV="1">
            <a:off x="9309338" y="2837759"/>
            <a:ext cx="244505" cy="240909"/>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45" name="流程图: 接点 144">
            <a:extLst>
              <a:ext uri="{FF2B5EF4-FFF2-40B4-BE49-F238E27FC236}">
                <a16:creationId xmlns:a16="http://schemas.microsoft.com/office/drawing/2014/main" id="{9478EC3C-1FEC-42D6-8CAF-1A9C6D5A9B7D}"/>
              </a:ext>
            </a:extLst>
          </p:cNvPr>
          <p:cNvSpPr/>
          <p:nvPr/>
        </p:nvSpPr>
        <p:spPr>
          <a:xfrm flipV="1">
            <a:off x="9309338" y="5184184"/>
            <a:ext cx="244505" cy="240909"/>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48" name="流程图: 接点 147">
            <a:extLst>
              <a:ext uri="{FF2B5EF4-FFF2-40B4-BE49-F238E27FC236}">
                <a16:creationId xmlns:a16="http://schemas.microsoft.com/office/drawing/2014/main" id="{72F3AC13-EEF0-486C-AA41-AFF1B0AA7CD3}"/>
              </a:ext>
            </a:extLst>
          </p:cNvPr>
          <p:cNvSpPr/>
          <p:nvPr/>
        </p:nvSpPr>
        <p:spPr>
          <a:xfrm flipV="1">
            <a:off x="9309338" y="1948656"/>
            <a:ext cx="244505" cy="240909"/>
          </a:xfrm>
          <a:prstGeom prst="flowChartConnector">
            <a:avLst/>
          </a:prstGeom>
          <a:solidFill>
            <a:schemeClr val="accent1">
              <a:lumMod val="60000"/>
              <a:lumOff val="40000"/>
            </a:schemeClr>
          </a:solidFill>
          <a:ln>
            <a:solidFill>
              <a:srgbClr val="73C6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150" name="直接箭头连接符 149">
            <a:extLst>
              <a:ext uri="{FF2B5EF4-FFF2-40B4-BE49-F238E27FC236}">
                <a16:creationId xmlns:a16="http://schemas.microsoft.com/office/drawing/2014/main" id="{2135B12C-12FD-49A9-99A4-B57FFDD92AE8}"/>
              </a:ext>
            </a:extLst>
          </p:cNvPr>
          <p:cNvCxnSpPr>
            <a:endCxn id="148" idx="2"/>
          </p:cNvCxnSpPr>
          <p:nvPr/>
        </p:nvCxnSpPr>
        <p:spPr>
          <a:xfrm>
            <a:off x="8086186" y="2069109"/>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1" name="直接箭头连接符 150">
            <a:extLst>
              <a:ext uri="{FF2B5EF4-FFF2-40B4-BE49-F238E27FC236}">
                <a16:creationId xmlns:a16="http://schemas.microsoft.com/office/drawing/2014/main" id="{E2B2EBB6-A41E-4863-AB01-0519B7F187B7}"/>
              </a:ext>
            </a:extLst>
          </p:cNvPr>
          <p:cNvCxnSpPr>
            <a:endCxn id="144" idx="2"/>
          </p:cNvCxnSpPr>
          <p:nvPr/>
        </p:nvCxnSpPr>
        <p:spPr>
          <a:xfrm>
            <a:off x="8086186" y="2069111"/>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2" name="直接箭头连接符 151">
            <a:extLst>
              <a:ext uri="{FF2B5EF4-FFF2-40B4-BE49-F238E27FC236}">
                <a16:creationId xmlns:a16="http://schemas.microsoft.com/office/drawing/2014/main" id="{EDAA490F-9A3E-4E8B-ACD5-00039D712F13}"/>
              </a:ext>
            </a:extLst>
          </p:cNvPr>
          <p:cNvCxnSpPr>
            <a:cxnSpLocks/>
            <a:endCxn id="145" idx="2"/>
          </p:cNvCxnSpPr>
          <p:nvPr/>
        </p:nvCxnSpPr>
        <p:spPr>
          <a:xfrm>
            <a:off x="8074604" y="2077834"/>
            <a:ext cx="1234733" cy="3226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3" name="直接箭头连接符 152">
            <a:extLst>
              <a:ext uri="{FF2B5EF4-FFF2-40B4-BE49-F238E27FC236}">
                <a16:creationId xmlns:a16="http://schemas.microsoft.com/office/drawing/2014/main" id="{1982534F-5EE9-417A-8C94-BDA3475C39A6}"/>
              </a:ext>
            </a:extLst>
          </p:cNvPr>
          <p:cNvCxnSpPr>
            <a:endCxn id="144" idx="2"/>
          </p:cNvCxnSpPr>
          <p:nvPr/>
        </p:nvCxnSpPr>
        <p:spPr>
          <a:xfrm>
            <a:off x="8086186" y="2958211"/>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4" name="直接箭头连接符 153">
            <a:extLst>
              <a:ext uri="{FF2B5EF4-FFF2-40B4-BE49-F238E27FC236}">
                <a16:creationId xmlns:a16="http://schemas.microsoft.com/office/drawing/2014/main" id="{F89FC1E3-1FD1-4F51-9CBF-110D8269C7A7}"/>
              </a:ext>
            </a:extLst>
          </p:cNvPr>
          <p:cNvCxnSpPr>
            <a:endCxn id="148" idx="2"/>
          </p:cNvCxnSpPr>
          <p:nvPr/>
        </p:nvCxnSpPr>
        <p:spPr>
          <a:xfrm flipV="1">
            <a:off x="8086186" y="2069111"/>
            <a:ext cx="1223153" cy="889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5" name="直接箭头连接符 154">
            <a:extLst>
              <a:ext uri="{FF2B5EF4-FFF2-40B4-BE49-F238E27FC236}">
                <a16:creationId xmlns:a16="http://schemas.microsoft.com/office/drawing/2014/main" id="{9366909F-2191-4C23-8E99-3AB4100E1CBB}"/>
              </a:ext>
            </a:extLst>
          </p:cNvPr>
          <p:cNvCxnSpPr>
            <a:cxnSpLocks/>
            <a:endCxn id="145" idx="2"/>
          </p:cNvCxnSpPr>
          <p:nvPr/>
        </p:nvCxnSpPr>
        <p:spPr>
          <a:xfrm>
            <a:off x="8086186" y="2949491"/>
            <a:ext cx="1223153" cy="23551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6" name="直接箭头连接符 155">
            <a:extLst>
              <a:ext uri="{FF2B5EF4-FFF2-40B4-BE49-F238E27FC236}">
                <a16:creationId xmlns:a16="http://schemas.microsoft.com/office/drawing/2014/main" id="{1DE7DD82-54D7-4CA8-B51D-CFD160A7F251}"/>
              </a:ext>
            </a:extLst>
          </p:cNvPr>
          <p:cNvCxnSpPr>
            <a:cxnSpLocks/>
            <a:endCxn id="148" idx="2"/>
          </p:cNvCxnSpPr>
          <p:nvPr/>
        </p:nvCxnSpPr>
        <p:spPr>
          <a:xfrm flipV="1">
            <a:off x="8086186" y="2069109"/>
            <a:ext cx="1223153" cy="32442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7" name="直接箭头连接符 156">
            <a:extLst>
              <a:ext uri="{FF2B5EF4-FFF2-40B4-BE49-F238E27FC236}">
                <a16:creationId xmlns:a16="http://schemas.microsoft.com/office/drawing/2014/main" id="{E970CA02-00E5-464F-BB61-133B3A259190}"/>
              </a:ext>
            </a:extLst>
          </p:cNvPr>
          <p:cNvCxnSpPr>
            <a:cxnSpLocks/>
            <a:endCxn id="144" idx="2"/>
          </p:cNvCxnSpPr>
          <p:nvPr/>
        </p:nvCxnSpPr>
        <p:spPr>
          <a:xfrm flipV="1">
            <a:off x="8086186" y="2958212"/>
            <a:ext cx="1223153" cy="23551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8" name="直接箭头连接符 157">
            <a:extLst>
              <a:ext uri="{FF2B5EF4-FFF2-40B4-BE49-F238E27FC236}">
                <a16:creationId xmlns:a16="http://schemas.microsoft.com/office/drawing/2014/main" id="{C95C07FD-DACC-4F12-9B85-938085A180BF}"/>
              </a:ext>
            </a:extLst>
          </p:cNvPr>
          <p:cNvCxnSpPr>
            <a:endCxn id="145" idx="2"/>
          </p:cNvCxnSpPr>
          <p:nvPr/>
        </p:nvCxnSpPr>
        <p:spPr>
          <a:xfrm>
            <a:off x="8086186" y="5304639"/>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9" name="文本框 158">
            <a:extLst>
              <a:ext uri="{FF2B5EF4-FFF2-40B4-BE49-F238E27FC236}">
                <a16:creationId xmlns:a16="http://schemas.microsoft.com/office/drawing/2014/main" id="{F9AC72F8-F5E6-449A-B6B9-F0ED83CF1D86}"/>
              </a:ext>
            </a:extLst>
          </p:cNvPr>
          <p:cNvSpPr txBox="1"/>
          <p:nvPr/>
        </p:nvSpPr>
        <p:spPr>
          <a:xfrm>
            <a:off x="9286176" y="368468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0" name="文本框 159">
            <a:extLst>
              <a:ext uri="{FF2B5EF4-FFF2-40B4-BE49-F238E27FC236}">
                <a16:creationId xmlns:a16="http://schemas.microsoft.com/office/drawing/2014/main" id="{EAA7066D-A160-4E25-9740-B2BF3CA5FCFF}"/>
              </a:ext>
            </a:extLst>
          </p:cNvPr>
          <p:cNvSpPr txBox="1"/>
          <p:nvPr/>
        </p:nvSpPr>
        <p:spPr>
          <a:xfrm>
            <a:off x="5662434" y="190056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1" name="文本框 160">
            <a:extLst>
              <a:ext uri="{FF2B5EF4-FFF2-40B4-BE49-F238E27FC236}">
                <a16:creationId xmlns:a16="http://schemas.microsoft.com/office/drawing/2014/main" id="{9BB87826-1BE2-4F97-BE2D-CB3F938E51AA}"/>
              </a:ext>
            </a:extLst>
          </p:cNvPr>
          <p:cNvSpPr txBox="1"/>
          <p:nvPr/>
        </p:nvSpPr>
        <p:spPr>
          <a:xfrm>
            <a:off x="5660375" y="278720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2" name="文本框 161">
            <a:extLst>
              <a:ext uri="{FF2B5EF4-FFF2-40B4-BE49-F238E27FC236}">
                <a16:creationId xmlns:a16="http://schemas.microsoft.com/office/drawing/2014/main" id="{3E0031D3-53B8-4E46-A6DF-2764233FD6CE}"/>
              </a:ext>
            </a:extLst>
          </p:cNvPr>
          <p:cNvSpPr txBox="1"/>
          <p:nvPr/>
        </p:nvSpPr>
        <p:spPr>
          <a:xfrm>
            <a:off x="5660375" y="367158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63" name="文本框 162">
            <a:extLst>
              <a:ext uri="{FF2B5EF4-FFF2-40B4-BE49-F238E27FC236}">
                <a16:creationId xmlns:a16="http://schemas.microsoft.com/office/drawing/2014/main" id="{F55076B5-A84D-4537-81EC-177584FD7364}"/>
              </a:ext>
            </a:extLst>
          </p:cNvPr>
          <p:cNvSpPr txBox="1"/>
          <p:nvPr/>
        </p:nvSpPr>
        <p:spPr>
          <a:xfrm>
            <a:off x="5663228" y="5068968"/>
            <a:ext cx="288862" cy="300210"/>
          </a:xfrm>
          <a:prstGeom prst="rect">
            <a:avLst/>
          </a:prstGeom>
          <a:noFill/>
        </p:spPr>
        <p:txBody>
          <a:bodyPr wrap="none" rtlCol="0">
            <a:spAutoFit/>
          </a:bodyPr>
          <a:lstStyle/>
          <a:p>
            <a:r>
              <a:rPr lang="en-US" altLang="zh-CN" sz="1351" dirty="0"/>
              <a:t>…</a:t>
            </a:r>
            <a:endParaRPr lang="zh-CN" altLang="en-US" sz="1351" dirty="0"/>
          </a:p>
        </p:txBody>
      </p:sp>
      <p:cxnSp>
        <p:nvCxnSpPr>
          <p:cNvPr id="164" name="直接箭头连接符 163">
            <a:extLst>
              <a:ext uri="{FF2B5EF4-FFF2-40B4-BE49-F238E27FC236}">
                <a16:creationId xmlns:a16="http://schemas.microsoft.com/office/drawing/2014/main" id="{8E0E4C32-4D7C-4C39-9FC8-CE9DD077262F}"/>
              </a:ext>
            </a:extLst>
          </p:cNvPr>
          <p:cNvCxnSpPr/>
          <p:nvPr/>
        </p:nvCxnSpPr>
        <p:spPr>
          <a:xfrm>
            <a:off x="9553844" y="2077832"/>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5" name="直接箭头连接符 164">
            <a:extLst>
              <a:ext uri="{FF2B5EF4-FFF2-40B4-BE49-F238E27FC236}">
                <a16:creationId xmlns:a16="http://schemas.microsoft.com/office/drawing/2014/main" id="{FF9DD7EC-B40C-4C4A-BC99-D5356B9D3C91}"/>
              </a:ext>
            </a:extLst>
          </p:cNvPr>
          <p:cNvCxnSpPr/>
          <p:nvPr/>
        </p:nvCxnSpPr>
        <p:spPr>
          <a:xfrm>
            <a:off x="9552522" y="2968309"/>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6" name="直接箭头连接符 165">
            <a:extLst>
              <a:ext uri="{FF2B5EF4-FFF2-40B4-BE49-F238E27FC236}">
                <a16:creationId xmlns:a16="http://schemas.microsoft.com/office/drawing/2014/main" id="{81DD69F2-B334-4ACE-9F99-A378A577506D}"/>
              </a:ext>
            </a:extLst>
          </p:cNvPr>
          <p:cNvCxnSpPr/>
          <p:nvPr/>
        </p:nvCxnSpPr>
        <p:spPr>
          <a:xfrm>
            <a:off x="9552522" y="5298233"/>
            <a:ext cx="122315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7" name="文本框 166">
            <a:extLst>
              <a:ext uri="{FF2B5EF4-FFF2-40B4-BE49-F238E27FC236}">
                <a16:creationId xmlns:a16="http://schemas.microsoft.com/office/drawing/2014/main" id="{A538469E-5CC9-4849-A79A-F851F17083AA}"/>
              </a:ext>
            </a:extLst>
          </p:cNvPr>
          <p:cNvSpPr txBox="1"/>
          <p:nvPr/>
        </p:nvSpPr>
        <p:spPr>
          <a:xfrm>
            <a:off x="10723183" y="1906540"/>
            <a:ext cx="393056" cy="300210"/>
          </a:xfrm>
          <a:prstGeom prst="rect">
            <a:avLst/>
          </a:prstGeom>
          <a:noFill/>
        </p:spPr>
        <p:txBody>
          <a:bodyPr wrap="none" rtlCol="0">
            <a:spAutoFit/>
          </a:bodyPr>
          <a:lstStyle/>
          <a:p>
            <a:r>
              <a:rPr lang="en-US" altLang="zh-CN" sz="1351" dirty="0"/>
              <a:t>z1</a:t>
            </a:r>
            <a:endParaRPr lang="zh-CN" altLang="en-US" sz="1351" dirty="0"/>
          </a:p>
        </p:txBody>
      </p:sp>
      <p:sp>
        <p:nvSpPr>
          <p:cNvPr id="168" name="文本框 167">
            <a:extLst>
              <a:ext uri="{FF2B5EF4-FFF2-40B4-BE49-F238E27FC236}">
                <a16:creationId xmlns:a16="http://schemas.microsoft.com/office/drawing/2014/main" id="{319F96F4-9083-4EB2-B670-A02A20E05BF6}"/>
              </a:ext>
            </a:extLst>
          </p:cNvPr>
          <p:cNvSpPr txBox="1"/>
          <p:nvPr/>
        </p:nvSpPr>
        <p:spPr>
          <a:xfrm>
            <a:off x="10723183" y="2753637"/>
            <a:ext cx="393056" cy="300210"/>
          </a:xfrm>
          <a:prstGeom prst="rect">
            <a:avLst/>
          </a:prstGeom>
          <a:noFill/>
        </p:spPr>
        <p:txBody>
          <a:bodyPr wrap="none" rtlCol="0">
            <a:spAutoFit/>
          </a:bodyPr>
          <a:lstStyle/>
          <a:p>
            <a:r>
              <a:rPr lang="en-US" altLang="zh-CN" sz="1351" dirty="0"/>
              <a:t>z2</a:t>
            </a:r>
            <a:endParaRPr lang="zh-CN" altLang="en-US" sz="1351" dirty="0"/>
          </a:p>
        </p:txBody>
      </p:sp>
      <p:sp>
        <p:nvSpPr>
          <p:cNvPr id="169" name="文本框 168">
            <a:extLst>
              <a:ext uri="{FF2B5EF4-FFF2-40B4-BE49-F238E27FC236}">
                <a16:creationId xmlns:a16="http://schemas.microsoft.com/office/drawing/2014/main" id="{EFF0073D-FF25-4213-A961-3C1C6213CF73}"/>
              </a:ext>
            </a:extLst>
          </p:cNvPr>
          <p:cNvSpPr txBox="1"/>
          <p:nvPr/>
        </p:nvSpPr>
        <p:spPr>
          <a:xfrm>
            <a:off x="10723183" y="5100785"/>
            <a:ext cx="393056" cy="300210"/>
          </a:xfrm>
          <a:prstGeom prst="rect">
            <a:avLst/>
          </a:prstGeom>
          <a:noFill/>
        </p:spPr>
        <p:txBody>
          <a:bodyPr wrap="none" rtlCol="0">
            <a:spAutoFit/>
          </a:bodyPr>
          <a:lstStyle/>
          <a:p>
            <a:r>
              <a:rPr lang="en-US" altLang="zh-CN" sz="1351" dirty="0" err="1"/>
              <a:t>zM</a:t>
            </a:r>
            <a:endParaRPr lang="zh-CN" altLang="en-US" sz="1351" dirty="0"/>
          </a:p>
        </p:txBody>
      </p:sp>
      <p:sp>
        <p:nvSpPr>
          <p:cNvPr id="170" name="文本框 169">
            <a:extLst>
              <a:ext uri="{FF2B5EF4-FFF2-40B4-BE49-F238E27FC236}">
                <a16:creationId xmlns:a16="http://schemas.microsoft.com/office/drawing/2014/main" id="{276C4F48-A498-4EA2-B9C0-3C98C3C082E9}"/>
              </a:ext>
            </a:extLst>
          </p:cNvPr>
          <p:cNvSpPr txBox="1"/>
          <p:nvPr/>
        </p:nvSpPr>
        <p:spPr>
          <a:xfrm>
            <a:off x="2003983" y="5857984"/>
            <a:ext cx="530915" cy="300210"/>
          </a:xfrm>
          <a:prstGeom prst="rect">
            <a:avLst/>
          </a:prstGeom>
          <a:noFill/>
        </p:spPr>
        <p:txBody>
          <a:bodyPr wrap="none" rtlCol="0">
            <a:spAutoFit/>
          </a:bodyPr>
          <a:lstStyle/>
          <a:p>
            <a:r>
              <a:rPr lang="zh-CN" altLang="en-US" sz="1351" dirty="0"/>
              <a:t>输入</a:t>
            </a:r>
          </a:p>
        </p:txBody>
      </p:sp>
      <p:sp>
        <p:nvSpPr>
          <p:cNvPr id="171" name="文本框 170">
            <a:extLst>
              <a:ext uri="{FF2B5EF4-FFF2-40B4-BE49-F238E27FC236}">
                <a16:creationId xmlns:a16="http://schemas.microsoft.com/office/drawing/2014/main" id="{FAAD977B-D6D1-4767-8B46-26D656752808}"/>
              </a:ext>
            </a:extLst>
          </p:cNvPr>
          <p:cNvSpPr txBox="1"/>
          <p:nvPr/>
        </p:nvSpPr>
        <p:spPr>
          <a:xfrm>
            <a:off x="10639347" y="5857984"/>
            <a:ext cx="530915" cy="300210"/>
          </a:xfrm>
          <a:prstGeom prst="rect">
            <a:avLst/>
          </a:prstGeom>
          <a:noFill/>
        </p:spPr>
        <p:txBody>
          <a:bodyPr wrap="none" rtlCol="0">
            <a:spAutoFit/>
          </a:bodyPr>
          <a:lstStyle/>
          <a:p>
            <a:r>
              <a:rPr lang="zh-CN" altLang="en-US" sz="1351" dirty="0"/>
              <a:t>输出</a:t>
            </a:r>
          </a:p>
        </p:txBody>
      </p:sp>
      <p:sp>
        <p:nvSpPr>
          <p:cNvPr id="175" name="左大括号 174">
            <a:extLst>
              <a:ext uri="{FF2B5EF4-FFF2-40B4-BE49-F238E27FC236}">
                <a16:creationId xmlns:a16="http://schemas.microsoft.com/office/drawing/2014/main" id="{CC9E5DD0-6D48-4DBD-AE7C-1D412ECE0B53}"/>
              </a:ext>
            </a:extLst>
          </p:cNvPr>
          <p:cNvSpPr/>
          <p:nvPr/>
        </p:nvSpPr>
        <p:spPr>
          <a:xfrm rot="16200000">
            <a:off x="6530596" y="2919517"/>
            <a:ext cx="300691" cy="5563691"/>
          </a:xfrm>
          <a:prstGeom prst="leftBrace">
            <a:avLst/>
          </a:prstGeom>
          <a:ln>
            <a:solidFill>
              <a:srgbClr val="C00000"/>
            </a:solidFill>
            <a:tailEnd type="none"/>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1351" dirty="0">
              <a:solidFill>
                <a:srgbClr val="C00000"/>
              </a:solidFill>
            </a:endParaRPr>
          </a:p>
        </p:txBody>
      </p:sp>
      <p:sp>
        <p:nvSpPr>
          <p:cNvPr id="176" name="文本框 175">
            <a:extLst>
              <a:ext uri="{FF2B5EF4-FFF2-40B4-BE49-F238E27FC236}">
                <a16:creationId xmlns:a16="http://schemas.microsoft.com/office/drawing/2014/main" id="{4DD3DA55-D022-4022-9F95-6A6F6F635B3B}"/>
              </a:ext>
            </a:extLst>
          </p:cNvPr>
          <p:cNvSpPr txBox="1"/>
          <p:nvPr/>
        </p:nvSpPr>
        <p:spPr>
          <a:xfrm>
            <a:off x="6204219" y="5858044"/>
            <a:ext cx="704039" cy="300210"/>
          </a:xfrm>
          <a:prstGeom prst="rect">
            <a:avLst/>
          </a:prstGeom>
          <a:noFill/>
        </p:spPr>
        <p:txBody>
          <a:bodyPr wrap="none" rtlCol="0">
            <a:spAutoFit/>
          </a:bodyPr>
          <a:lstStyle/>
          <a:p>
            <a:r>
              <a:rPr lang="zh-CN" altLang="en-US" sz="1351" dirty="0"/>
              <a:t>隐藏层</a:t>
            </a:r>
          </a:p>
        </p:txBody>
      </p:sp>
      <p:pic>
        <p:nvPicPr>
          <p:cNvPr id="9" name="图片 8">
            <a:extLst>
              <a:ext uri="{FF2B5EF4-FFF2-40B4-BE49-F238E27FC236}">
                <a16:creationId xmlns:a16="http://schemas.microsoft.com/office/drawing/2014/main" id="{CA95309B-4CF6-4662-AFFD-E6E96CE8FBA6}"/>
              </a:ext>
            </a:extLst>
          </p:cNvPr>
          <p:cNvPicPr>
            <a:picLocks noChangeAspect="1"/>
          </p:cNvPicPr>
          <p:nvPr/>
        </p:nvPicPr>
        <p:blipFill>
          <a:blip r:embed="rId3"/>
          <a:stretch>
            <a:fillRect/>
          </a:stretch>
        </p:blipFill>
        <p:spPr>
          <a:xfrm>
            <a:off x="674167" y="1464129"/>
            <a:ext cx="1354335" cy="390752"/>
          </a:xfrm>
          <a:prstGeom prst="rect">
            <a:avLst/>
          </a:prstGeom>
        </p:spPr>
      </p:pic>
      <p:sp>
        <p:nvSpPr>
          <p:cNvPr id="62" name="文本框 61">
            <a:extLst>
              <a:ext uri="{FF2B5EF4-FFF2-40B4-BE49-F238E27FC236}">
                <a16:creationId xmlns:a16="http://schemas.microsoft.com/office/drawing/2014/main" id="{CD26E2F6-0228-4DAC-BEC1-77DDA8D2F79B}"/>
              </a:ext>
            </a:extLst>
          </p:cNvPr>
          <p:cNvSpPr txBox="1"/>
          <p:nvPr/>
        </p:nvSpPr>
        <p:spPr>
          <a:xfrm>
            <a:off x="6123978" y="190056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3" name="文本框 62">
            <a:extLst>
              <a:ext uri="{FF2B5EF4-FFF2-40B4-BE49-F238E27FC236}">
                <a16:creationId xmlns:a16="http://schemas.microsoft.com/office/drawing/2014/main" id="{388B998C-6E1B-459A-96E7-1B5D90B50825}"/>
              </a:ext>
            </a:extLst>
          </p:cNvPr>
          <p:cNvSpPr txBox="1"/>
          <p:nvPr/>
        </p:nvSpPr>
        <p:spPr>
          <a:xfrm>
            <a:off x="6121920" y="278720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4" name="文本框 63">
            <a:extLst>
              <a:ext uri="{FF2B5EF4-FFF2-40B4-BE49-F238E27FC236}">
                <a16:creationId xmlns:a16="http://schemas.microsoft.com/office/drawing/2014/main" id="{885062DA-96A1-41D5-9BF1-6AA4D491BC80}"/>
              </a:ext>
            </a:extLst>
          </p:cNvPr>
          <p:cNvSpPr txBox="1"/>
          <p:nvPr/>
        </p:nvSpPr>
        <p:spPr>
          <a:xfrm>
            <a:off x="6121920" y="367158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5" name="文本框 64">
            <a:extLst>
              <a:ext uri="{FF2B5EF4-FFF2-40B4-BE49-F238E27FC236}">
                <a16:creationId xmlns:a16="http://schemas.microsoft.com/office/drawing/2014/main" id="{E85B47DC-C2A7-4475-A93B-5E19BAF0988F}"/>
              </a:ext>
            </a:extLst>
          </p:cNvPr>
          <p:cNvSpPr txBox="1"/>
          <p:nvPr/>
        </p:nvSpPr>
        <p:spPr>
          <a:xfrm>
            <a:off x="6124774" y="506896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6" name="文本框 65">
            <a:extLst>
              <a:ext uri="{FF2B5EF4-FFF2-40B4-BE49-F238E27FC236}">
                <a16:creationId xmlns:a16="http://schemas.microsoft.com/office/drawing/2014/main" id="{43580DA0-07DB-43BB-99FE-D77A3472D9F3}"/>
              </a:ext>
            </a:extLst>
          </p:cNvPr>
          <p:cNvSpPr txBox="1"/>
          <p:nvPr/>
        </p:nvSpPr>
        <p:spPr>
          <a:xfrm>
            <a:off x="6537004" y="1902593"/>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7" name="文本框 66">
            <a:extLst>
              <a:ext uri="{FF2B5EF4-FFF2-40B4-BE49-F238E27FC236}">
                <a16:creationId xmlns:a16="http://schemas.microsoft.com/office/drawing/2014/main" id="{51155715-14DF-497F-B5C7-C13FF055100F}"/>
              </a:ext>
            </a:extLst>
          </p:cNvPr>
          <p:cNvSpPr txBox="1"/>
          <p:nvPr/>
        </p:nvSpPr>
        <p:spPr>
          <a:xfrm>
            <a:off x="6534946" y="2789233"/>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8" name="文本框 67">
            <a:extLst>
              <a:ext uri="{FF2B5EF4-FFF2-40B4-BE49-F238E27FC236}">
                <a16:creationId xmlns:a16="http://schemas.microsoft.com/office/drawing/2014/main" id="{857B20AE-C7E1-4C46-9128-132DF44344DD}"/>
              </a:ext>
            </a:extLst>
          </p:cNvPr>
          <p:cNvSpPr txBox="1"/>
          <p:nvPr/>
        </p:nvSpPr>
        <p:spPr>
          <a:xfrm>
            <a:off x="6534946" y="367362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69" name="文本框 68">
            <a:extLst>
              <a:ext uri="{FF2B5EF4-FFF2-40B4-BE49-F238E27FC236}">
                <a16:creationId xmlns:a16="http://schemas.microsoft.com/office/drawing/2014/main" id="{A8CDA1F1-2036-4EE8-BA00-7FBBEE71F505}"/>
              </a:ext>
            </a:extLst>
          </p:cNvPr>
          <p:cNvSpPr txBox="1"/>
          <p:nvPr/>
        </p:nvSpPr>
        <p:spPr>
          <a:xfrm>
            <a:off x="6537799" y="507100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70" name="文本框 69">
            <a:extLst>
              <a:ext uri="{FF2B5EF4-FFF2-40B4-BE49-F238E27FC236}">
                <a16:creationId xmlns:a16="http://schemas.microsoft.com/office/drawing/2014/main" id="{6C40B0C8-DD7F-4B26-B410-725B8302DB25}"/>
              </a:ext>
            </a:extLst>
          </p:cNvPr>
          <p:cNvSpPr txBox="1"/>
          <p:nvPr/>
        </p:nvSpPr>
        <p:spPr>
          <a:xfrm>
            <a:off x="6965410" y="1902593"/>
            <a:ext cx="288862" cy="300210"/>
          </a:xfrm>
          <a:prstGeom prst="rect">
            <a:avLst/>
          </a:prstGeom>
          <a:noFill/>
        </p:spPr>
        <p:txBody>
          <a:bodyPr wrap="none" rtlCol="0">
            <a:spAutoFit/>
          </a:bodyPr>
          <a:lstStyle/>
          <a:p>
            <a:r>
              <a:rPr lang="en-US" altLang="zh-CN" sz="1351" dirty="0"/>
              <a:t>…</a:t>
            </a:r>
            <a:endParaRPr lang="zh-CN" altLang="en-US" sz="1351" dirty="0"/>
          </a:p>
        </p:txBody>
      </p:sp>
      <p:sp>
        <p:nvSpPr>
          <p:cNvPr id="71" name="文本框 70">
            <a:extLst>
              <a:ext uri="{FF2B5EF4-FFF2-40B4-BE49-F238E27FC236}">
                <a16:creationId xmlns:a16="http://schemas.microsoft.com/office/drawing/2014/main" id="{E19EB406-0B40-4669-B0CC-967DF3CF0044}"/>
              </a:ext>
            </a:extLst>
          </p:cNvPr>
          <p:cNvSpPr txBox="1"/>
          <p:nvPr/>
        </p:nvSpPr>
        <p:spPr>
          <a:xfrm>
            <a:off x="6963352" y="2789233"/>
            <a:ext cx="288862" cy="300210"/>
          </a:xfrm>
          <a:prstGeom prst="rect">
            <a:avLst/>
          </a:prstGeom>
          <a:noFill/>
        </p:spPr>
        <p:txBody>
          <a:bodyPr wrap="none" rtlCol="0">
            <a:spAutoFit/>
          </a:bodyPr>
          <a:lstStyle/>
          <a:p>
            <a:r>
              <a:rPr lang="en-US" altLang="zh-CN" sz="1351" dirty="0"/>
              <a:t>…</a:t>
            </a:r>
            <a:endParaRPr lang="zh-CN" altLang="en-US" sz="1351" dirty="0"/>
          </a:p>
        </p:txBody>
      </p:sp>
      <p:sp>
        <p:nvSpPr>
          <p:cNvPr id="72" name="文本框 71">
            <a:extLst>
              <a:ext uri="{FF2B5EF4-FFF2-40B4-BE49-F238E27FC236}">
                <a16:creationId xmlns:a16="http://schemas.microsoft.com/office/drawing/2014/main" id="{1245088A-BFDE-423F-9638-E5A7782C2C8D}"/>
              </a:ext>
            </a:extLst>
          </p:cNvPr>
          <p:cNvSpPr txBox="1"/>
          <p:nvPr/>
        </p:nvSpPr>
        <p:spPr>
          <a:xfrm>
            <a:off x="6963352" y="367362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73" name="文本框 72">
            <a:extLst>
              <a:ext uri="{FF2B5EF4-FFF2-40B4-BE49-F238E27FC236}">
                <a16:creationId xmlns:a16="http://schemas.microsoft.com/office/drawing/2014/main" id="{AB5EB26A-ED3B-4DCA-BF5B-5BD5CB92DEDF}"/>
              </a:ext>
            </a:extLst>
          </p:cNvPr>
          <p:cNvSpPr txBox="1"/>
          <p:nvPr/>
        </p:nvSpPr>
        <p:spPr>
          <a:xfrm>
            <a:off x="6966206" y="507100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98" name="文本框 97">
            <a:extLst>
              <a:ext uri="{FF2B5EF4-FFF2-40B4-BE49-F238E27FC236}">
                <a16:creationId xmlns:a16="http://schemas.microsoft.com/office/drawing/2014/main" id="{7C1A677E-FF9B-43F5-BB0F-3829636E364F}"/>
              </a:ext>
            </a:extLst>
          </p:cNvPr>
          <p:cNvSpPr txBox="1"/>
          <p:nvPr/>
        </p:nvSpPr>
        <p:spPr>
          <a:xfrm>
            <a:off x="7393471" y="1902593"/>
            <a:ext cx="288862" cy="300210"/>
          </a:xfrm>
          <a:prstGeom prst="rect">
            <a:avLst/>
          </a:prstGeom>
          <a:noFill/>
        </p:spPr>
        <p:txBody>
          <a:bodyPr wrap="none" rtlCol="0">
            <a:spAutoFit/>
          </a:bodyPr>
          <a:lstStyle/>
          <a:p>
            <a:r>
              <a:rPr lang="en-US" altLang="zh-CN" sz="1351" dirty="0"/>
              <a:t>…</a:t>
            </a:r>
            <a:endParaRPr lang="zh-CN" altLang="en-US" sz="1351" dirty="0"/>
          </a:p>
        </p:txBody>
      </p:sp>
      <p:sp>
        <p:nvSpPr>
          <p:cNvPr id="99" name="文本框 98">
            <a:extLst>
              <a:ext uri="{FF2B5EF4-FFF2-40B4-BE49-F238E27FC236}">
                <a16:creationId xmlns:a16="http://schemas.microsoft.com/office/drawing/2014/main" id="{AA70A27F-EB52-4009-93A9-BBB5F22CDD9D}"/>
              </a:ext>
            </a:extLst>
          </p:cNvPr>
          <p:cNvSpPr txBox="1"/>
          <p:nvPr/>
        </p:nvSpPr>
        <p:spPr>
          <a:xfrm>
            <a:off x="7391414" y="2789233"/>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00" name="文本框 99">
            <a:extLst>
              <a:ext uri="{FF2B5EF4-FFF2-40B4-BE49-F238E27FC236}">
                <a16:creationId xmlns:a16="http://schemas.microsoft.com/office/drawing/2014/main" id="{5DE2BFF9-723C-40E4-8EA8-CF2ABF18951A}"/>
              </a:ext>
            </a:extLst>
          </p:cNvPr>
          <p:cNvSpPr txBox="1"/>
          <p:nvPr/>
        </p:nvSpPr>
        <p:spPr>
          <a:xfrm>
            <a:off x="7391414" y="367362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01" name="文本框 100">
            <a:extLst>
              <a:ext uri="{FF2B5EF4-FFF2-40B4-BE49-F238E27FC236}">
                <a16:creationId xmlns:a16="http://schemas.microsoft.com/office/drawing/2014/main" id="{AD21AE6E-FFC2-4915-BFE3-AE06709879FE}"/>
              </a:ext>
            </a:extLst>
          </p:cNvPr>
          <p:cNvSpPr txBox="1"/>
          <p:nvPr/>
        </p:nvSpPr>
        <p:spPr>
          <a:xfrm>
            <a:off x="7394266" y="507100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02" name="文本框 101">
            <a:extLst>
              <a:ext uri="{FF2B5EF4-FFF2-40B4-BE49-F238E27FC236}">
                <a16:creationId xmlns:a16="http://schemas.microsoft.com/office/drawing/2014/main" id="{19D86326-39C7-4A74-8D4B-EDB4AF3A0887}"/>
              </a:ext>
            </a:extLst>
          </p:cNvPr>
          <p:cNvSpPr txBox="1"/>
          <p:nvPr/>
        </p:nvSpPr>
        <p:spPr>
          <a:xfrm>
            <a:off x="2149974" y="4007609"/>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03" name="文本框 102">
            <a:extLst>
              <a:ext uri="{FF2B5EF4-FFF2-40B4-BE49-F238E27FC236}">
                <a16:creationId xmlns:a16="http://schemas.microsoft.com/office/drawing/2014/main" id="{AF9ADAB7-82CD-45E3-99B3-F63A9D4CD3A6}"/>
              </a:ext>
            </a:extLst>
          </p:cNvPr>
          <p:cNvSpPr txBox="1"/>
          <p:nvPr/>
        </p:nvSpPr>
        <p:spPr>
          <a:xfrm>
            <a:off x="3722124" y="4022249"/>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04" name="文本框 103">
            <a:extLst>
              <a:ext uri="{FF2B5EF4-FFF2-40B4-BE49-F238E27FC236}">
                <a16:creationId xmlns:a16="http://schemas.microsoft.com/office/drawing/2014/main" id="{8FD7AAEE-9D94-4FA9-B1CE-D11A21BD33CF}"/>
              </a:ext>
            </a:extLst>
          </p:cNvPr>
          <p:cNvSpPr txBox="1"/>
          <p:nvPr/>
        </p:nvSpPr>
        <p:spPr>
          <a:xfrm>
            <a:off x="5189782" y="4022249"/>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05" name="文本框 104">
            <a:extLst>
              <a:ext uri="{FF2B5EF4-FFF2-40B4-BE49-F238E27FC236}">
                <a16:creationId xmlns:a16="http://schemas.microsoft.com/office/drawing/2014/main" id="{4801BC3B-8DAB-427E-B9E5-F47DF37270BA}"/>
              </a:ext>
            </a:extLst>
          </p:cNvPr>
          <p:cNvSpPr txBox="1"/>
          <p:nvPr/>
        </p:nvSpPr>
        <p:spPr>
          <a:xfrm>
            <a:off x="9286176" y="401352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1" name="文本框 110">
            <a:extLst>
              <a:ext uri="{FF2B5EF4-FFF2-40B4-BE49-F238E27FC236}">
                <a16:creationId xmlns:a16="http://schemas.microsoft.com/office/drawing/2014/main" id="{788A3167-20C3-4730-AAE4-73F68E4B65A9}"/>
              </a:ext>
            </a:extLst>
          </p:cNvPr>
          <p:cNvSpPr txBox="1"/>
          <p:nvPr/>
        </p:nvSpPr>
        <p:spPr>
          <a:xfrm>
            <a:off x="5660375" y="4000432"/>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2" name="文本框 111">
            <a:extLst>
              <a:ext uri="{FF2B5EF4-FFF2-40B4-BE49-F238E27FC236}">
                <a16:creationId xmlns:a16="http://schemas.microsoft.com/office/drawing/2014/main" id="{CF24A0E4-4BB7-4A84-967E-390BE11BCEDF}"/>
              </a:ext>
            </a:extLst>
          </p:cNvPr>
          <p:cNvSpPr txBox="1"/>
          <p:nvPr/>
        </p:nvSpPr>
        <p:spPr>
          <a:xfrm>
            <a:off x="6121920" y="4000432"/>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3" name="文本框 112">
            <a:extLst>
              <a:ext uri="{FF2B5EF4-FFF2-40B4-BE49-F238E27FC236}">
                <a16:creationId xmlns:a16="http://schemas.microsoft.com/office/drawing/2014/main" id="{6617B59F-28E1-4537-9FDD-0D8410ECC058}"/>
              </a:ext>
            </a:extLst>
          </p:cNvPr>
          <p:cNvSpPr txBox="1"/>
          <p:nvPr/>
        </p:nvSpPr>
        <p:spPr>
          <a:xfrm>
            <a:off x="6534946" y="400246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4" name="文本框 113">
            <a:extLst>
              <a:ext uri="{FF2B5EF4-FFF2-40B4-BE49-F238E27FC236}">
                <a16:creationId xmlns:a16="http://schemas.microsoft.com/office/drawing/2014/main" id="{902876E4-683D-4F45-BEBF-62BD9D0F4E72}"/>
              </a:ext>
            </a:extLst>
          </p:cNvPr>
          <p:cNvSpPr txBox="1"/>
          <p:nvPr/>
        </p:nvSpPr>
        <p:spPr>
          <a:xfrm>
            <a:off x="6963352" y="400246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5" name="文本框 114">
            <a:extLst>
              <a:ext uri="{FF2B5EF4-FFF2-40B4-BE49-F238E27FC236}">
                <a16:creationId xmlns:a16="http://schemas.microsoft.com/office/drawing/2014/main" id="{52BF5987-8DF6-4243-96D1-514D71B4BD70}"/>
              </a:ext>
            </a:extLst>
          </p:cNvPr>
          <p:cNvSpPr txBox="1"/>
          <p:nvPr/>
        </p:nvSpPr>
        <p:spPr>
          <a:xfrm>
            <a:off x="7391414" y="4002468"/>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6" name="文本框 115">
            <a:extLst>
              <a:ext uri="{FF2B5EF4-FFF2-40B4-BE49-F238E27FC236}">
                <a16:creationId xmlns:a16="http://schemas.microsoft.com/office/drawing/2014/main" id="{E86493B2-B579-404A-8194-5B84D83CD457}"/>
              </a:ext>
            </a:extLst>
          </p:cNvPr>
          <p:cNvSpPr txBox="1"/>
          <p:nvPr/>
        </p:nvSpPr>
        <p:spPr>
          <a:xfrm>
            <a:off x="2149974" y="4344981"/>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7" name="文本框 116">
            <a:extLst>
              <a:ext uri="{FF2B5EF4-FFF2-40B4-BE49-F238E27FC236}">
                <a16:creationId xmlns:a16="http://schemas.microsoft.com/office/drawing/2014/main" id="{E608A353-278C-4401-BDBE-486B86D3DED3}"/>
              </a:ext>
            </a:extLst>
          </p:cNvPr>
          <p:cNvSpPr txBox="1"/>
          <p:nvPr/>
        </p:nvSpPr>
        <p:spPr>
          <a:xfrm>
            <a:off x="3722124" y="4359621"/>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8" name="文本框 117">
            <a:extLst>
              <a:ext uri="{FF2B5EF4-FFF2-40B4-BE49-F238E27FC236}">
                <a16:creationId xmlns:a16="http://schemas.microsoft.com/office/drawing/2014/main" id="{E571A11D-7A5E-4FE5-A653-B40322E1DF2F}"/>
              </a:ext>
            </a:extLst>
          </p:cNvPr>
          <p:cNvSpPr txBox="1"/>
          <p:nvPr/>
        </p:nvSpPr>
        <p:spPr>
          <a:xfrm>
            <a:off x="5189782" y="4359621"/>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19" name="文本框 118">
            <a:extLst>
              <a:ext uri="{FF2B5EF4-FFF2-40B4-BE49-F238E27FC236}">
                <a16:creationId xmlns:a16="http://schemas.microsoft.com/office/drawing/2014/main" id="{F720BB7E-38BF-497F-A712-33FE3BC38E01}"/>
              </a:ext>
            </a:extLst>
          </p:cNvPr>
          <p:cNvSpPr txBox="1"/>
          <p:nvPr/>
        </p:nvSpPr>
        <p:spPr>
          <a:xfrm>
            <a:off x="9286176" y="435090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20" name="文本框 119">
            <a:extLst>
              <a:ext uri="{FF2B5EF4-FFF2-40B4-BE49-F238E27FC236}">
                <a16:creationId xmlns:a16="http://schemas.microsoft.com/office/drawing/2014/main" id="{5F29F0BE-EB59-4BE4-94C7-24078AFC0A3F}"/>
              </a:ext>
            </a:extLst>
          </p:cNvPr>
          <p:cNvSpPr txBox="1"/>
          <p:nvPr/>
        </p:nvSpPr>
        <p:spPr>
          <a:xfrm>
            <a:off x="5660375" y="433780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21" name="文本框 120">
            <a:extLst>
              <a:ext uri="{FF2B5EF4-FFF2-40B4-BE49-F238E27FC236}">
                <a16:creationId xmlns:a16="http://schemas.microsoft.com/office/drawing/2014/main" id="{25EF49DD-8011-457D-828E-A0B13169E4E9}"/>
              </a:ext>
            </a:extLst>
          </p:cNvPr>
          <p:cNvSpPr txBox="1"/>
          <p:nvPr/>
        </p:nvSpPr>
        <p:spPr>
          <a:xfrm>
            <a:off x="6121920" y="4337804"/>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22" name="文本框 121">
            <a:extLst>
              <a:ext uri="{FF2B5EF4-FFF2-40B4-BE49-F238E27FC236}">
                <a16:creationId xmlns:a16="http://schemas.microsoft.com/office/drawing/2014/main" id="{CBCB95E5-2388-406B-A319-DA51817CC800}"/>
              </a:ext>
            </a:extLst>
          </p:cNvPr>
          <p:cNvSpPr txBox="1"/>
          <p:nvPr/>
        </p:nvSpPr>
        <p:spPr>
          <a:xfrm>
            <a:off x="6534946" y="433984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23" name="文本框 122">
            <a:extLst>
              <a:ext uri="{FF2B5EF4-FFF2-40B4-BE49-F238E27FC236}">
                <a16:creationId xmlns:a16="http://schemas.microsoft.com/office/drawing/2014/main" id="{0AF3D974-86D2-47C8-A5A3-CEF334F746F2}"/>
              </a:ext>
            </a:extLst>
          </p:cNvPr>
          <p:cNvSpPr txBox="1"/>
          <p:nvPr/>
        </p:nvSpPr>
        <p:spPr>
          <a:xfrm>
            <a:off x="6963352" y="433984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24" name="文本框 123">
            <a:extLst>
              <a:ext uri="{FF2B5EF4-FFF2-40B4-BE49-F238E27FC236}">
                <a16:creationId xmlns:a16="http://schemas.microsoft.com/office/drawing/2014/main" id="{C403D8E1-6528-4C92-8379-EFDA0EA78CB4}"/>
              </a:ext>
            </a:extLst>
          </p:cNvPr>
          <p:cNvSpPr txBox="1"/>
          <p:nvPr/>
        </p:nvSpPr>
        <p:spPr>
          <a:xfrm>
            <a:off x="7391414" y="4339840"/>
            <a:ext cx="288862" cy="300210"/>
          </a:xfrm>
          <a:prstGeom prst="rect">
            <a:avLst/>
          </a:prstGeom>
          <a:noFill/>
        </p:spPr>
        <p:txBody>
          <a:bodyPr wrap="none" rtlCol="0">
            <a:spAutoFit/>
          </a:bodyPr>
          <a:lstStyle/>
          <a:p>
            <a:r>
              <a:rPr lang="en-US" altLang="zh-CN" sz="1351" dirty="0"/>
              <a:t>…</a:t>
            </a:r>
            <a:endParaRPr lang="zh-CN" altLang="en-US" sz="1351" dirty="0"/>
          </a:p>
        </p:txBody>
      </p:sp>
      <p:sp>
        <p:nvSpPr>
          <p:cNvPr id="14" name="文本框 13">
            <a:extLst>
              <a:ext uri="{FF2B5EF4-FFF2-40B4-BE49-F238E27FC236}">
                <a16:creationId xmlns:a16="http://schemas.microsoft.com/office/drawing/2014/main" id="{B725BF56-5911-4E48-BF2A-0DE23EE281EF}"/>
              </a:ext>
            </a:extLst>
          </p:cNvPr>
          <p:cNvSpPr txBox="1"/>
          <p:nvPr/>
        </p:nvSpPr>
        <p:spPr>
          <a:xfrm>
            <a:off x="7122309" y="1453077"/>
            <a:ext cx="1223412" cy="300210"/>
          </a:xfrm>
          <a:prstGeom prst="rect">
            <a:avLst/>
          </a:prstGeom>
          <a:noFill/>
        </p:spPr>
        <p:txBody>
          <a:bodyPr wrap="none" rtlCol="0">
            <a:spAutoFit/>
          </a:bodyPr>
          <a:lstStyle/>
          <a:p>
            <a:r>
              <a:rPr lang="zh-CN" altLang="en-US" sz="1351" b="1" dirty="0">
                <a:solidFill>
                  <a:srgbClr val="C00000"/>
                </a:solidFill>
              </a:rPr>
              <a:t>大力出奇迹！</a:t>
            </a:r>
          </a:p>
        </p:txBody>
      </p:sp>
      <p:sp>
        <p:nvSpPr>
          <p:cNvPr id="15" name="文本框 14">
            <a:extLst>
              <a:ext uri="{FF2B5EF4-FFF2-40B4-BE49-F238E27FC236}">
                <a16:creationId xmlns:a16="http://schemas.microsoft.com/office/drawing/2014/main" id="{1EDAA1C0-F8DC-4C4C-98E5-1F5CF2F00E3C}"/>
              </a:ext>
            </a:extLst>
          </p:cNvPr>
          <p:cNvSpPr txBox="1"/>
          <p:nvPr/>
        </p:nvSpPr>
        <p:spPr>
          <a:xfrm>
            <a:off x="2680447" y="1483316"/>
            <a:ext cx="1988045" cy="300210"/>
          </a:xfrm>
          <a:prstGeom prst="rect">
            <a:avLst/>
          </a:prstGeom>
          <a:noFill/>
        </p:spPr>
        <p:txBody>
          <a:bodyPr wrap="none" rtlCol="0">
            <a:spAutoFit/>
          </a:bodyPr>
          <a:lstStyle/>
          <a:p>
            <a:r>
              <a:rPr lang="zh-CN" altLang="en-US" sz="1351" dirty="0"/>
              <a:t>参数规模：</a:t>
            </a:r>
            <a:r>
              <a:rPr lang="en-US" altLang="zh-CN" sz="1351" dirty="0"/>
              <a:t>10B-&gt;100B</a:t>
            </a:r>
            <a:endParaRPr lang="zh-CN" altLang="en-US" sz="1351" dirty="0"/>
          </a:p>
        </p:txBody>
      </p:sp>
    </p:spTree>
    <p:custDataLst>
      <p:custData r:id="rId1"/>
    </p:custDataLst>
    <p:extLst>
      <p:ext uri="{BB962C8B-B14F-4D97-AF65-F5344CB8AC3E}">
        <p14:creationId xmlns:p14="http://schemas.microsoft.com/office/powerpoint/2010/main" val="1157183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strVal val="4*#ppt_w"/>
                                          </p:val>
                                        </p:tav>
                                        <p:tav tm="100000">
                                          <p:val>
                                            <p:strVal val="#ppt_w"/>
                                          </p:val>
                                        </p:tav>
                                      </p:tavLst>
                                    </p:anim>
                                    <p:anim calcmode="lin" valueType="num">
                                      <p:cBhvr>
                                        <p:cTn id="13" dur="500" fill="hold"/>
                                        <p:tgtEl>
                                          <p:spTgt spid="14"/>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sp>
        <p:nvSpPr>
          <p:cNvPr id="149" name="Number1">
            <a:extLst>
              <a:ext uri="{FF2B5EF4-FFF2-40B4-BE49-F238E27FC236}">
                <a16:creationId xmlns:a16="http://schemas.microsoft.com/office/drawing/2014/main" id="{DD0393BB-6862-42AE-ABAB-72993383246E}"/>
              </a:ext>
            </a:extLst>
          </p:cNvPr>
          <p:cNvSpPr/>
          <p:nvPr/>
        </p:nvSpPr>
        <p:spPr>
          <a:xfrm>
            <a:off x="641765" y="965719"/>
            <a:ext cx="3370763" cy="354608"/>
          </a:xfrm>
          <a:prstGeom prst="chevron">
            <a:avLst/>
          </a:prstGeom>
          <a:solidFill>
            <a:srgbClr val="FFC000"/>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defTabSz="914309">
              <a:defRPr/>
            </a:pPr>
            <a:r>
              <a:rPr lang="zh-CN" altLang="en-US" sz="1600" dirty="0">
                <a:solidFill>
                  <a:srgbClr val="FFFFFF"/>
                </a:solidFill>
                <a:latin typeface="Source Code Pro"/>
                <a:ea typeface="阿里巴巴普惠体"/>
              </a:rPr>
              <a:t>神经网络</a:t>
            </a:r>
            <a:endParaRPr lang="en-US" sz="1600" dirty="0">
              <a:solidFill>
                <a:srgbClr val="FFFFFF"/>
              </a:solidFill>
              <a:latin typeface="Source Code Pro"/>
              <a:ea typeface="阿里巴巴普惠体"/>
            </a:endParaRPr>
          </a:p>
        </p:txBody>
      </p:sp>
      <p:pic>
        <p:nvPicPr>
          <p:cNvPr id="9" name="图片 8">
            <a:extLst>
              <a:ext uri="{FF2B5EF4-FFF2-40B4-BE49-F238E27FC236}">
                <a16:creationId xmlns:a16="http://schemas.microsoft.com/office/drawing/2014/main" id="{CA95309B-4CF6-4662-AFFD-E6E96CE8FBA6}"/>
              </a:ext>
            </a:extLst>
          </p:cNvPr>
          <p:cNvPicPr>
            <a:picLocks noChangeAspect="1"/>
          </p:cNvPicPr>
          <p:nvPr/>
        </p:nvPicPr>
        <p:blipFill>
          <a:blip r:embed="rId6"/>
          <a:stretch>
            <a:fillRect/>
          </a:stretch>
        </p:blipFill>
        <p:spPr>
          <a:xfrm>
            <a:off x="674167" y="1464129"/>
            <a:ext cx="1354335" cy="390752"/>
          </a:xfrm>
          <a:prstGeom prst="rect">
            <a:avLst/>
          </a:prstGeom>
        </p:spPr>
      </p:pic>
      <p:pic>
        <p:nvPicPr>
          <p:cNvPr id="125" name="Picture 2" descr="ChatGpt标志logo-快图网-免费PNG图片免抠PNG高清背景素材库kuaipng.com">
            <a:extLst>
              <a:ext uri="{FF2B5EF4-FFF2-40B4-BE49-F238E27FC236}">
                <a16:creationId xmlns:a16="http://schemas.microsoft.com/office/drawing/2014/main" id="{97245407-7FFB-42B4-A9E3-BF24FB040582}"/>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0000" b="90000" l="10000" r="90000">
                        <a14:foregroundMark x1="42693" y1="16046" x2="42693" y2="16046"/>
                        <a14:foregroundMark x1="29370" y1="36390" x2="29370" y2="36390"/>
                        <a14:foregroundMark x1="30372" y1="33668" x2="30372" y2="45272"/>
                        <a14:foregroundMark x1="17765" y1="54298" x2="28940" y2="62464"/>
                        <a14:foregroundMark x1="28940" y1="62464" x2="30229" y2="62894"/>
                      </a14:backgroundRemoval>
                    </a14:imgEffect>
                  </a14:imgLayer>
                </a14:imgProps>
              </a:ext>
              <a:ext uri="{28A0092B-C50C-407E-A947-70E740481C1C}">
                <a14:useLocalDpi xmlns:a14="http://schemas.microsoft.com/office/drawing/2010/main" val="0"/>
              </a:ext>
            </a:extLst>
          </a:blip>
          <a:srcRect/>
          <a:stretch>
            <a:fillRect/>
          </a:stretch>
        </p:blipFill>
        <p:spPr bwMode="auto">
          <a:xfrm rot="11115259">
            <a:off x="2571208" y="5760704"/>
            <a:ext cx="740933" cy="740933"/>
          </a:xfrm>
          <a:prstGeom prst="rect">
            <a:avLst/>
          </a:prstGeom>
          <a:noFill/>
          <a:effectLst>
            <a:softEdge rad="1270000"/>
          </a:effectLst>
          <a:extLst>
            <a:ext uri="{909E8E84-426E-40DD-AFC4-6F175D3DCCD1}">
              <a14:hiddenFill xmlns:a14="http://schemas.microsoft.com/office/drawing/2010/main">
                <a:solidFill>
                  <a:srgbClr val="FFFFFF"/>
                </a:solidFill>
              </a14:hiddenFill>
            </a:ext>
          </a:extLst>
        </p:spPr>
      </p:pic>
      <p:sp>
        <p:nvSpPr>
          <p:cNvPr id="126" name="MG-文本框 3">
            <a:extLst>
              <a:ext uri="{FF2B5EF4-FFF2-40B4-BE49-F238E27FC236}">
                <a16:creationId xmlns:a16="http://schemas.microsoft.com/office/drawing/2014/main" id="{E1EB3966-BBEC-44AF-A846-17A34B828AC5}"/>
              </a:ext>
            </a:extLst>
          </p:cNvPr>
          <p:cNvSpPr txBox="1"/>
          <p:nvPr>
            <p:custDataLst>
              <p:tags r:id="rId2"/>
            </p:custDataLst>
          </p:nvPr>
        </p:nvSpPr>
        <p:spPr>
          <a:xfrm>
            <a:off x="-1" y="2593909"/>
            <a:ext cx="12192001" cy="1107996"/>
          </a:xfrm>
          <a:prstGeom prst="rect">
            <a:avLst/>
          </a:prstGeom>
          <a:noFill/>
        </p:spPr>
        <p:txBody>
          <a:bodyPr wrap="square" rtlCol="0">
            <a:spAutoFit/>
          </a:bodyPr>
          <a:lstStyle/>
          <a:p>
            <a:pPr algn="ctr"/>
            <a:r>
              <a:rPr lang="en-US" altLang="zh-CN" sz="6600" dirty="0">
                <a:latin typeface="+mn-ea"/>
              </a:rPr>
              <a:t>2022</a:t>
            </a:r>
            <a:r>
              <a:rPr lang="zh-CN" altLang="en-US" sz="6600" dirty="0">
                <a:latin typeface="+mn-ea"/>
              </a:rPr>
              <a:t>年</a:t>
            </a:r>
            <a:r>
              <a:rPr lang="en-US" altLang="zh-CN" sz="6600" dirty="0">
                <a:latin typeface="+mn-ea"/>
              </a:rPr>
              <a:t>11</a:t>
            </a:r>
            <a:r>
              <a:rPr lang="zh-CN" altLang="en-US" sz="6600" dirty="0">
                <a:latin typeface="+mn-ea"/>
              </a:rPr>
              <a:t>月</a:t>
            </a:r>
            <a:r>
              <a:rPr lang="en-US" altLang="zh-CN" sz="6600" dirty="0">
                <a:latin typeface="+mn-ea"/>
              </a:rPr>
              <a:t>30</a:t>
            </a:r>
            <a:r>
              <a:rPr lang="zh-CN" altLang="en-US" sz="6600" dirty="0">
                <a:latin typeface="+mn-ea"/>
              </a:rPr>
              <a:t>日</a:t>
            </a:r>
          </a:p>
        </p:txBody>
      </p:sp>
      <p:sp>
        <p:nvSpPr>
          <p:cNvPr id="127" name="MG-文本框 3">
            <a:extLst>
              <a:ext uri="{FF2B5EF4-FFF2-40B4-BE49-F238E27FC236}">
                <a16:creationId xmlns:a16="http://schemas.microsoft.com/office/drawing/2014/main" id="{31A0C385-E4C6-4D46-919C-E1801AAA8AF8}"/>
              </a:ext>
            </a:extLst>
          </p:cNvPr>
          <p:cNvSpPr txBox="1"/>
          <p:nvPr>
            <p:custDataLst>
              <p:tags r:id="rId3"/>
            </p:custDataLst>
          </p:nvPr>
        </p:nvSpPr>
        <p:spPr>
          <a:xfrm>
            <a:off x="-2" y="4397314"/>
            <a:ext cx="12192001" cy="646331"/>
          </a:xfrm>
          <a:prstGeom prst="rect">
            <a:avLst/>
          </a:prstGeom>
          <a:noFill/>
        </p:spPr>
        <p:txBody>
          <a:bodyPr wrap="square" rtlCol="0">
            <a:spAutoFit/>
          </a:bodyPr>
          <a:lstStyle/>
          <a:p>
            <a:pPr algn="ctr"/>
            <a:r>
              <a:rPr lang="en-US" altLang="zh-CN" sz="3600" dirty="0">
                <a:latin typeface="+mn-ea"/>
              </a:rPr>
              <a:t>GPT </a:t>
            </a:r>
            <a:r>
              <a:rPr lang="zh-CN" altLang="en-US" sz="3600" dirty="0">
                <a:latin typeface="+mn-ea"/>
              </a:rPr>
              <a:t>升级到了 </a:t>
            </a:r>
            <a:r>
              <a:rPr lang="en-US" altLang="zh-CN" sz="3600" dirty="0">
                <a:latin typeface="+mn-ea"/>
              </a:rPr>
              <a:t>3.5</a:t>
            </a:r>
            <a:r>
              <a:rPr lang="zh-CN" altLang="en-US" sz="3600" dirty="0">
                <a:latin typeface="+mn-ea"/>
              </a:rPr>
              <a:t>版本</a:t>
            </a:r>
          </a:p>
        </p:txBody>
      </p:sp>
      <p:sp>
        <p:nvSpPr>
          <p:cNvPr id="128" name="MG-文本框 3">
            <a:extLst>
              <a:ext uri="{FF2B5EF4-FFF2-40B4-BE49-F238E27FC236}">
                <a16:creationId xmlns:a16="http://schemas.microsoft.com/office/drawing/2014/main" id="{0B3FFA88-2AA7-4EED-B939-5F025B8A1F1C}"/>
              </a:ext>
            </a:extLst>
          </p:cNvPr>
          <p:cNvSpPr txBox="1"/>
          <p:nvPr>
            <p:custDataLst>
              <p:tags r:id="rId4"/>
            </p:custDataLst>
          </p:nvPr>
        </p:nvSpPr>
        <p:spPr>
          <a:xfrm>
            <a:off x="-3" y="5505310"/>
            <a:ext cx="12192001" cy="584775"/>
          </a:xfrm>
          <a:prstGeom prst="rect">
            <a:avLst/>
          </a:prstGeom>
          <a:noFill/>
        </p:spPr>
        <p:txBody>
          <a:bodyPr wrap="square" rtlCol="0">
            <a:spAutoFit/>
          </a:bodyPr>
          <a:lstStyle/>
          <a:p>
            <a:pPr algn="ctr"/>
            <a:r>
              <a:rPr lang="en-US" altLang="zh-CN" sz="3200">
                <a:latin typeface="+mn-ea"/>
              </a:rPr>
              <a:t>OpenAI</a:t>
            </a:r>
            <a:r>
              <a:rPr lang="zh-CN" altLang="en-US" sz="3200">
                <a:latin typeface="+mn-ea"/>
              </a:rPr>
              <a:t>发布了基于</a:t>
            </a:r>
            <a:r>
              <a:rPr lang="en-US" altLang="zh-CN" sz="3200">
                <a:latin typeface="+mn-ea"/>
              </a:rPr>
              <a:t>GPT-3.5</a:t>
            </a:r>
            <a:r>
              <a:rPr lang="zh-CN" altLang="en-US" sz="3200">
                <a:latin typeface="+mn-ea"/>
              </a:rPr>
              <a:t>的</a:t>
            </a:r>
            <a:r>
              <a:rPr lang="en-US" altLang="zh-CN" sz="3200">
                <a:latin typeface="+mn-ea"/>
              </a:rPr>
              <a:t>AI</a:t>
            </a:r>
            <a:r>
              <a:rPr lang="zh-CN" altLang="en-US" sz="3200">
                <a:latin typeface="+mn-ea"/>
              </a:rPr>
              <a:t>对话产品</a:t>
            </a:r>
            <a:r>
              <a:rPr lang="en-US" altLang="zh-CN" sz="3200">
                <a:latin typeface="+mn-ea"/>
              </a:rPr>
              <a:t>ChatGPT</a:t>
            </a:r>
            <a:endParaRPr lang="zh-CN" altLang="en-US" sz="3200">
              <a:latin typeface="+mn-ea"/>
            </a:endParaRPr>
          </a:p>
        </p:txBody>
      </p:sp>
      <p:sp>
        <p:nvSpPr>
          <p:cNvPr id="3" name="文本框 2">
            <a:extLst>
              <a:ext uri="{FF2B5EF4-FFF2-40B4-BE49-F238E27FC236}">
                <a16:creationId xmlns:a16="http://schemas.microsoft.com/office/drawing/2014/main" id="{040F59FA-5300-4B1F-9D51-15001DF1F0CC}"/>
              </a:ext>
            </a:extLst>
          </p:cNvPr>
          <p:cNvSpPr txBox="1"/>
          <p:nvPr/>
        </p:nvSpPr>
        <p:spPr>
          <a:xfrm>
            <a:off x="8531605" y="4291950"/>
            <a:ext cx="1877437" cy="769441"/>
          </a:xfrm>
          <a:prstGeom prst="rect">
            <a:avLst/>
          </a:prstGeom>
          <a:noFill/>
        </p:spPr>
        <p:txBody>
          <a:bodyPr wrap="none" rtlCol="0">
            <a:spAutoFit/>
          </a:bodyPr>
          <a:lstStyle/>
          <a:p>
            <a:r>
              <a:rPr lang="zh-CN" altLang="en-US" sz="4400" b="1" dirty="0">
                <a:solidFill>
                  <a:srgbClr val="15A0FA"/>
                </a:solidFill>
              </a:rPr>
              <a:t>大模型</a:t>
            </a:r>
          </a:p>
        </p:txBody>
      </p:sp>
    </p:spTree>
    <p:custDataLst>
      <p:custData r:id="rId1"/>
    </p:custDataLst>
    <p:extLst>
      <p:ext uri="{BB962C8B-B14F-4D97-AF65-F5344CB8AC3E}">
        <p14:creationId xmlns:p14="http://schemas.microsoft.com/office/powerpoint/2010/main" val="342933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iterate type="lt">
                                    <p:tmPct val="102500"/>
                                  </p:iterate>
                                  <p:childTnLst>
                                    <p:set>
                                      <p:cBhvr>
                                        <p:cTn id="6" dur="1" fill="hold">
                                          <p:stCondLst>
                                            <p:cond delay="0"/>
                                          </p:stCondLst>
                                        </p:cTn>
                                        <p:tgtEl>
                                          <p:spTgt spid="126"/>
                                        </p:tgtEl>
                                        <p:attrNameLst>
                                          <p:attrName>style.visibility</p:attrName>
                                        </p:attrNameLst>
                                      </p:cBhvr>
                                      <p:to>
                                        <p:strVal val="visible"/>
                                      </p:to>
                                    </p:set>
                                    <p:anim to="" calcmode="discrete" valueType="num">
                                      <p:cBhvr>
                                        <p:cTn id="7" dur="80" fill="hold">
                                          <p:stCondLst>
                                            <p:cond delay="0"/>
                                          </p:stCondLst>
                                        </p:cTn>
                                        <p:tgtEl>
                                          <p:spTgt spid="126"/>
                                        </p:tgtEl>
                                        <p:attrNameLst>
                                          <p:attrName>style.textDecorationUnderline</p:attrName>
                                        </p:attrNameLst>
                                      </p:cBhvr>
                                      <p:tavLst>
                                        <p:tav tm="0">
                                          <p:val>
                                            <p:strVal val="true"/>
                                          </p:val>
                                        </p:tav>
                                        <p:tav tm="100000">
                                          <p:val>
                                            <p:strVal val="false"/>
                                          </p:val>
                                        </p:tav>
                                      </p:tavLst>
                                    </p:anim>
                                    <p:anim to="" calcmode="lin" valueType="num">
                                      <p:cBhvr>
                                        <p:cTn id="8" dur="80" fill="hold">
                                          <p:stCondLst>
                                            <p:cond delay="0"/>
                                          </p:stCondLst>
                                        </p:cTn>
                                        <p:tgtEl>
                                          <p:spTgt spid="126"/>
                                        </p:tgtEl>
                                        <p:attrNameLst>
                                          <p:attrName>shadow.opacity</p:attrName>
                                        </p:attrNameLst>
                                      </p:cBhvr>
                                      <p:tavLst>
                                        <p:tav tm="0">
                                          <p:val>
                                            <p:strVal val="1"/>
                                          </p:val>
                                        </p:tav>
                                        <p:tav tm="50000">
                                          <p:val>
                                            <p:strVal val="0"/>
                                          </p:val>
                                        </p:tav>
                                        <p:tav tm="100000">
                                          <p:val>
                                            <p:strVal val="1"/>
                                          </p:val>
                                        </p:tav>
                                      </p:tavLst>
                                    </p:anim>
                                  </p:childTnLst>
                                </p:cTn>
                              </p:par>
                            </p:childTnLst>
                          </p:cTn>
                        </p:par>
                        <p:par>
                          <p:cTn id="9" fill="hold">
                            <p:stCondLst>
                              <p:cond delay="900"/>
                            </p:stCondLst>
                            <p:childTnLst>
                              <p:par>
                                <p:cTn id="10" presetID="0" presetClass="entr" presetSubtype="0" fill="hold" grpId="0" nodeType="afterEffect">
                                  <p:stCondLst>
                                    <p:cond delay="0"/>
                                  </p:stCondLst>
                                  <p:iterate type="lt">
                                    <p:tmPct val="100000"/>
                                  </p:iterate>
                                  <p:childTnLst>
                                    <p:set>
                                      <p:cBhvr>
                                        <p:cTn id="11" dur="1" fill="hold">
                                          <p:stCondLst>
                                            <p:cond delay="0"/>
                                          </p:stCondLst>
                                        </p:cTn>
                                        <p:tgtEl>
                                          <p:spTgt spid="127"/>
                                        </p:tgtEl>
                                        <p:attrNameLst>
                                          <p:attrName>style.visibility</p:attrName>
                                        </p:attrNameLst>
                                      </p:cBhvr>
                                      <p:to>
                                        <p:strVal val="visible"/>
                                      </p:to>
                                    </p:set>
                                    <p:anim to="" calcmode="discrete" valueType="num">
                                      <p:cBhvr>
                                        <p:cTn id="12" dur="80" fill="hold">
                                          <p:stCondLst>
                                            <p:cond delay="0"/>
                                          </p:stCondLst>
                                        </p:cTn>
                                        <p:tgtEl>
                                          <p:spTgt spid="127"/>
                                        </p:tgtEl>
                                        <p:attrNameLst>
                                          <p:attrName>style.textDecorationUnderline</p:attrName>
                                        </p:attrNameLst>
                                      </p:cBhvr>
                                      <p:tavLst>
                                        <p:tav tm="0">
                                          <p:val>
                                            <p:strVal val="true"/>
                                          </p:val>
                                        </p:tav>
                                        <p:tav tm="100000">
                                          <p:val>
                                            <p:strVal val="false"/>
                                          </p:val>
                                        </p:tav>
                                      </p:tavLst>
                                    </p:anim>
                                    <p:anim to="" calcmode="lin" valueType="num">
                                      <p:cBhvr>
                                        <p:cTn id="13" dur="80" fill="hold">
                                          <p:stCondLst>
                                            <p:cond delay="0"/>
                                          </p:stCondLst>
                                        </p:cTn>
                                        <p:tgtEl>
                                          <p:spTgt spid="127"/>
                                        </p:tgtEl>
                                        <p:attrNameLst>
                                          <p:attrName>shadow.opacity</p:attrName>
                                        </p:attrNameLst>
                                      </p:cBhvr>
                                      <p:tavLst>
                                        <p:tav tm="0">
                                          <p:val>
                                            <p:strVal val="1"/>
                                          </p:val>
                                        </p:tav>
                                        <p:tav tm="50000">
                                          <p:val>
                                            <p:strVal val="0"/>
                                          </p:val>
                                        </p:tav>
                                        <p:tav tm="100000">
                                          <p:val>
                                            <p:strVal val="1"/>
                                          </p:val>
                                        </p:tav>
                                      </p:tavLst>
                                    </p:anim>
                                  </p:childTnLst>
                                </p:cTn>
                              </p:par>
                            </p:childTnLst>
                          </p:cTn>
                        </p:par>
                        <p:par>
                          <p:cTn id="14" fill="hold">
                            <p:stCondLst>
                              <p:cond delay="1860"/>
                            </p:stCondLst>
                            <p:childTnLst>
                              <p:par>
                                <p:cTn id="15" presetID="0" presetClass="entr" presetSubtype="0" fill="hold" grpId="0" nodeType="afterEffect">
                                  <p:stCondLst>
                                    <p:cond delay="0"/>
                                  </p:stCondLst>
                                  <p:iterate type="lt">
                                    <p:tmPct val="100000"/>
                                  </p:iterate>
                                  <p:childTnLst>
                                    <p:set>
                                      <p:cBhvr>
                                        <p:cTn id="16" dur="1" fill="hold">
                                          <p:stCondLst>
                                            <p:cond delay="0"/>
                                          </p:stCondLst>
                                        </p:cTn>
                                        <p:tgtEl>
                                          <p:spTgt spid="128"/>
                                        </p:tgtEl>
                                        <p:attrNameLst>
                                          <p:attrName>style.visibility</p:attrName>
                                        </p:attrNameLst>
                                      </p:cBhvr>
                                      <p:to>
                                        <p:strVal val="visible"/>
                                      </p:to>
                                    </p:set>
                                    <p:anim to="" calcmode="discrete" valueType="num">
                                      <p:cBhvr>
                                        <p:cTn id="17" dur="80" fill="hold">
                                          <p:stCondLst>
                                            <p:cond delay="0"/>
                                          </p:stCondLst>
                                        </p:cTn>
                                        <p:tgtEl>
                                          <p:spTgt spid="128"/>
                                        </p:tgtEl>
                                        <p:attrNameLst>
                                          <p:attrName>style.textDecorationUnderline</p:attrName>
                                        </p:attrNameLst>
                                      </p:cBhvr>
                                      <p:tavLst>
                                        <p:tav tm="0">
                                          <p:val>
                                            <p:strVal val="true"/>
                                          </p:val>
                                        </p:tav>
                                        <p:tav tm="100000">
                                          <p:val>
                                            <p:strVal val="false"/>
                                          </p:val>
                                        </p:tav>
                                      </p:tavLst>
                                    </p:anim>
                                    <p:anim to="" calcmode="lin" valueType="num">
                                      <p:cBhvr>
                                        <p:cTn id="18" dur="80" fill="hold">
                                          <p:stCondLst>
                                            <p:cond delay="0"/>
                                          </p:stCondLst>
                                        </p:cTn>
                                        <p:tgtEl>
                                          <p:spTgt spid="128"/>
                                        </p:tgtEl>
                                        <p:attrNameLst>
                                          <p:attrName>shadow.opacity</p:attrName>
                                        </p:attrNameLst>
                                      </p:cBhvr>
                                      <p:tavLst>
                                        <p:tav tm="0">
                                          <p:val>
                                            <p:strVal val="1"/>
                                          </p:val>
                                        </p:tav>
                                        <p:tav tm="50000">
                                          <p:val>
                                            <p:strVal val="0"/>
                                          </p:val>
                                        </p:tav>
                                        <p:tav tm="100000">
                                          <p:val>
                                            <p:strVal val="1"/>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32"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strVal val="4*#ppt_w"/>
                                          </p:val>
                                        </p:tav>
                                        <p:tav tm="100000">
                                          <p:val>
                                            <p:strVal val="#ppt_w"/>
                                          </p:val>
                                        </p:tav>
                                      </p:tavLst>
                                    </p:anim>
                                    <p:anim calcmode="lin" valueType="num">
                                      <p:cBhvr>
                                        <p:cTn id="24" dur="500" fill="hold"/>
                                        <p:tgtEl>
                                          <p:spTgt spid="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127" grpId="0"/>
      <p:bldP spid="128" grpId="0"/>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的发展史</a:t>
            </a:r>
          </a:p>
        </p:txBody>
      </p:sp>
      <p:pic>
        <p:nvPicPr>
          <p:cNvPr id="125" name="Picture 2" descr="ChatGpt标志logo-快图网-免费PNG图片免抠PNG高清背景素材库kuaipng.com">
            <a:extLst>
              <a:ext uri="{FF2B5EF4-FFF2-40B4-BE49-F238E27FC236}">
                <a16:creationId xmlns:a16="http://schemas.microsoft.com/office/drawing/2014/main" id="{97245407-7FFB-42B4-A9E3-BF24FB04058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foregroundMark x1="42693" y1="16046" x2="42693" y2="16046"/>
                        <a14:foregroundMark x1="29370" y1="36390" x2="29370" y2="36390"/>
                        <a14:foregroundMark x1="30372" y1="33668" x2="30372" y2="45272"/>
                        <a14:foregroundMark x1="17765" y1="54298" x2="28940" y2="62464"/>
                        <a14:foregroundMark x1="28940" y1="62464" x2="30229" y2="62894"/>
                      </a14:backgroundRemoval>
                    </a14:imgEffect>
                  </a14:imgLayer>
                </a14:imgProps>
              </a:ext>
              <a:ext uri="{28A0092B-C50C-407E-A947-70E740481C1C}">
                <a14:useLocalDpi xmlns:a14="http://schemas.microsoft.com/office/drawing/2010/main" val="0"/>
              </a:ext>
            </a:extLst>
          </a:blip>
          <a:srcRect/>
          <a:stretch>
            <a:fillRect/>
          </a:stretch>
        </p:blipFill>
        <p:spPr bwMode="auto">
          <a:xfrm rot="11115259">
            <a:off x="2571208" y="5760704"/>
            <a:ext cx="740933" cy="740933"/>
          </a:xfrm>
          <a:prstGeom prst="rect">
            <a:avLst/>
          </a:prstGeom>
          <a:noFill/>
          <a:effectLst>
            <a:softEdge rad="1270000"/>
          </a:effectLst>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CFFA7B48-7442-474F-91DC-1345E091A197}"/>
              </a:ext>
            </a:extLst>
          </p:cNvPr>
          <p:cNvPicPr>
            <a:picLocks noChangeAspect="1"/>
          </p:cNvPicPr>
          <p:nvPr/>
        </p:nvPicPr>
        <p:blipFill rotWithShape="1">
          <a:blip r:embed="rId5">
            <a:extLst>
              <a:ext uri="{28A0092B-C50C-407E-A947-70E740481C1C}">
                <a14:useLocalDpi xmlns:a14="http://schemas.microsoft.com/office/drawing/2010/main" val="0"/>
              </a:ext>
            </a:extLst>
          </a:blip>
          <a:srcRect l="6354" t="8495" r="5246" b="8334"/>
          <a:stretch/>
        </p:blipFill>
        <p:spPr>
          <a:xfrm>
            <a:off x="2591259" y="1268121"/>
            <a:ext cx="6985591" cy="5380075"/>
          </a:xfrm>
          <a:prstGeom prst="rect">
            <a:avLst/>
          </a:prstGeom>
        </p:spPr>
      </p:pic>
      <p:grpSp>
        <p:nvGrpSpPr>
          <p:cNvPr id="11" name="组合 10">
            <a:extLst>
              <a:ext uri="{FF2B5EF4-FFF2-40B4-BE49-F238E27FC236}">
                <a16:creationId xmlns:a16="http://schemas.microsoft.com/office/drawing/2014/main" id="{46E6B886-AE57-43FB-919D-76B9D9395143}"/>
              </a:ext>
            </a:extLst>
          </p:cNvPr>
          <p:cNvGrpSpPr/>
          <p:nvPr/>
        </p:nvGrpSpPr>
        <p:grpSpPr>
          <a:xfrm>
            <a:off x="1879055" y="2306217"/>
            <a:ext cx="1308764" cy="596560"/>
            <a:chOff x="1879053" y="2306217"/>
            <a:chExt cx="1308764" cy="596560"/>
          </a:xfrm>
        </p:grpSpPr>
        <p:pic>
          <p:nvPicPr>
            <p:cNvPr id="7" name="图片 6">
              <a:extLst>
                <a:ext uri="{FF2B5EF4-FFF2-40B4-BE49-F238E27FC236}">
                  <a16:creationId xmlns:a16="http://schemas.microsoft.com/office/drawing/2014/main" id="{7EA10546-541E-4C53-83EF-2E321F160E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91257" y="2306217"/>
              <a:ext cx="596560" cy="596560"/>
            </a:xfrm>
            <a:prstGeom prst="rect">
              <a:avLst/>
            </a:prstGeom>
          </p:spPr>
        </p:pic>
        <p:sp>
          <p:nvSpPr>
            <p:cNvPr id="8" name="文本框 7">
              <a:extLst>
                <a:ext uri="{FF2B5EF4-FFF2-40B4-BE49-F238E27FC236}">
                  <a16:creationId xmlns:a16="http://schemas.microsoft.com/office/drawing/2014/main" id="{AADD3D7D-CDEF-481B-BDD8-770B30AC16D9}"/>
                </a:ext>
              </a:extLst>
            </p:cNvPr>
            <p:cNvSpPr txBox="1"/>
            <p:nvPr/>
          </p:nvSpPr>
          <p:spPr>
            <a:xfrm>
              <a:off x="1879053" y="2405874"/>
              <a:ext cx="601447" cy="300210"/>
            </a:xfrm>
            <a:prstGeom prst="rect">
              <a:avLst/>
            </a:prstGeom>
            <a:noFill/>
          </p:spPr>
          <p:txBody>
            <a:bodyPr wrap="none" rtlCol="0">
              <a:spAutoFit/>
            </a:bodyPr>
            <a:lstStyle/>
            <a:p>
              <a:r>
                <a:rPr lang="en-US" altLang="zh-CN" sz="1351" dirty="0" err="1"/>
                <a:t>Qwen</a:t>
              </a:r>
              <a:endParaRPr lang="zh-CN" altLang="en-US" sz="1351" dirty="0"/>
            </a:p>
          </p:txBody>
        </p:sp>
      </p:grpSp>
      <p:grpSp>
        <p:nvGrpSpPr>
          <p:cNvPr id="15" name="组合 14">
            <a:extLst>
              <a:ext uri="{FF2B5EF4-FFF2-40B4-BE49-F238E27FC236}">
                <a16:creationId xmlns:a16="http://schemas.microsoft.com/office/drawing/2014/main" id="{7AD5917F-47E5-4956-AD11-41277148E38C}"/>
              </a:ext>
            </a:extLst>
          </p:cNvPr>
          <p:cNvGrpSpPr/>
          <p:nvPr/>
        </p:nvGrpSpPr>
        <p:grpSpPr>
          <a:xfrm>
            <a:off x="1101900" y="3881364"/>
            <a:ext cx="1513253" cy="740817"/>
            <a:chOff x="1101899" y="3881361"/>
            <a:chExt cx="1513253" cy="740817"/>
          </a:xfrm>
        </p:grpSpPr>
        <p:grpSp>
          <p:nvGrpSpPr>
            <p:cNvPr id="17" name="组合 16">
              <a:extLst>
                <a:ext uri="{FF2B5EF4-FFF2-40B4-BE49-F238E27FC236}">
                  <a16:creationId xmlns:a16="http://schemas.microsoft.com/office/drawing/2014/main" id="{00161E9E-C9B0-4852-A180-F06B94DCF9FA}"/>
                </a:ext>
              </a:extLst>
            </p:cNvPr>
            <p:cNvGrpSpPr/>
            <p:nvPr/>
          </p:nvGrpSpPr>
          <p:grpSpPr>
            <a:xfrm>
              <a:off x="1885377" y="3881361"/>
              <a:ext cx="729775" cy="740817"/>
              <a:chOff x="8644809" y="4264937"/>
              <a:chExt cx="729775" cy="740817"/>
            </a:xfrm>
          </p:grpSpPr>
          <p:sp>
            <p:nvSpPr>
              <p:cNvPr id="18" name="椭圆 17">
                <a:extLst>
                  <a:ext uri="{FF2B5EF4-FFF2-40B4-BE49-F238E27FC236}">
                    <a16:creationId xmlns:a16="http://schemas.microsoft.com/office/drawing/2014/main" id="{343CCAF8-DFB5-4CCE-9E5E-1E95CFCD416D}"/>
                  </a:ext>
                </a:extLst>
              </p:cNvPr>
              <p:cNvSpPr/>
              <p:nvPr/>
            </p:nvSpPr>
            <p:spPr>
              <a:xfrm>
                <a:off x="8644809" y="4264937"/>
                <a:ext cx="729775" cy="740817"/>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19" name="Picture 10" descr="文心一言图标-快图网-免费PNG图片免抠PNG高清背景素材库kuaipng.com">
                <a:extLst>
                  <a:ext uri="{FF2B5EF4-FFF2-40B4-BE49-F238E27FC236}">
                    <a16:creationId xmlns:a16="http://schemas.microsoft.com/office/drawing/2014/main" id="{197A9207-09BE-47CE-B0D1-189DAACBC643}"/>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l="23388" t="21053" r="24336" b="20566"/>
              <a:stretch/>
            </p:blipFill>
            <p:spPr bwMode="auto">
              <a:xfrm>
                <a:off x="8668256" y="4315582"/>
                <a:ext cx="523996" cy="585200"/>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文本框 19">
              <a:extLst>
                <a:ext uri="{FF2B5EF4-FFF2-40B4-BE49-F238E27FC236}">
                  <a16:creationId xmlns:a16="http://schemas.microsoft.com/office/drawing/2014/main" id="{853810DF-FDC6-4AA9-87BA-83C4A88B2BFA}"/>
                </a:ext>
              </a:extLst>
            </p:cNvPr>
            <p:cNvSpPr txBox="1"/>
            <p:nvPr/>
          </p:nvSpPr>
          <p:spPr>
            <a:xfrm>
              <a:off x="1101899" y="4002130"/>
              <a:ext cx="705642" cy="300210"/>
            </a:xfrm>
            <a:prstGeom prst="rect">
              <a:avLst/>
            </a:prstGeom>
            <a:noFill/>
          </p:spPr>
          <p:txBody>
            <a:bodyPr wrap="none" rtlCol="0">
              <a:spAutoFit/>
            </a:bodyPr>
            <a:lstStyle/>
            <a:p>
              <a:r>
                <a:rPr lang="en-US" altLang="zh-CN" sz="1351" dirty="0"/>
                <a:t>Ernie</a:t>
              </a:r>
              <a:endParaRPr lang="zh-CN" altLang="en-US" sz="1351" dirty="0"/>
            </a:p>
          </p:txBody>
        </p:sp>
      </p:grpSp>
      <p:grpSp>
        <p:nvGrpSpPr>
          <p:cNvPr id="14" name="组合 13">
            <a:extLst>
              <a:ext uri="{FF2B5EF4-FFF2-40B4-BE49-F238E27FC236}">
                <a16:creationId xmlns:a16="http://schemas.microsoft.com/office/drawing/2014/main" id="{0476FFD5-DD85-48E5-90F1-3D22FBE86540}"/>
              </a:ext>
            </a:extLst>
          </p:cNvPr>
          <p:cNvGrpSpPr/>
          <p:nvPr/>
        </p:nvGrpSpPr>
        <p:grpSpPr>
          <a:xfrm>
            <a:off x="8997131" y="2400336"/>
            <a:ext cx="1185698" cy="541376"/>
            <a:chOff x="9005510" y="2174389"/>
            <a:chExt cx="1185696" cy="541376"/>
          </a:xfrm>
        </p:grpSpPr>
        <p:pic>
          <p:nvPicPr>
            <p:cNvPr id="13" name="图片 12">
              <a:extLst>
                <a:ext uri="{FF2B5EF4-FFF2-40B4-BE49-F238E27FC236}">
                  <a16:creationId xmlns:a16="http://schemas.microsoft.com/office/drawing/2014/main" id="{E97F92AC-1AE5-4668-AC2E-931C7B76B31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flipH="1">
              <a:off x="9005510" y="2174389"/>
              <a:ext cx="729775" cy="541376"/>
            </a:xfrm>
            <a:prstGeom prst="rect">
              <a:avLst/>
            </a:prstGeom>
          </p:spPr>
        </p:pic>
        <p:sp>
          <p:nvSpPr>
            <p:cNvPr id="23" name="文本框 22">
              <a:extLst>
                <a:ext uri="{FF2B5EF4-FFF2-40B4-BE49-F238E27FC236}">
                  <a16:creationId xmlns:a16="http://schemas.microsoft.com/office/drawing/2014/main" id="{979CA2EE-6CBE-4C2F-9563-A5DC63DC322F}"/>
                </a:ext>
              </a:extLst>
            </p:cNvPr>
            <p:cNvSpPr txBox="1"/>
            <p:nvPr/>
          </p:nvSpPr>
          <p:spPr>
            <a:xfrm>
              <a:off x="9589760" y="2244244"/>
              <a:ext cx="601446" cy="300210"/>
            </a:xfrm>
            <a:prstGeom prst="rect">
              <a:avLst/>
            </a:prstGeom>
            <a:noFill/>
          </p:spPr>
          <p:txBody>
            <a:bodyPr wrap="none" rtlCol="0">
              <a:spAutoFit/>
            </a:bodyPr>
            <a:lstStyle/>
            <a:p>
              <a:r>
                <a:rPr lang="en-US" altLang="zh-CN" sz="1351" dirty="0" err="1"/>
                <a:t>Llma</a:t>
              </a:r>
              <a:endParaRPr lang="zh-CN" altLang="en-US" sz="1351" dirty="0"/>
            </a:p>
          </p:txBody>
        </p:sp>
      </p:grpSp>
      <p:grpSp>
        <p:nvGrpSpPr>
          <p:cNvPr id="22" name="组合 21">
            <a:extLst>
              <a:ext uri="{FF2B5EF4-FFF2-40B4-BE49-F238E27FC236}">
                <a16:creationId xmlns:a16="http://schemas.microsoft.com/office/drawing/2014/main" id="{0EF2A46F-29DD-411C-8886-BF33381B2259}"/>
              </a:ext>
            </a:extLst>
          </p:cNvPr>
          <p:cNvGrpSpPr/>
          <p:nvPr/>
        </p:nvGrpSpPr>
        <p:grpSpPr>
          <a:xfrm>
            <a:off x="9732689" y="4065129"/>
            <a:ext cx="1222770" cy="379487"/>
            <a:chOff x="9514259" y="3921851"/>
            <a:chExt cx="1222768" cy="379487"/>
          </a:xfrm>
        </p:grpSpPr>
        <p:pic>
          <p:nvPicPr>
            <p:cNvPr id="21" name="图片 20">
              <a:extLst>
                <a:ext uri="{FF2B5EF4-FFF2-40B4-BE49-F238E27FC236}">
                  <a16:creationId xmlns:a16="http://schemas.microsoft.com/office/drawing/2014/main" id="{A4D91FEC-2F2A-4BE5-894C-C3D38BA34F0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14259" y="3932006"/>
              <a:ext cx="646489" cy="369332"/>
            </a:xfrm>
            <a:prstGeom prst="rect">
              <a:avLst/>
            </a:prstGeom>
          </p:spPr>
        </p:pic>
        <p:sp>
          <p:nvSpPr>
            <p:cNvPr id="28" name="文本框 27">
              <a:extLst>
                <a:ext uri="{FF2B5EF4-FFF2-40B4-BE49-F238E27FC236}">
                  <a16:creationId xmlns:a16="http://schemas.microsoft.com/office/drawing/2014/main" id="{43619016-06E8-40E0-9C6F-2C4CF9E95E8F}"/>
                </a:ext>
              </a:extLst>
            </p:cNvPr>
            <p:cNvSpPr txBox="1"/>
            <p:nvPr/>
          </p:nvSpPr>
          <p:spPr>
            <a:xfrm>
              <a:off x="10135581" y="3921851"/>
              <a:ext cx="601446" cy="300210"/>
            </a:xfrm>
            <a:prstGeom prst="rect">
              <a:avLst/>
            </a:prstGeom>
            <a:noFill/>
          </p:spPr>
          <p:txBody>
            <a:bodyPr wrap="none" rtlCol="0">
              <a:spAutoFit/>
            </a:bodyPr>
            <a:lstStyle/>
            <a:p>
              <a:r>
                <a:rPr lang="en-US" altLang="zh-CN" sz="1351" dirty="0"/>
                <a:t>Grok</a:t>
              </a:r>
              <a:endParaRPr lang="zh-CN" altLang="en-US" sz="1351" dirty="0"/>
            </a:p>
          </p:txBody>
        </p:sp>
      </p:grpSp>
      <p:grpSp>
        <p:nvGrpSpPr>
          <p:cNvPr id="26" name="组合 25">
            <a:extLst>
              <a:ext uri="{FF2B5EF4-FFF2-40B4-BE49-F238E27FC236}">
                <a16:creationId xmlns:a16="http://schemas.microsoft.com/office/drawing/2014/main" id="{2A5E82D4-4EAE-4BC1-9B3B-CC251F9316FE}"/>
              </a:ext>
            </a:extLst>
          </p:cNvPr>
          <p:cNvGrpSpPr/>
          <p:nvPr/>
        </p:nvGrpSpPr>
        <p:grpSpPr>
          <a:xfrm>
            <a:off x="2520423" y="1184237"/>
            <a:ext cx="1871372" cy="608731"/>
            <a:chOff x="2520421" y="1184237"/>
            <a:chExt cx="1871372" cy="608731"/>
          </a:xfrm>
        </p:grpSpPr>
        <p:pic>
          <p:nvPicPr>
            <p:cNvPr id="25" name="图片 24">
              <a:extLst>
                <a:ext uri="{FF2B5EF4-FFF2-40B4-BE49-F238E27FC236}">
                  <a16:creationId xmlns:a16="http://schemas.microsoft.com/office/drawing/2014/main" id="{4C81A7AC-E9F8-4AE0-8A6E-D8B8DE444C83}"/>
                </a:ext>
              </a:extLst>
            </p:cNvPr>
            <p:cNvPicPr>
              <a:picLocks noChangeAspect="1"/>
            </p:cNvPicPr>
            <p:nvPr/>
          </p:nvPicPr>
          <p:blipFill>
            <a:blip r:embed="rId11"/>
            <a:stretch>
              <a:fillRect/>
            </a:stretch>
          </p:blipFill>
          <p:spPr>
            <a:xfrm>
              <a:off x="3586120" y="1184237"/>
              <a:ext cx="805673" cy="608731"/>
            </a:xfrm>
            <a:prstGeom prst="rect">
              <a:avLst/>
            </a:prstGeom>
          </p:spPr>
        </p:pic>
        <p:sp>
          <p:nvSpPr>
            <p:cNvPr id="32" name="文本框 31">
              <a:extLst>
                <a:ext uri="{FF2B5EF4-FFF2-40B4-BE49-F238E27FC236}">
                  <a16:creationId xmlns:a16="http://schemas.microsoft.com/office/drawing/2014/main" id="{A98307BB-350B-44D7-A88E-694B95EFC60C}"/>
                </a:ext>
              </a:extLst>
            </p:cNvPr>
            <p:cNvSpPr txBox="1"/>
            <p:nvPr/>
          </p:nvSpPr>
          <p:spPr>
            <a:xfrm>
              <a:off x="2520421" y="1268121"/>
              <a:ext cx="914033" cy="300210"/>
            </a:xfrm>
            <a:prstGeom prst="rect">
              <a:avLst/>
            </a:prstGeom>
            <a:noFill/>
          </p:spPr>
          <p:txBody>
            <a:bodyPr wrap="none" rtlCol="0">
              <a:spAutoFit/>
            </a:bodyPr>
            <a:lstStyle/>
            <a:p>
              <a:r>
                <a:rPr lang="en-US" altLang="zh-CN" sz="1351" dirty="0" err="1"/>
                <a:t>ChatGLM</a:t>
              </a:r>
              <a:endParaRPr lang="zh-CN" altLang="en-US" sz="1351" dirty="0"/>
            </a:p>
          </p:txBody>
        </p:sp>
      </p:grpSp>
      <p:grpSp>
        <p:nvGrpSpPr>
          <p:cNvPr id="30" name="组合 29">
            <a:extLst>
              <a:ext uri="{FF2B5EF4-FFF2-40B4-BE49-F238E27FC236}">
                <a16:creationId xmlns:a16="http://schemas.microsoft.com/office/drawing/2014/main" id="{209B7C16-F70A-41F7-9313-2D509DF44E08}"/>
              </a:ext>
            </a:extLst>
          </p:cNvPr>
          <p:cNvGrpSpPr/>
          <p:nvPr/>
        </p:nvGrpSpPr>
        <p:grpSpPr>
          <a:xfrm>
            <a:off x="7513636" y="1214217"/>
            <a:ext cx="1435419" cy="543475"/>
            <a:chOff x="7513629" y="1181050"/>
            <a:chExt cx="1435418" cy="543474"/>
          </a:xfrm>
        </p:grpSpPr>
        <p:pic>
          <p:nvPicPr>
            <p:cNvPr id="29" name="图片 28">
              <a:extLst>
                <a:ext uri="{FF2B5EF4-FFF2-40B4-BE49-F238E27FC236}">
                  <a16:creationId xmlns:a16="http://schemas.microsoft.com/office/drawing/2014/main" id="{DB596460-BD58-4857-8946-DA3CD8929BC0}"/>
                </a:ext>
              </a:extLst>
            </p:cNvPr>
            <p:cNvPicPr>
              <a:picLocks noChangeAspect="1"/>
            </p:cNvPicPr>
            <p:nvPr/>
          </p:nvPicPr>
          <p:blipFill>
            <a:blip r:embed="rId12"/>
            <a:stretch>
              <a:fillRect/>
            </a:stretch>
          </p:blipFill>
          <p:spPr>
            <a:xfrm>
              <a:off x="7513629" y="1181050"/>
              <a:ext cx="573160" cy="543474"/>
            </a:xfrm>
            <a:prstGeom prst="rect">
              <a:avLst/>
            </a:prstGeom>
          </p:spPr>
        </p:pic>
        <p:sp>
          <p:nvSpPr>
            <p:cNvPr id="36" name="文本框 35">
              <a:extLst>
                <a:ext uri="{FF2B5EF4-FFF2-40B4-BE49-F238E27FC236}">
                  <a16:creationId xmlns:a16="http://schemas.microsoft.com/office/drawing/2014/main" id="{4F036FB8-A5BC-44D5-A942-D4C091EAAEA2}"/>
                </a:ext>
              </a:extLst>
            </p:cNvPr>
            <p:cNvSpPr txBox="1"/>
            <p:nvPr/>
          </p:nvSpPr>
          <p:spPr>
            <a:xfrm>
              <a:off x="8139210" y="1268121"/>
              <a:ext cx="809837" cy="300209"/>
            </a:xfrm>
            <a:prstGeom prst="rect">
              <a:avLst/>
            </a:prstGeom>
            <a:noFill/>
          </p:spPr>
          <p:txBody>
            <a:bodyPr wrap="none" rtlCol="0">
              <a:spAutoFit/>
            </a:bodyPr>
            <a:lstStyle/>
            <a:p>
              <a:r>
                <a:rPr lang="en-US" altLang="zh-CN" sz="1351" dirty="0" err="1"/>
                <a:t>Cloude</a:t>
              </a:r>
              <a:endParaRPr lang="zh-CN" altLang="en-US" sz="1351" dirty="0"/>
            </a:p>
          </p:txBody>
        </p:sp>
      </p:grpSp>
      <p:sp>
        <p:nvSpPr>
          <p:cNvPr id="33" name="矩形 32">
            <a:extLst>
              <a:ext uri="{FF2B5EF4-FFF2-40B4-BE49-F238E27FC236}">
                <a16:creationId xmlns:a16="http://schemas.microsoft.com/office/drawing/2014/main" id="{928A3B89-7B0E-47CB-AD29-DCD6FC81E16B}"/>
              </a:ext>
            </a:extLst>
          </p:cNvPr>
          <p:cNvSpPr/>
          <p:nvPr/>
        </p:nvSpPr>
        <p:spPr>
          <a:xfrm>
            <a:off x="2247101" y="5269469"/>
            <a:ext cx="944091" cy="22943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文本生成</a:t>
            </a:r>
          </a:p>
        </p:txBody>
      </p:sp>
      <p:sp>
        <p:nvSpPr>
          <p:cNvPr id="40" name="矩形 39">
            <a:extLst>
              <a:ext uri="{FF2B5EF4-FFF2-40B4-BE49-F238E27FC236}">
                <a16:creationId xmlns:a16="http://schemas.microsoft.com/office/drawing/2014/main" id="{D44C7901-898F-4372-9F4E-8F6BBCED7E96}"/>
              </a:ext>
            </a:extLst>
          </p:cNvPr>
          <p:cNvSpPr/>
          <p:nvPr/>
        </p:nvSpPr>
        <p:spPr>
          <a:xfrm>
            <a:off x="2247101" y="5613617"/>
            <a:ext cx="944091" cy="22943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图片生成</a:t>
            </a:r>
          </a:p>
        </p:txBody>
      </p:sp>
      <p:sp>
        <p:nvSpPr>
          <p:cNvPr id="41" name="矩形 40">
            <a:extLst>
              <a:ext uri="{FF2B5EF4-FFF2-40B4-BE49-F238E27FC236}">
                <a16:creationId xmlns:a16="http://schemas.microsoft.com/office/drawing/2014/main" id="{8AB2F78B-7B30-4980-8940-08820DE9D852}"/>
              </a:ext>
            </a:extLst>
          </p:cNvPr>
          <p:cNvSpPr/>
          <p:nvPr/>
        </p:nvSpPr>
        <p:spPr>
          <a:xfrm>
            <a:off x="2247101" y="5957765"/>
            <a:ext cx="944091" cy="22943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视频生成</a:t>
            </a:r>
          </a:p>
        </p:txBody>
      </p:sp>
      <p:sp>
        <p:nvSpPr>
          <p:cNvPr id="42" name="矩形 41">
            <a:extLst>
              <a:ext uri="{FF2B5EF4-FFF2-40B4-BE49-F238E27FC236}">
                <a16:creationId xmlns:a16="http://schemas.microsoft.com/office/drawing/2014/main" id="{7D17702D-A44E-4F16-8692-9202DF02CD5F}"/>
              </a:ext>
            </a:extLst>
          </p:cNvPr>
          <p:cNvSpPr/>
          <p:nvPr/>
        </p:nvSpPr>
        <p:spPr>
          <a:xfrm>
            <a:off x="2247101" y="6293365"/>
            <a:ext cx="944091" cy="22943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音频合成</a:t>
            </a:r>
          </a:p>
        </p:txBody>
      </p:sp>
      <p:pic>
        <p:nvPicPr>
          <p:cNvPr id="43" name="Picture 2" descr="ChatGpt标志logo-快图网-免费PNG图片免抠PNG高清背景素材库kuaipng.com">
            <a:extLst>
              <a:ext uri="{FF2B5EF4-FFF2-40B4-BE49-F238E27FC236}">
                <a16:creationId xmlns:a16="http://schemas.microsoft.com/office/drawing/2014/main" id="{D7D483E3-67DC-4081-83A8-5B15A644BEB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foregroundMark x1="42693" y1="16046" x2="42693" y2="16046"/>
                        <a14:foregroundMark x1="29370" y1="36390" x2="29370" y2="36390"/>
                        <a14:foregroundMark x1="30372" y1="33668" x2="30372" y2="45272"/>
                        <a14:foregroundMark x1="17765" y1="54298" x2="28940" y2="62464"/>
                        <a14:foregroundMark x1="28940" y1="62464" x2="30229" y2="62894"/>
                      </a14:backgroundRemoval>
                    </a14:imgEffect>
                  </a14:imgLayer>
                </a14:imgProps>
              </a:ext>
              <a:ext uri="{28A0092B-C50C-407E-A947-70E740481C1C}">
                <a14:useLocalDpi xmlns:a14="http://schemas.microsoft.com/office/drawing/2010/main" val="0"/>
              </a:ext>
            </a:extLst>
          </a:blip>
          <a:srcRect/>
          <a:stretch>
            <a:fillRect/>
          </a:stretch>
        </p:blipFill>
        <p:spPr bwMode="auto">
          <a:xfrm rot="11115259">
            <a:off x="8989464" y="5762271"/>
            <a:ext cx="740933" cy="740933"/>
          </a:xfrm>
          <a:prstGeom prst="rect">
            <a:avLst/>
          </a:prstGeom>
          <a:noFill/>
          <a:effectLst>
            <a:softEdge rad="1270000"/>
          </a:effectLst>
          <a:extLst>
            <a:ext uri="{909E8E84-426E-40DD-AFC4-6F175D3DCCD1}">
              <a14:hiddenFill xmlns:a14="http://schemas.microsoft.com/office/drawing/2010/main">
                <a:solidFill>
                  <a:srgbClr val="FFFFFF"/>
                </a:solidFill>
              </a14:hiddenFill>
            </a:ext>
          </a:extLst>
        </p:spPr>
      </p:pic>
      <p:sp>
        <p:nvSpPr>
          <p:cNvPr id="44" name="矩形 43">
            <a:extLst>
              <a:ext uri="{FF2B5EF4-FFF2-40B4-BE49-F238E27FC236}">
                <a16:creationId xmlns:a16="http://schemas.microsoft.com/office/drawing/2014/main" id="{AB8FFF6E-7CF0-4865-974D-8A5F65D0B1A5}"/>
              </a:ext>
            </a:extLst>
          </p:cNvPr>
          <p:cNvSpPr/>
          <p:nvPr/>
        </p:nvSpPr>
        <p:spPr>
          <a:xfrm>
            <a:off x="8665361" y="5271035"/>
            <a:ext cx="944091" cy="22943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音频理解</a:t>
            </a:r>
          </a:p>
        </p:txBody>
      </p:sp>
      <p:sp>
        <p:nvSpPr>
          <p:cNvPr id="45" name="矩形 44">
            <a:extLst>
              <a:ext uri="{FF2B5EF4-FFF2-40B4-BE49-F238E27FC236}">
                <a16:creationId xmlns:a16="http://schemas.microsoft.com/office/drawing/2014/main" id="{F7182265-0F7A-4E43-A944-93097C6A51DD}"/>
              </a:ext>
            </a:extLst>
          </p:cNvPr>
          <p:cNvSpPr/>
          <p:nvPr/>
        </p:nvSpPr>
        <p:spPr>
          <a:xfrm>
            <a:off x="8665361" y="5615183"/>
            <a:ext cx="944091" cy="22943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视频理解</a:t>
            </a:r>
          </a:p>
        </p:txBody>
      </p:sp>
      <p:sp>
        <p:nvSpPr>
          <p:cNvPr id="46" name="矩形 45">
            <a:extLst>
              <a:ext uri="{FF2B5EF4-FFF2-40B4-BE49-F238E27FC236}">
                <a16:creationId xmlns:a16="http://schemas.microsoft.com/office/drawing/2014/main" id="{BE83CF07-584F-4414-94F2-A98816D9C294}"/>
              </a:ext>
            </a:extLst>
          </p:cNvPr>
          <p:cNvSpPr/>
          <p:nvPr/>
        </p:nvSpPr>
        <p:spPr>
          <a:xfrm>
            <a:off x="8665361" y="5959331"/>
            <a:ext cx="944091" cy="22943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图片处理</a:t>
            </a:r>
          </a:p>
        </p:txBody>
      </p:sp>
      <p:sp>
        <p:nvSpPr>
          <p:cNvPr id="47" name="矩形 46">
            <a:extLst>
              <a:ext uri="{FF2B5EF4-FFF2-40B4-BE49-F238E27FC236}">
                <a16:creationId xmlns:a16="http://schemas.microsoft.com/office/drawing/2014/main" id="{09C2A65E-609D-4D78-AC3C-F1A915EF3E7C}"/>
              </a:ext>
            </a:extLst>
          </p:cNvPr>
          <p:cNvSpPr/>
          <p:nvPr/>
        </p:nvSpPr>
        <p:spPr>
          <a:xfrm>
            <a:off x="8665361" y="6294931"/>
            <a:ext cx="944091" cy="22943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语音识别</a:t>
            </a:r>
          </a:p>
        </p:txBody>
      </p:sp>
    </p:spTree>
    <p:custDataLst>
      <p:custData r:id="rId1"/>
    </p:custDataLst>
    <p:extLst>
      <p:ext uri="{BB962C8B-B14F-4D97-AF65-F5344CB8AC3E}">
        <p14:creationId xmlns:p14="http://schemas.microsoft.com/office/powerpoint/2010/main" val="31771701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p:cTn id="11" dur="500" fill="hold"/>
                                        <p:tgtEl>
                                          <p:spTgt spid="30"/>
                                        </p:tgtEl>
                                        <p:attrNameLst>
                                          <p:attrName>ppt_w</p:attrName>
                                        </p:attrNameLst>
                                      </p:cBhvr>
                                      <p:tavLst>
                                        <p:tav tm="0">
                                          <p:val>
                                            <p:fltVal val="0"/>
                                          </p:val>
                                        </p:tav>
                                        <p:tav tm="100000">
                                          <p:val>
                                            <p:strVal val="#ppt_w"/>
                                          </p:val>
                                        </p:tav>
                                      </p:tavLst>
                                    </p:anim>
                                    <p:anim calcmode="lin" valueType="num">
                                      <p:cBhvr>
                                        <p:cTn id="12" dur="500" fill="hold"/>
                                        <p:tgtEl>
                                          <p:spTgt spid="30"/>
                                        </p:tgtEl>
                                        <p:attrNameLst>
                                          <p:attrName>ppt_h</p:attrName>
                                        </p:attrNameLst>
                                      </p:cBhvr>
                                      <p:tavLst>
                                        <p:tav tm="0">
                                          <p:val>
                                            <p:fltVal val="0"/>
                                          </p:val>
                                        </p:tav>
                                        <p:tav tm="100000">
                                          <p:val>
                                            <p:strVal val="#ppt_h"/>
                                          </p:val>
                                        </p:tav>
                                      </p:tavLst>
                                    </p:anim>
                                  </p:childTnLst>
                                </p:cTn>
                              </p:par>
                            </p:childTnLst>
                          </p:cTn>
                        </p:par>
                        <p:par>
                          <p:cTn id="13" fill="hold">
                            <p:stCondLst>
                              <p:cond delay="500"/>
                            </p:stCondLst>
                            <p:childTnLst>
                              <p:par>
                                <p:cTn id="14" presetID="23" presetClass="entr" presetSubtype="16"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childTnLst>
                                </p:cTn>
                              </p:par>
                              <p:par>
                                <p:cTn id="18" presetID="23" presetClass="entr" presetSubtype="16"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childTnLst>
                                </p:cTn>
                              </p:par>
                            </p:childTnLst>
                          </p:cTn>
                        </p:par>
                        <p:par>
                          <p:cTn id="22" fill="hold">
                            <p:stCondLst>
                              <p:cond delay="1000"/>
                            </p:stCondLst>
                            <p:childTnLst>
                              <p:par>
                                <p:cTn id="23" presetID="23" presetClass="entr" presetSubtype="16"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par>
                                <p:cTn id="27" presetID="23" presetClass="entr" presetSubtype="16"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1000"/>
                                        <p:tgtEl>
                                          <p:spTgt spid="33"/>
                                        </p:tgtEl>
                                      </p:cBhvr>
                                    </p:animEffect>
                                    <p:anim calcmode="lin" valueType="num">
                                      <p:cBhvr>
                                        <p:cTn id="36" dur="1000" fill="hold"/>
                                        <p:tgtEl>
                                          <p:spTgt spid="33"/>
                                        </p:tgtEl>
                                        <p:attrNameLst>
                                          <p:attrName>ppt_x</p:attrName>
                                        </p:attrNameLst>
                                      </p:cBhvr>
                                      <p:tavLst>
                                        <p:tav tm="0">
                                          <p:val>
                                            <p:strVal val="#ppt_x"/>
                                          </p:val>
                                        </p:tav>
                                        <p:tav tm="100000">
                                          <p:val>
                                            <p:strVal val="#ppt_x"/>
                                          </p:val>
                                        </p:tav>
                                      </p:tavLst>
                                    </p:anim>
                                    <p:anim calcmode="lin" valueType="num">
                                      <p:cBhvr>
                                        <p:cTn id="37" dur="1000" fill="hold"/>
                                        <p:tgtEl>
                                          <p:spTgt spid="3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1000"/>
                                        <p:tgtEl>
                                          <p:spTgt spid="44"/>
                                        </p:tgtEl>
                                      </p:cBhvr>
                                    </p:animEffect>
                                    <p:anim calcmode="lin" valueType="num">
                                      <p:cBhvr>
                                        <p:cTn id="41" dur="1000" fill="hold"/>
                                        <p:tgtEl>
                                          <p:spTgt spid="44"/>
                                        </p:tgtEl>
                                        <p:attrNameLst>
                                          <p:attrName>ppt_x</p:attrName>
                                        </p:attrNameLst>
                                      </p:cBhvr>
                                      <p:tavLst>
                                        <p:tav tm="0">
                                          <p:val>
                                            <p:strVal val="#ppt_x"/>
                                          </p:val>
                                        </p:tav>
                                        <p:tav tm="100000">
                                          <p:val>
                                            <p:strVal val="#ppt_x"/>
                                          </p:val>
                                        </p:tav>
                                      </p:tavLst>
                                    </p:anim>
                                    <p:anim calcmode="lin" valueType="num">
                                      <p:cBhvr>
                                        <p:cTn id="42" dur="1000" fill="hold"/>
                                        <p:tgtEl>
                                          <p:spTgt spid="44"/>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2" presetClass="entr" presetSubtype="0" fill="hold" grpId="0" nodeType="after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ppt_x</p:attrName>
                                        </p:attrNameLst>
                                      </p:cBhvr>
                                      <p:tavLst>
                                        <p:tav tm="0">
                                          <p:val>
                                            <p:strVal val="#ppt_x"/>
                                          </p:val>
                                        </p:tav>
                                        <p:tav tm="100000">
                                          <p:val>
                                            <p:strVal val="#ppt_x"/>
                                          </p:val>
                                        </p:tav>
                                      </p:tavLst>
                                    </p:anim>
                                    <p:anim calcmode="lin" valueType="num">
                                      <p:cBhvr>
                                        <p:cTn id="48" dur="1000" fill="hold"/>
                                        <p:tgtEl>
                                          <p:spTgt spid="4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fade">
                                      <p:cBhvr>
                                        <p:cTn id="51" dur="1000"/>
                                        <p:tgtEl>
                                          <p:spTgt spid="45"/>
                                        </p:tgtEl>
                                      </p:cBhvr>
                                    </p:animEffect>
                                    <p:anim calcmode="lin" valueType="num">
                                      <p:cBhvr>
                                        <p:cTn id="52" dur="1000" fill="hold"/>
                                        <p:tgtEl>
                                          <p:spTgt spid="45"/>
                                        </p:tgtEl>
                                        <p:attrNameLst>
                                          <p:attrName>ppt_x</p:attrName>
                                        </p:attrNameLst>
                                      </p:cBhvr>
                                      <p:tavLst>
                                        <p:tav tm="0">
                                          <p:val>
                                            <p:strVal val="#ppt_x"/>
                                          </p:val>
                                        </p:tav>
                                        <p:tav tm="100000">
                                          <p:val>
                                            <p:strVal val="#ppt_x"/>
                                          </p:val>
                                        </p:tav>
                                      </p:tavLst>
                                    </p:anim>
                                    <p:anim calcmode="lin" valueType="num">
                                      <p:cBhvr>
                                        <p:cTn id="53" dur="1000" fill="hold"/>
                                        <p:tgtEl>
                                          <p:spTgt spid="45"/>
                                        </p:tgtEl>
                                        <p:attrNameLst>
                                          <p:attrName>ppt_y</p:attrName>
                                        </p:attrNameLst>
                                      </p:cBhvr>
                                      <p:tavLst>
                                        <p:tav tm="0">
                                          <p:val>
                                            <p:strVal val="#ppt_y+.1"/>
                                          </p:val>
                                        </p:tav>
                                        <p:tav tm="100000">
                                          <p:val>
                                            <p:strVal val="#ppt_y"/>
                                          </p:val>
                                        </p:tav>
                                      </p:tavLst>
                                    </p:anim>
                                  </p:childTnLst>
                                </p:cTn>
                              </p:par>
                            </p:childTnLst>
                          </p:cTn>
                        </p:par>
                        <p:par>
                          <p:cTn id="54" fill="hold">
                            <p:stCondLst>
                              <p:cond delay="2000"/>
                            </p:stCondLst>
                            <p:childTnLst>
                              <p:par>
                                <p:cTn id="55" presetID="42" presetClass="entr" presetSubtype="0" fill="hold" grpId="0" nodeType="after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fade">
                                      <p:cBhvr>
                                        <p:cTn id="57" dur="1000"/>
                                        <p:tgtEl>
                                          <p:spTgt spid="41"/>
                                        </p:tgtEl>
                                      </p:cBhvr>
                                    </p:animEffect>
                                    <p:anim calcmode="lin" valueType="num">
                                      <p:cBhvr>
                                        <p:cTn id="58" dur="1000" fill="hold"/>
                                        <p:tgtEl>
                                          <p:spTgt spid="41"/>
                                        </p:tgtEl>
                                        <p:attrNameLst>
                                          <p:attrName>ppt_x</p:attrName>
                                        </p:attrNameLst>
                                      </p:cBhvr>
                                      <p:tavLst>
                                        <p:tav tm="0">
                                          <p:val>
                                            <p:strVal val="#ppt_x"/>
                                          </p:val>
                                        </p:tav>
                                        <p:tav tm="100000">
                                          <p:val>
                                            <p:strVal val="#ppt_x"/>
                                          </p:val>
                                        </p:tav>
                                      </p:tavLst>
                                    </p:anim>
                                    <p:anim calcmode="lin" valueType="num">
                                      <p:cBhvr>
                                        <p:cTn id="59" dur="1000" fill="hold"/>
                                        <p:tgtEl>
                                          <p:spTgt spid="41"/>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1000"/>
                                        <p:tgtEl>
                                          <p:spTgt spid="46"/>
                                        </p:tgtEl>
                                      </p:cBhvr>
                                    </p:animEffect>
                                    <p:anim calcmode="lin" valueType="num">
                                      <p:cBhvr>
                                        <p:cTn id="63" dur="1000" fill="hold"/>
                                        <p:tgtEl>
                                          <p:spTgt spid="46"/>
                                        </p:tgtEl>
                                        <p:attrNameLst>
                                          <p:attrName>ppt_x</p:attrName>
                                        </p:attrNameLst>
                                      </p:cBhvr>
                                      <p:tavLst>
                                        <p:tav tm="0">
                                          <p:val>
                                            <p:strVal val="#ppt_x"/>
                                          </p:val>
                                        </p:tav>
                                        <p:tav tm="100000">
                                          <p:val>
                                            <p:strVal val="#ppt_x"/>
                                          </p:val>
                                        </p:tav>
                                      </p:tavLst>
                                    </p:anim>
                                    <p:anim calcmode="lin" valueType="num">
                                      <p:cBhvr>
                                        <p:cTn id="64" dur="1000" fill="hold"/>
                                        <p:tgtEl>
                                          <p:spTgt spid="46"/>
                                        </p:tgtEl>
                                        <p:attrNameLst>
                                          <p:attrName>ppt_y</p:attrName>
                                        </p:attrNameLst>
                                      </p:cBhvr>
                                      <p:tavLst>
                                        <p:tav tm="0">
                                          <p:val>
                                            <p:strVal val="#ppt_y+.1"/>
                                          </p:val>
                                        </p:tav>
                                        <p:tav tm="100000">
                                          <p:val>
                                            <p:strVal val="#ppt_y"/>
                                          </p:val>
                                        </p:tav>
                                      </p:tavLst>
                                    </p:anim>
                                  </p:childTnLst>
                                </p:cTn>
                              </p:par>
                            </p:childTnLst>
                          </p:cTn>
                        </p:par>
                        <p:par>
                          <p:cTn id="65" fill="hold">
                            <p:stCondLst>
                              <p:cond delay="3000"/>
                            </p:stCondLst>
                            <p:childTnLst>
                              <p:par>
                                <p:cTn id="66" presetID="42" presetClass="entr" presetSubtype="0" fill="hold" grpId="0" nodeType="after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1000"/>
                                        <p:tgtEl>
                                          <p:spTgt spid="42"/>
                                        </p:tgtEl>
                                      </p:cBhvr>
                                    </p:animEffect>
                                    <p:anim calcmode="lin" valueType="num">
                                      <p:cBhvr>
                                        <p:cTn id="69" dur="1000" fill="hold"/>
                                        <p:tgtEl>
                                          <p:spTgt spid="42"/>
                                        </p:tgtEl>
                                        <p:attrNameLst>
                                          <p:attrName>ppt_x</p:attrName>
                                        </p:attrNameLst>
                                      </p:cBhvr>
                                      <p:tavLst>
                                        <p:tav tm="0">
                                          <p:val>
                                            <p:strVal val="#ppt_x"/>
                                          </p:val>
                                        </p:tav>
                                        <p:tav tm="100000">
                                          <p:val>
                                            <p:strVal val="#ppt_x"/>
                                          </p:val>
                                        </p:tav>
                                      </p:tavLst>
                                    </p:anim>
                                    <p:anim calcmode="lin" valueType="num">
                                      <p:cBhvr>
                                        <p:cTn id="70" dur="1000" fill="hold"/>
                                        <p:tgtEl>
                                          <p:spTgt spid="42"/>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1000"/>
                                        <p:tgtEl>
                                          <p:spTgt spid="47"/>
                                        </p:tgtEl>
                                      </p:cBhvr>
                                    </p:animEffect>
                                    <p:anim calcmode="lin" valueType="num">
                                      <p:cBhvr>
                                        <p:cTn id="74" dur="1000" fill="hold"/>
                                        <p:tgtEl>
                                          <p:spTgt spid="47"/>
                                        </p:tgtEl>
                                        <p:attrNameLst>
                                          <p:attrName>ppt_x</p:attrName>
                                        </p:attrNameLst>
                                      </p:cBhvr>
                                      <p:tavLst>
                                        <p:tav tm="0">
                                          <p:val>
                                            <p:strVal val="#ppt_x"/>
                                          </p:val>
                                        </p:tav>
                                        <p:tav tm="100000">
                                          <p:val>
                                            <p:strVal val="#ppt_x"/>
                                          </p:val>
                                        </p:tav>
                                      </p:tavLst>
                                    </p:anim>
                                    <p:anim calcmode="lin" valueType="num">
                                      <p:cBhvr>
                                        <p:cTn id="75"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0" grpId="0" animBg="1"/>
      <p:bldP spid="41" grpId="0" animBg="1"/>
      <p:bldP spid="42" grpId="0" animBg="1"/>
      <p:bldP spid="44" grpId="0" animBg="1"/>
      <p:bldP spid="45" grpId="0" animBg="1"/>
      <p:bldP spid="46" grpId="0" animBg="1"/>
      <p:bldP spid="4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zh-CN" altLang="en-US" dirty="0"/>
              <a:t>认识</a:t>
            </a:r>
            <a:r>
              <a:rPr lang="en-US" altLang="zh-CN" dirty="0"/>
              <a:t>AI</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a:solidFill>
                  <a:schemeClr val="bg1"/>
                </a:solidFill>
                <a:latin typeface="+mj-ea"/>
                <a:ea typeface="+mj-ea"/>
              </a:rPr>
              <a:t>01</a:t>
            </a:r>
            <a:endParaRPr lang="zh-CN" altLang="en-US" sz="360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p:txBody>
          <a:bodyPr/>
          <a:lstStyle/>
          <a:p>
            <a:r>
              <a:rPr lang="en-US" altLang="zh-CN" dirty="0"/>
              <a:t>AI</a:t>
            </a:r>
            <a:r>
              <a:rPr lang="zh-CN" altLang="en-US" dirty="0"/>
              <a:t>发展史</a:t>
            </a:r>
            <a:endParaRPr lang="en-US" altLang="zh-CN" dirty="0"/>
          </a:p>
          <a:p>
            <a:r>
              <a:rPr lang="en-US" altLang="zh-CN" dirty="0"/>
              <a:t>AI</a:t>
            </a:r>
            <a:r>
              <a:rPr lang="zh-CN" altLang="en-US" dirty="0"/>
              <a:t>市场分布</a:t>
            </a:r>
            <a:endParaRPr lang="en-US" altLang="zh-CN" dirty="0"/>
          </a:p>
        </p:txBody>
      </p:sp>
    </p:spTree>
    <p:custDataLst>
      <p:custData r:id="rId1"/>
    </p:custDataLst>
    <p:extLst>
      <p:ext uri="{BB962C8B-B14F-4D97-AF65-F5344CB8AC3E}">
        <p14:creationId xmlns:p14="http://schemas.microsoft.com/office/powerpoint/2010/main" val="262161453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0" fill="hold"/>
                                        <p:tgtEl>
                                          <p:spTgt spid="4">
                                            <p:txEl>
                                              <p:pRg st="1" end="1"/>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4D6368DF-2BC0-4AB0-B708-5E53A3A2C97F}"/>
              </a:ext>
            </a:extLst>
          </p:cNvPr>
          <p:cNvGrpSpPr/>
          <p:nvPr/>
        </p:nvGrpSpPr>
        <p:grpSpPr>
          <a:xfrm>
            <a:off x="697586" y="1065230"/>
            <a:ext cx="10737020" cy="5353873"/>
            <a:chOff x="697584" y="1168924"/>
            <a:chExt cx="10737020" cy="5353873"/>
          </a:xfrm>
        </p:grpSpPr>
        <p:sp>
          <p:nvSpPr>
            <p:cNvPr id="12" name="矩形 11">
              <a:extLst>
                <a:ext uri="{FF2B5EF4-FFF2-40B4-BE49-F238E27FC236}">
                  <a16:creationId xmlns:a16="http://schemas.microsoft.com/office/drawing/2014/main" id="{52C8252C-740D-49AA-B242-DEE1801BB800}"/>
                </a:ext>
              </a:extLst>
            </p:cNvPr>
            <p:cNvSpPr/>
            <p:nvPr/>
          </p:nvSpPr>
          <p:spPr>
            <a:xfrm>
              <a:off x="697584" y="1168924"/>
              <a:ext cx="10737020" cy="5353873"/>
            </a:xfrm>
            <a:prstGeom prst="rect">
              <a:avLst/>
            </a:prstGeom>
            <a:solidFill>
              <a:schemeClr val="accent3">
                <a:lumMod val="40000"/>
                <a:lumOff val="60000"/>
              </a:schemeClr>
            </a:solidFill>
            <a:ln>
              <a:solidFill>
                <a:srgbClr val="ACE9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dirty="0"/>
            </a:p>
          </p:txBody>
        </p:sp>
        <p:sp>
          <p:nvSpPr>
            <p:cNvPr id="40" name="矩形 39">
              <a:extLst>
                <a:ext uri="{FF2B5EF4-FFF2-40B4-BE49-F238E27FC236}">
                  <a16:creationId xmlns:a16="http://schemas.microsoft.com/office/drawing/2014/main" id="{DBAFBB1C-A010-4634-962D-08DEC3A5F3DD}"/>
                </a:ext>
              </a:extLst>
            </p:cNvPr>
            <p:cNvSpPr/>
            <p:nvPr/>
          </p:nvSpPr>
          <p:spPr>
            <a:xfrm>
              <a:off x="697584" y="1168924"/>
              <a:ext cx="1225484" cy="268664"/>
            </a:xfrm>
            <a:prstGeom prst="rect">
              <a:avLst/>
            </a:prstGeom>
            <a:solidFill>
              <a:srgbClr val="F38D1D"/>
            </a:solidFill>
            <a:ln>
              <a:solidFill>
                <a:srgbClr val="F38D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智能应用</a:t>
              </a:r>
            </a:p>
          </p:txBody>
        </p:sp>
      </p:grpSp>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市场分布</a:t>
            </a:r>
            <a:endParaRPr lang="en-US" altLang="zh-CN" dirty="0"/>
          </a:p>
        </p:txBody>
      </p:sp>
      <p:grpSp>
        <p:nvGrpSpPr>
          <p:cNvPr id="31" name="组合 30">
            <a:extLst>
              <a:ext uri="{FF2B5EF4-FFF2-40B4-BE49-F238E27FC236}">
                <a16:creationId xmlns:a16="http://schemas.microsoft.com/office/drawing/2014/main" id="{BDEFB677-2D06-4002-989D-CC21F74008E0}"/>
              </a:ext>
            </a:extLst>
          </p:cNvPr>
          <p:cNvGrpSpPr/>
          <p:nvPr/>
        </p:nvGrpSpPr>
        <p:grpSpPr>
          <a:xfrm>
            <a:off x="697586" y="5316718"/>
            <a:ext cx="10737020" cy="1102385"/>
            <a:chOff x="697584" y="5420412"/>
            <a:chExt cx="10737020" cy="1102385"/>
          </a:xfrm>
        </p:grpSpPr>
        <p:sp>
          <p:nvSpPr>
            <p:cNvPr id="16" name="矩形 15">
              <a:extLst>
                <a:ext uri="{FF2B5EF4-FFF2-40B4-BE49-F238E27FC236}">
                  <a16:creationId xmlns:a16="http://schemas.microsoft.com/office/drawing/2014/main" id="{D4950F12-F0C5-4895-8904-1A300A33635E}"/>
                </a:ext>
              </a:extLst>
            </p:cNvPr>
            <p:cNvSpPr/>
            <p:nvPr/>
          </p:nvSpPr>
          <p:spPr>
            <a:xfrm>
              <a:off x="697584" y="5420412"/>
              <a:ext cx="10737020" cy="1102385"/>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1" dirty="0"/>
            </a:p>
          </p:txBody>
        </p:sp>
        <p:sp>
          <p:nvSpPr>
            <p:cNvPr id="24" name="矩形 23">
              <a:extLst>
                <a:ext uri="{FF2B5EF4-FFF2-40B4-BE49-F238E27FC236}">
                  <a16:creationId xmlns:a16="http://schemas.microsoft.com/office/drawing/2014/main" id="{A50B4399-F2AA-4E09-B747-F20EEED2CEE7}"/>
                </a:ext>
              </a:extLst>
            </p:cNvPr>
            <p:cNvSpPr/>
            <p:nvPr/>
          </p:nvSpPr>
          <p:spPr>
            <a:xfrm>
              <a:off x="697584" y="5420412"/>
              <a:ext cx="1225484" cy="268664"/>
            </a:xfrm>
            <a:prstGeom prst="rect">
              <a:avLst/>
            </a:prstGeom>
            <a:solidFill>
              <a:srgbClr val="F38D1D"/>
            </a:solidFill>
            <a:ln>
              <a:solidFill>
                <a:srgbClr val="F38D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基础算力</a:t>
              </a:r>
            </a:p>
          </p:txBody>
        </p:sp>
      </p:grpSp>
      <p:grpSp>
        <p:nvGrpSpPr>
          <p:cNvPr id="33" name="组合 32">
            <a:extLst>
              <a:ext uri="{FF2B5EF4-FFF2-40B4-BE49-F238E27FC236}">
                <a16:creationId xmlns:a16="http://schemas.microsoft.com/office/drawing/2014/main" id="{F9E204B1-AF1D-4187-A58B-B8C596848136}"/>
              </a:ext>
            </a:extLst>
          </p:cNvPr>
          <p:cNvGrpSpPr/>
          <p:nvPr/>
        </p:nvGrpSpPr>
        <p:grpSpPr>
          <a:xfrm>
            <a:off x="697586" y="3687452"/>
            <a:ext cx="10737020" cy="1630837"/>
            <a:chOff x="697584" y="3791147"/>
            <a:chExt cx="10737020" cy="1630837"/>
          </a:xfrm>
        </p:grpSpPr>
        <p:sp>
          <p:nvSpPr>
            <p:cNvPr id="37" name="矩形 36">
              <a:extLst>
                <a:ext uri="{FF2B5EF4-FFF2-40B4-BE49-F238E27FC236}">
                  <a16:creationId xmlns:a16="http://schemas.microsoft.com/office/drawing/2014/main" id="{11D6967F-264D-4E86-8FD8-53A2F1D96AC5}"/>
                </a:ext>
              </a:extLst>
            </p:cNvPr>
            <p:cNvSpPr/>
            <p:nvPr/>
          </p:nvSpPr>
          <p:spPr>
            <a:xfrm>
              <a:off x="697584" y="3791147"/>
              <a:ext cx="10737020" cy="1630837"/>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dirty="0"/>
            </a:p>
          </p:txBody>
        </p:sp>
        <p:sp>
          <p:nvSpPr>
            <p:cNvPr id="39" name="矩形 38">
              <a:extLst>
                <a:ext uri="{FF2B5EF4-FFF2-40B4-BE49-F238E27FC236}">
                  <a16:creationId xmlns:a16="http://schemas.microsoft.com/office/drawing/2014/main" id="{ACC3E942-C1CA-4F75-ABF5-1C46DAE9660A}"/>
                </a:ext>
              </a:extLst>
            </p:cNvPr>
            <p:cNvSpPr/>
            <p:nvPr/>
          </p:nvSpPr>
          <p:spPr>
            <a:xfrm>
              <a:off x="697584" y="3791147"/>
              <a:ext cx="1225484" cy="268664"/>
            </a:xfrm>
            <a:prstGeom prst="rect">
              <a:avLst/>
            </a:prstGeom>
            <a:solidFill>
              <a:srgbClr val="F38D1D"/>
            </a:solidFill>
            <a:ln>
              <a:solidFill>
                <a:srgbClr val="F38D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核心算法</a:t>
              </a:r>
            </a:p>
          </p:txBody>
        </p:sp>
      </p:grpSp>
      <p:sp>
        <p:nvSpPr>
          <p:cNvPr id="42" name="椭圆 41">
            <a:extLst>
              <a:ext uri="{FF2B5EF4-FFF2-40B4-BE49-F238E27FC236}">
                <a16:creationId xmlns:a16="http://schemas.microsoft.com/office/drawing/2014/main" id="{D3090BA9-748B-4DF8-95CA-93EC98379D54}"/>
              </a:ext>
            </a:extLst>
          </p:cNvPr>
          <p:cNvSpPr/>
          <p:nvPr/>
        </p:nvSpPr>
        <p:spPr>
          <a:xfrm>
            <a:off x="2114919" y="1657001"/>
            <a:ext cx="588936" cy="588936"/>
          </a:xfrm>
          <a:prstGeom prst="ellipse">
            <a:avLst/>
          </a:prstGeom>
          <a:solidFill>
            <a:srgbClr val="25BFB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新零售</a:t>
            </a:r>
          </a:p>
        </p:txBody>
      </p:sp>
      <p:sp>
        <p:nvSpPr>
          <p:cNvPr id="43" name="椭圆 42">
            <a:extLst>
              <a:ext uri="{FF2B5EF4-FFF2-40B4-BE49-F238E27FC236}">
                <a16:creationId xmlns:a16="http://schemas.microsoft.com/office/drawing/2014/main" id="{D9E16FCF-F709-4EA4-94BC-1AC8BCFD2DB1}"/>
              </a:ext>
            </a:extLst>
          </p:cNvPr>
          <p:cNvSpPr/>
          <p:nvPr/>
        </p:nvSpPr>
        <p:spPr>
          <a:xfrm>
            <a:off x="8221429" y="2678139"/>
            <a:ext cx="588936" cy="588936"/>
          </a:xfrm>
          <a:prstGeom prst="ellipse">
            <a:avLst/>
          </a:prstGeom>
          <a:solidFill>
            <a:schemeClr val="accent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dirty="0"/>
              <a:t>物流</a:t>
            </a:r>
            <a:endParaRPr lang="en-US" altLang="zh-CN" sz="1051" dirty="0"/>
          </a:p>
          <a:p>
            <a:pPr algn="ctr"/>
            <a:r>
              <a:rPr lang="zh-CN" altLang="en-US" sz="1051" dirty="0"/>
              <a:t>运输</a:t>
            </a:r>
          </a:p>
        </p:txBody>
      </p:sp>
      <p:sp>
        <p:nvSpPr>
          <p:cNvPr id="44" name="椭圆 43">
            <a:extLst>
              <a:ext uri="{FF2B5EF4-FFF2-40B4-BE49-F238E27FC236}">
                <a16:creationId xmlns:a16="http://schemas.microsoft.com/office/drawing/2014/main" id="{FF7FFA9B-D943-4CC2-8F79-BE0079137574}"/>
              </a:ext>
            </a:extLst>
          </p:cNvPr>
          <p:cNvSpPr/>
          <p:nvPr/>
        </p:nvSpPr>
        <p:spPr>
          <a:xfrm>
            <a:off x="2607129" y="2730768"/>
            <a:ext cx="588936" cy="588936"/>
          </a:xfrm>
          <a:prstGeom prst="ellipse">
            <a:avLst/>
          </a:prstGeom>
          <a:solidFill>
            <a:srgbClr val="5E98F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企业</a:t>
            </a:r>
            <a:endParaRPr lang="en-US" altLang="zh-CN" sz="1051"/>
          </a:p>
          <a:p>
            <a:pPr algn="ctr"/>
            <a:r>
              <a:rPr lang="zh-CN" altLang="en-US" sz="1051"/>
              <a:t>服务</a:t>
            </a:r>
          </a:p>
        </p:txBody>
      </p:sp>
      <p:sp>
        <p:nvSpPr>
          <p:cNvPr id="45" name="椭圆 44">
            <a:extLst>
              <a:ext uri="{FF2B5EF4-FFF2-40B4-BE49-F238E27FC236}">
                <a16:creationId xmlns:a16="http://schemas.microsoft.com/office/drawing/2014/main" id="{D61AD557-E0C3-4932-818F-B4D32C8DCD53}"/>
              </a:ext>
            </a:extLst>
          </p:cNvPr>
          <p:cNvSpPr/>
          <p:nvPr/>
        </p:nvSpPr>
        <p:spPr>
          <a:xfrm>
            <a:off x="10085487" y="1690904"/>
            <a:ext cx="588936" cy="588936"/>
          </a:xfrm>
          <a:prstGeom prst="ellipse">
            <a:avLst/>
          </a:prstGeom>
          <a:solidFill>
            <a:srgbClr val="5E98F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教育</a:t>
            </a:r>
          </a:p>
        </p:txBody>
      </p:sp>
      <p:sp>
        <p:nvSpPr>
          <p:cNvPr id="46" name="椭圆 45">
            <a:extLst>
              <a:ext uri="{FF2B5EF4-FFF2-40B4-BE49-F238E27FC236}">
                <a16:creationId xmlns:a16="http://schemas.microsoft.com/office/drawing/2014/main" id="{50162C66-EE04-4E04-B0A2-8288C71FB3C0}"/>
              </a:ext>
            </a:extLst>
          </p:cNvPr>
          <p:cNvSpPr/>
          <p:nvPr/>
        </p:nvSpPr>
        <p:spPr>
          <a:xfrm>
            <a:off x="3246152" y="1703233"/>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游戏</a:t>
            </a:r>
          </a:p>
        </p:txBody>
      </p:sp>
      <p:sp>
        <p:nvSpPr>
          <p:cNvPr id="47" name="椭圆 46">
            <a:extLst>
              <a:ext uri="{FF2B5EF4-FFF2-40B4-BE49-F238E27FC236}">
                <a16:creationId xmlns:a16="http://schemas.microsoft.com/office/drawing/2014/main" id="{D1F8F6E5-07E1-421C-A499-F352A07BF2FA}"/>
              </a:ext>
            </a:extLst>
          </p:cNvPr>
          <p:cNvSpPr/>
          <p:nvPr/>
        </p:nvSpPr>
        <p:spPr>
          <a:xfrm>
            <a:off x="5514159" y="2436300"/>
            <a:ext cx="588936" cy="588936"/>
          </a:xfrm>
          <a:prstGeom prst="ellipse">
            <a:avLst/>
          </a:prstGeom>
          <a:solidFill>
            <a:srgbClr val="FF731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电信</a:t>
            </a:r>
          </a:p>
        </p:txBody>
      </p:sp>
      <p:sp>
        <p:nvSpPr>
          <p:cNvPr id="48" name="椭圆 47">
            <a:extLst>
              <a:ext uri="{FF2B5EF4-FFF2-40B4-BE49-F238E27FC236}">
                <a16:creationId xmlns:a16="http://schemas.microsoft.com/office/drawing/2014/main" id="{C5C0A34A-0368-440E-80D2-EEA6B4FCF42F}"/>
              </a:ext>
            </a:extLst>
          </p:cNvPr>
          <p:cNvSpPr/>
          <p:nvPr/>
        </p:nvSpPr>
        <p:spPr>
          <a:xfrm>
            <a:off x="7313663" y="1716376"/>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出行</a:t>
            </a:r>
          </a:p>
        </p:txBody>
      </p:sp>
      <p:sp>
        <p:nvSpPr>
          <p:cNvPr id="49" name="椭圆 48">
            <a:extLst>
              <a:ext uri="{FF2B5EF4-FFF2-40B4-BE49-F238E27FC236}">
                <a16:creationId xmlns:a16="http://schemas.microsoft.com/office/drawing/2014/main" id="{8377A579-D936-4188-B33B-83B4DB30C621}"/>
              </a:ext>
            </a:extLst>
          </p:cNvPr>
          <p:cNvSpPr/>
          <p:nvPr/>
        </p:nvSpPr>
        <p:spPr>
          <a:xfrm>
            <a:off x="8621312" y="1703933"/>
            <a:ext cx="588936" cy="588936"/>
          </a:xfrm>
          <a:prstGeom prst="ellipse">
            <a:avLst/>
          </a:prstGeom>
          <a:solidFill>
            <a:srgbClr val="FF731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社交</a:t>
            </a:r>
          </a:p>
        </p:txBody>
      </p:sp>
      <p:sp>
        <p:nvSpPr>
          <p:cNvPr id="50" name="椭圆 49">
            <a:extLst>
              <a:ext uri="{FF2B5EF4-FFF2-40B4-BE49-F238E27FC236}">
                <a16:creationId xmlns:a16="http://schemas.microsoft.com/office/drawing/2014/main" id="{FFAE688F-BA15-40B5-B796-74A5F9CE06A8}"/>
              </a:ext>
            </a:extLst>
          </p:cNvPr>
          <p:cNvSpPr/>
          <p:nvPr/>
        </p:nvSpPr>
        <p:spPr>
          <a:xfrm>
            <a:off x="1205515" y="2310503"/>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旅游</a:t>
            </a:r>
          </a:p>
        </p:txBody>
      </p:sp>
      <p:sp>
        <p:nvSpPr>
          <p:cNvPr id="51" name="椭圆 50">
            <a:extLst>
              <a:ext uri="{FF2B5EF4-FFF2-40B4-BE49-F238E27FC236}">
                <a16:creationId xmlns:a16="http://schemas.microsoft.com/office/drawing/2014/main" id="{29596FAC-322D-432E-9C10-9D9ED68D7927}"/>
              </a:ext>
            </a:extLst>
          </p:cNvPr>
          <p:cNvSpPr/>
          <p:nvPr/>
        </p:nvSpPr>
        <p:spPr>
          <a:xfrm>
            <a:off x="5892359" y="1472421"/>
            <a:ext cx="588936" cy="588936"/>
          </a:xfrm>
          <a:prstGeom prst="ellipse">
            <a:avLst/>
          </a:prstGeom>
          <a:solidFill>
            <a:srgbClr val="548EF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工具</a:t>
            </a:r>
          </a:p>
        </p:txBody>
      </p:sp>
      <p:sp>
        <p:nvSpPr>
          <p:cNvPr id="52" name="椭圆 51">
            <a:extLst>
              <a:ext uri="{FF2B5EF4-FFF2-40B4-BE49-F238E27FC236}">
                <a16:creationId xmlns:a16="http://schemas.microsoft.com/office/drawing/2014/main" id="{C040134E-F603-4ADC-BC00-8EA9E7BDB5C6}"/>
              </a:ext>
            </a:extLst>
          </p:cNvPr>
          <p:cNvSpPr/>
          <p:nvPr/>
        </p:nvSpPr>
        <p:spPr>
          <a:xfrm>
            <a:off x="4112544" y="2560523"/>
            <a:ext cx="588936" cy="588936"/>
          </a:xfrm>
          <a:prstGeom prst="ellipse">
            <a:avLst/>
          </a:prstGeom>
          <a:solidFill>
            <a:srgbClr val="20C0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物联网</a:t>
            </a:r>
          </a:p>
        </p:txBody>
      </p:sp>
      <p:sp>
        <p:nvSpPr>
          <p:cNvPr id="53" name="椭圆 52">
            <a:extLst>
              <a:ext uri="{FF2B5EF4-FFF2-40B4-BE49-F238E27FC236}">
                <a16:creationId xmlns:a16="http://schemas.microsoft.com/office/drawing/2014/main" id="{A5DBDA74-77E5-4D2B-A0AC-575C72F8C342}"/>
              </a:ext>
            </a:extLst>
          </p:cNvPr>
          <p:cNvSpPr/>
          <p:nvPr/>
        </p:nvSpPr>
        <p:spPr>
          <a:xfrm>
            <a:off x="9584871" y="2668688"/>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dirty="0"/>
              <a:t>广告</a:t>
            </a:r>
            <a:endParaRPr lang="en-US" altLang="zh-CN" sz="1051" dirty="0"/>
          </a:p>
          <a:p>
            <a:pPr algn="ctr"/>
            <a:r>
              <a:rPr lang="zh-CN" altLang="en-US" sz="1051" dirty="0"/>
              <a:t>营销</a:t>
            </a:r>
          </a:p>
        </p:txBody>
      </p:sp>
      <p:sp>
        <p:nvSpPr>
          <p:cNvPr id="55" name="椭圆 54">
            <a:extLst>
              <a:ext uri="{FF2B5EF4-FFF2-40B4-BE49-F238E27FC236}">
                <a16:creationId xmlns:a16="http://schemas.microsoft.com/office/drawing/2014/main" id="{3FFC6E88-E0FD-4768-A62B-2519882B6C9E}"/>
              </a:ext>
            </a:extLst>
          </p:cNvPr>
          <p:cNvSpPr/>
          <p:nvPr/>
        </p:nvSpPr>
        <p:spPr>
          <a:xfrm>
            <a:off x="6860544" y="2607743"/>
            <a:ext cx="588936" cy="588936"/>
          </a:xfrm>
          <a:prstGeom prst="ellipse">
            <a:avLst/>
          </a:prstGeom>
          <a:solidFill>
            <a:srgbClr val="04A8E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房地产</a:t>
            </a:r>
          </a:p>
        </p:txBody>
      </p:sp>
      <p:sp>
        <p:nvSpPr>
          <p:cNvPr id="56" name="椭圆 55">
            <a:extLst>
              <a:ext uri="{FF2B5EF4-FFF2-40B4-BE49-F238E27FC236}">
                <a16:creationId xmlns:a16="http://schemas.microsoft.com/office/drawing/2014/main" id="{2F0F3C39-F3F7-479C-AEA0-9EE26F607160}"/>
              </a:ext>
            </a:extLst>
          </p:cNvPr>
          <p:cNvSpPr/>
          <p:nvPr/>
        </p:nvSpPr>
        <p:spPr>
          <a:xfrm>
            <a:off x="4397311" y="1590399"/>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金融</a:t>
            </a:r>
          </a:p>
        </p:txBody>
      </p:sp>
      <p:sp>
        <p:nvSpPr>
          <p:cNvPr id="3" name="文本框 2">
            <a:extLst>
              <a:ext uri="{FF2B5EF4-FFF2-40B4-BE49-F238E27FC236}">
                <a16:creationId xmlns:a16="http://schemas.microsoft.com/office/drawing/2014/main" id="{AC751DB8-CA7E-4066-A88C-9AC4489DF862}"/>
              </a:ext>
            </a:extLst>
          </p:cNvPr>
          <p:cNvSpPr txBox="1"/>
          <p:nvPr/>
        </p:nvSpPr>
        <p:spPr>
          <a:xfrm>
            <a:off x="4177410" y="5489738"/>
            <a:ext cx="3262432" cy="766941"/>
          </a:xfrm>
          <a:prstGeom prst="rect">
            <a:avLst/>
          </a:prstGeom>
          <a:noFill/>
        </p:spPr>
        <p:txBody>
          <a:bodyPr wrap="none" rtlCol="0">
            <a:spAutoFit/>
          </a:bodyPr>
          <a:lstStyle/>
          <a:p>
            <a:pPr algn="ctr">
              <a:lnSpc>
                <a:spcPct val="120000"/>
              </a:lnSpc>
            </a:pPr>
            <a:r>
              <a:rPr lang="zh-CN" altLang="en-US" sz="2400" dirty="0">
                <a:solidFill>
                  <a:schemeClr val="bg1"/>
                </a:solidFill>
              </a:rPr>
              <a:t>英伟达、超威、寒武纪</a:t>
            </a:r>
            <a:endParaRPr lang="en-US" altLang="zh-CN" sz="2400" dirty="0">
              <a:solidFill>
                <a:schemeClr val="bg1"/>
              </a:solidFill>
            </a:endParaRPr>
          </a:p>
          <a:p>
            <a:pPr algn="ctr">
              <a:lnSpc>
                <a:spcPct val="120000"/>
              </a:lnSpc>
            </a:pPr>
            <a:r>
              <a:rPr lang="zh-CN" altLang="en-US" sz="1351" dirty="0">
                <a:solidFill>
                  <a:schemeClr val="bg1"/>
                </a:solidFill>
              </a:rPr>
              <a:t>亚马逊、阿里云、微软</a:t>
            </a:r>
          </a:p>
        </p:txBody>
      </p:sp>
      <p:sp>
        <p:nvSpPr>
          <p:cNvPr id="4" name="文本框 3">
            <a:extLst>
              <a:ext uri="{FF2B5EF4-FFF2-40B4-BE49-F238E27FC236}">
                <a16:creationId xmlns:a16="http://schemas.microsoft.com/office/drawing/2014/main" id="{88D12A27-9FC0-459A-A720-325E0784D7FD}"/>
              </a:ext>
            </a:extLst>
          </p:cNvPr>
          <p:cNvSpPr txBox="1"/>
          <p:nvPr/>
        </p:nvSpPr>
        <p:spPr>
          <a:xfrm>
            <a:off x="3805517" y="4368712"/>
            <a:ext cx="3063659" cy="300210"/>
          </a:xfrm>
          <a:prstGeom prst="rect">
            <a:avLst/>
          </a:prstGeom>
          <a:noFill/>
        </p:spPr>
        <p:txBody>
          <a:bodyPr wrap="none" rtlCol="0">
            <a:spAutoFit/>
          </a:bodyPr>
          <a:lstStyle/>
          <a:p>
            <a:r>
              <a:rPr lang="en-US" altLang="zh-CN" sz="1351" dirty="0" err="1">
                <a:solidFill>
                  <a:schemeClr val="bg1"/>
                </a:solidFill>
              </a:rPr>
              <a:t>OpenAI</a:t>
            </a:r>
            <a:r>
              <a:rPr lang="zh-CN" altLang="en-US" sz="1351" dirty="0">
                <a:solidFill>
                  <a:schemeClr val="bg1"/>
                </a:solidFill>
              </a:rPr>
              <a:t>、深度求索、</a:t>
            </a:r>
            <a:r>
              <a:rPr lang="en-US" altLang="zh-CN" sz="1351" dirty="0">
                <a:solidFill>
                  <a:schemeClr val="bg1"/>
                </a:solidFill>
              </a:rPr>
              <a:t>Meta</a:t>
            </a:r>
            <a:r>
              <a:rPr lang="zh-CN" altLang="en-US" sz="1351" dirty="0">
                <a:solidFill>
                  <a:schemeClr val="bg1"/>
                </a:solidFill>
              </a:rPr>
              <a:t>、</a:t>
            </a:r>
            <a:r>
              <a:rPr lang="en-US" altLang="zh-CN" sz="1351" dirty="0">
                <a:solidFill>
                  <a:schemeClr val="bg1"/>
                </a:solidFill>
              </a:rPr>
              <a:t>Google</a:t>
            </a:r>
            <a:endParaRPr lang="zh-CN" altLang="en-US" sz="1351" dirty="0">
              <a:solidFill>
                <a:schemeClr val="bg1"/>
              </a:solidFill>
            </a:endParaRPr>
          </a:p>
        </p:txBody>
      </p:sp>
    </p:spTree>
    <p:custDataLst>
      <p:custData r:id="rId1"/>
    </p:custDataLst>
    <p:extLst>
      <p:ext uri="{BB962C8B-B14F-4D97-AF65-F5344CB8AC3E}">
        <p14:creationId xmlns:p14="http://schemas.microsoft.com/office/powerpoint/2010/main" val="1624327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5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1000"/>
                                        <p:tgtEl>
                                          <p:spTgt spid="41"/>
                                        </p:tgtEl>
                                      </p:cBhvr>
                                    </p:animEffect>
                                    <p:anim calcmode="lin" valueType="num">
                                      <p:cBhvr>
                                        <p:cTn id="18" dur="1000" fill="hold"/>
                                        <p:tgtEl>
                                          <p:spTgt spid="41"/>
                                        </p:tgtEl>
                                        <p:attrNameLst>
                                          <p:attrName>ppt_x</p:attrName>
                                        </p:attrNameLst>
                                      </p:cBhvr>
                                      <p:tavLst>
                                        <p:tav tm="0">
                                          <p:val>
                                            <p:strVal val="#ppt_x"/>
                                          </p:val>
                                        </p:tav>
                                        <p:tav tm="100000">
                                          <p:val>
                                            <p:strVal val="#ppt_x"/>
                                          </p:val>
                                        </p:tav>
                                      </p:tavLst>
                                    </p:anim>
                                    <p:anim calcmode="lin" valueType="num">
                                      <p:cBhvr>
                                        <p:cTn id="1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decel="100000" fill="hold" grpId="0" nodeType="clickEffect">
                                  <p:stCondLst>
                                    <p:cond delay="0"/>
                                  </p:stCondLst>
                                  <p:childTnLst>
                                    <p:set>
                                      <p:cBhvr>
                                        <p:cTn id="37" dur="1" fill="hold">
                                          <p:stCondLst>
                                            <p:cond delay="0"/>
                                          </p:stCondLst>
                                        </p:cTn>
                                        <p:tgtEl>
                                          <p:spTgt spid="42"/>
                                        </p:tgtEl>
                                        <p:attrNameLst>
                                          <p:attrName>style.visibility</p:attrName>
                                        </p:attrNameLst>
                                      </p:cBhvr>
                                      <p:to>
                                        <p:strVal val="visible"/>
                                      </p:to>
                                    </p:set>
                                    <p:animScale>
                                      <p:cBhvr>
                                        <p:cTn id="38" dur="250" fill="hold">
                                          <p:stCondLst>
                                            <p:cond delay="0"/>
                                          </p:stCondLst>
                                        </p:cTn>
                                        <p:tgtEl>
                                          <p:spTgt spid="42"/>
                                        </p:tgtEl>
                                      </p:cBhvr>
                                      <p:from x="0" y="0"/>
                                      <p:to x="120000" y="105000"/>
                                    </p:animScale>
                                    <p:animScale>
                                      <p:cBhvr>
                                        <p:cTn id="39" dur="187" fill="hold">
                                          <p:stCondLst>
                                            <p:cond delay="250"/>
                                          </p:stCondLst>
                                        </p:cTn>
                                        <p:tgtEl>
                                          <p:spTgt spid="42"/>
                                        </p:tgtEl>
                                      </p:cBhvr>
                                      <p:from x="120000" y="105000"/>
                                      <p:to x="100000" y="115000"/>
                                    </p:animScale>
                                    <p:animScale>
                                      <p:cBhvr>
                                        <p:cTn id="40" dur="313" fill="hold">
                                          <p:stCondLst>
                                            <p:cond delay="437"/>
                                          </p:stCondLst>
                                        </p:cTn>
                                        <p:tgtEl>
                                          <p:spTgt spid="42"/>
                                        </p:tgtEl>
                                      </p:cBhvr>
                                      <p:from x="100000" y="115000"/>
                                      <p:to x="110000" y="100000"/>
                                    </p:animScale>
                                    <p:animScale>
                                      <p:cBhvr>
                                        <p:cTn id="41" dur="250" fill="hold">
                                          <p:stCondLst>
                                            <p:cond delay="750"/>
                                          </p:stCondLst>
                                        </p:cTn>
                                        <p:tgtEl>
                                          <p:spTgt spid="42"/>
                                        </p:tgtEl>
                                      </p:cBhvr>
                                      <p:from x="110000" y="100000"/>
                                      <p:to x="100000" y="110000"/>
                                    </p:animScale>
                                    <p:animScale>
                                      <p:cBhvr>
                                        <p:cTn id="42" dur="250" fill="hold">
                                          <p:stCondLst>
                                            <p:cond delay="1000"/>
                                          </p:stCondLst>
                                        </p:cTn>
                                        <p:tgtEl>
                                          <p:spTgt spid="42"/>
                                        </p:tgtEl>
                                      </p:cBhvr>
                                      <p:from x="100000" y="110000"/>
                                      <p:to x="100000" y="100000"/>
                                    </p:animScale>
                                  </p:childTnLst>
                                </p:cTn>
                              </p:par>
                              <p:par>
                                <p:cTn id="43" presetID="10" presetClass="entr" presetSubtype="0" decel="100000" fill="hold" grpId="0" nodeType="withEffect">
                                  <p:stCondLst>
                                    <p:cond delay="400"/>
                                  </p:stCondLst>
                                  <p:childTnLst>
                                    <p:set>
                                      <p:cBhvr>
                                        <p:cTn id="44" dur="1" fill="hold">
                                          <p:stCondLst>
                                            <p:cond delay="0"/>
                                          </p:stCondLst>
                                        </p:cTn>
                                        <p:tgtEl>
                                          <p:spTgt spid="43"/>
                                        </p:tgtEl>
                                        <p:attrNameLst>
                                          <p:attrName>style.visibility</p:attrName>
                                        </p:attrNameLst>
                                      </p:cBhvr>
                                      <p:to>
                                        <p:strVal val="visible"/>
                                      </p:to>
                                    </p:set>
                                    <p:animScale>
                                      <p:cBhvr>
                                        <p:cTn id="45" dur="250" fill="hold">
                                          <p:stCondLst>
                                            <p:cond delay="0"/>
                                          </p:stCondLst>
                                        </p:cTn>
                                        <p:tgtEl>
                                          <p:spTgt spid="43"/>
                                        </p:tgtEl>
                                      </p:cBhvr>
                                      <p:from x="0" y="0"/>
                                      <p:to x="120000" y="105000"/>
                                    </p:animScale>
                                    <p:animScale>
                                      <p:cBhvr>
                                        <p:cTn id="46" dur="187" fill="hold">
                                          <p:stCondLst>
                                            <p:cond delay="250"/>
                                          </p:stCondLst>
                                        </p:cTn>
                                        <p:tgtEl>
                                          <p:spTgt spid="43"/>
                                        </p:tgtEl>
                                      </p:cBhvr>
                                      <p:from x="120000" y="105000"/>
                                      <p:to x="100000" y="115000"/>
                                    </p:animScale>
                                    <p:animScale>
                                      <p:cBhvr>
                                        <p:cTn id="47" dur="313" fill="hold">
                                          <p:stCondLst>
                                            <p:cond delay="437"/>
                                          </p:stCondLst>
                                        </p:cTn>
                                        <p:tgtEl>
                                          <p:spTgt spid="43"/>
                                        </p:tgtEl>
                                      </p:cBhvr>
                                      <p:from x="100000" y="115000"/>
                                      <p:to x="110000" y="100000"/>
                                    </p:animScale>
                                    <p:animScale>
                                      <p:cBhvr>
                                        <p:cTn id="48" dur="250" fill="hold">
                                          <p:stCondLst>
                                            <p:cond delay="750"/>
                                          </p:stCondLst>
                                        </p:cTn>
                                        <p:tgtEl>
                                          <p:spTgt spid="43"/>
                                        </p:tgtEl>
                                      </p:cBhvr>
                                      <p:from x="110000" y="100000"/>
                                      <p:to x="100000" y="110000"/>
                                    </p:animScale>
                                    <p:animScale>
                                      <p:cBhvr>
                                        <p:cTn id="49" dur="250" fill="hold">
                                          <p:stCondLst>
                                            <p:cond delay="1000"/>
                                          </p:stCondLst>
                                        </p:cTn>
                                        <p:tgtEl>
                                          <p:spTgt spid="43"/>
                                        </p:tgtEl>
                                      </p:cBhvr>
                                      <p:from x="100000" y="110000"/>
                                      <p:to x="100000" y="100000"/>
                                    </p:animScale>
                                  </p:childTnLst>
                                </p:cTn>
                              </p:par>
                              <p:par>
                                <p:cTn id="50" presetID="10" presetClass="entr" presetSubtype="0" decel="100000" fill="hold" grpId="0" nodeType="withEffect">
                                  <p:stCondLst>
                                    <p:cond delay="500"/>
                                  </p:stCondLst>
                                  <p:childTnLst>
                                    <p:set>
                                      <p:cBhvr>
                                        <p:cTn id="51" dur="1" fill="hold">
                                          <p:stCondLst>
                                            <p:cond delay="0"/>
                                          </p:stCondLst>
                                        </p:cTn>
                                        <p:tgtEl>
                                          <p:spTgt spid="44"/>
                                        </p:tgtEl>
                                        <p:attrNameLst>
                                          <p:attrName>style.visibility</p:attrName>
                                        </p:attrNameLst>
                                      </p:cBhvr>
                                      <p:to>
                                        <p:strVal val="visible"/>
                                      </p:to>
                                    </p:set>
                                    <p:animScale>
                                      <p:cBhvr>
                                        <p:cTn id="52" dur="250" fill="hold">
                                          <p:stCondLst>
                                            <p:cond delay="0"/>
                                          </p:stCondLst>
                                        </p:cTn>
                                        <p:tgtEl>
                                          <p:spTgt spid="44"/>
                                        </p:tgtEl>
                                      </p:cBhvr>
                                      <p:from x="0" y="0"/>
                                      <p:to x="120000" y="105000"/>
                                    </p:animScale>
                                    <p:animScale>
                                      <p:cBhvr>
                                        <p:cTn id="53" dur="187" fill="hold">
                                          <p:stCondLst>
                                            <p:cond delay="250"/>
                                          </p:stCondLst>
                                        </p:cTn>
                                        <p:tgtEl>
                                          <p:spTgt spid="44"/>
                                        </p:tgtEl>
                                      </p:cBhvr>
                                      <p:from x="120000" y="105000"/>
                                      <p:to x="100000" y="115000"/>
                                    </p:animScale>
                                    <p:animScale>
                                      <p:cBhvr>
                                        <p:cTn id="54" dur="313" fill="hold">
                                          <p:stCondLst>
                                            <p:cond delay="437"/>
                                          </p:stCondLst>
                                        </p:cTn>
                                        <p:tgtEl>
                                          <p:spTgt spid="44"/>
                                        </p:tgtEl>
                                      </p:cBhvr>
                                      <p:from x="100000" y="115000"/>
                                      <p:to x="110000" y="100000"/>
                                    </p:animScale>
                                    <p:animScale>
                                      <p:cBhvr>
                                        <p:cTn id="55" dur="250" fill="hold">
                                          <p:stCondLst>
                                            <p:cond delay="750"/>
                                          </p:stCondLst>
                                        </p:cTn>
                                        <p:tgtEl>
                                          <p:spTgt spid="44"/>
                                        </p:tgtEl>
                                      </p:cBhvr>
                                      <p:from x="110000" y="100000"/>
                                      <p:to x="100000" y="110000"/>
                                    </p:animScale>
                                    <p:animScale>
                                      <p:cBhvr>
                                        <p:cTn id="56" dur="250" fill="hold">
                                          <p:stCondLst>
                                            <p:cond delay="1000"/>
                                          </p:stCondLst>
                                        </p:cTn>
                                        <p:tgtEl>
                                          <p:spTgt spid="44"/>
                                        </p:tgtEl>
                                      </p:cBhvr>
                                      <p:from x="100000" y="110000"/>
                                      <p:to x="100000" y="100000"/>
                                    </p:animScale>
                                  </p:childTnLst>
                                </p:cTn>
                              </p:par>
                              <p:par>
                                <p:cTn id="57" presetID="10" presetClass="entr" presetSubtype="0" decel="100000" fill="hold" grpId="0" nodeType="withEffect">
                                  <p:stCondLst>
                                    <p:cond delay="600"/>
                                  </p:stCondLst>
                                  <p:childTnLst>
                                    <p:set>
                                      <p:cBhvr>
                                        <p:cTn id="58" dur="1" fill="hold">
                                          <p:stCondLst>
                                            <p:cond delay="0"/>
                                          </p:stCondLst>
                                        </p:cTn>
                                        <p:tgtEl>
                                          <p:spTgt spid="45"/>
                                        </p:tgtEl>
                                        <p:attrNameLst>
                                          <p:attrName>style.visibility</p:attrName>
                                        </p:attrNameLst>
                                      </p:cBhvr>
                                      <p:to>
                                        <p:strVal val="visible"/>
                                      </p:to>
                                    </p:set>
                                    <p:animScale>
                                      <p:cBhvr>
                                        <p:cTn id="59" dur="250" fill="hold">
                                          <p:stCondLst>
                                            <p:cond delay="0"/>
                                          </p:stCondLst>
                                        </p:cTn>
                                        <p:tgtEl>
                                          <p:spTgt spid="45"/>
                                        </p:tgtEl>
                                      </p:cBhvr>
                                      <p:from x="0" y="0"/>
                                      <p:to x="120000" y="105000"/>
                                    </p:animScale>
                                    <p:animScale>
                                      <p:cBhvr>
                                        <p:cTn id="60" dur="187" fill="hold">
                                          <p:stCondLst>
                                            <p:cond delay="250"/>
                                          </p:stCondLst>
                                        </p:cTn>
                                        <p:tgtEl>
                                          <p:spTgt spid="45"/>
                                        </p:tgtEl>
                                      </p:cBhvr>
                                      <p:from x="120000" y="105000"/>
                                      <p:to x="100000" y="115000"/>
                                    </p:animScale>
                                    <p:animScale>
                                      <p:cBhvr>
                                        <p:cTn id="61" dur="313" fill="hold">
                                          <p:stCondLst>
                                            <p:cond delay="437"/>
                                          </p:stCondLst>
                                        </p:cTn>
                                        <p:tgtEl>
                                          <p:spTgt spid="45"/>
                                        </p:tgtEl>
                                      </p:cBhvr>
                                      <p:from x="100000" y="115000"/>
                                      <p:to x="110000" y="100000"/>
                                    </p:animScale>
                                    <p:animScale>
                                      <p:cBhvr>
                                        <p:cTn id="62" dur="250" fill="hold">
                                          <p:stCondLst>
                                            <p:cond delay="750"/>
                                          </p:stCondLst>
                                        </p:cTn>
                                        <p:tgtEl>
                                          <p:spTgt spid="45"/>
                                        </p:tgtEl>
                                      </p:cBhvr>
                                      <p:from x="110000" y="100000"/>
                                      <p:to x="100000" y="110000"/>
                                    </p:animScale>
                                    <p:animScale>
                                      <p:cBhvr>
                                        <p:cTn id="63" dur="250" fill="hold">
                                          <p:stCondLst>
                                            <p:cond delay="1000"/>
                                          </p:stCondLst>
                                        </p:cTn>
                                        <p:tgtEl>
                                          <p:spTgt spid="45"/>
                                        </p:tgtEl>
                                      </p:cBhvr>
                                      <p:from x="100000" y="110000"/>
                                      <p:to x="100000" y="100000"/>
                                    </p:animScale>
                                  </p:childTnLst>
                                </p:cTn>
                              </p:par>
                              <p:par>
                                <p:cTn id="64" presetID="10" presetClass="entr" presetSubtype="0" decel="100000" fill="hold" grpId="0" nodeType="withEffect">
                                  <p:stCondLst>
                                    <p:cond delay="700"/>
                                  </p:stCondLst>
                                  <p:childTnLst>
                                    <p:set>
                                      <p:cBhvr>
                                        <p:cTn id="65" dur="1" fill="hold">
                                          <p:stCondLst>
                                            <p:cond delay="0"/>
                                          </p:stCondLst>
                                        </p:cTn>
                                        <p:tgtEl>
                                          <p:spTgt spid="46"/>
                                        </p:tgtEl>
                                        <p:attrNameLst>
                                          <p:attrName>style.visibility</p:attrName>
                                        </p:attrNameLst>
                                      </p:cBhvr>
                                      <p:to>
                                        <p:strVal val="visible"/>
                                      </p:to>
                                    </p:set>
                                    <p:animScale>
                                      <p:cBhvr>
                                        <p:cTn id="66" dur="250" fill="hold">
                                          <p:stCondLst>
                                            <p:cond delay="0"/>
                                          </p:stCondLst>
                                        </p:cTn>
                                        <p:tgtEl>
                                          <p:spTgt spid="46"/>
                                        </p:tgtEl>
                                      </p:cBhvr>
                                      <p:from x="0" y="0"/>
                                      <p:to x="120000" y="105000"/>
                                    </p:animScale>
                                    <p:animScale>
                                      <p:cBhvr>
                                        <p:cTn id="67" dur="187" fill="hold">
                                          <p:stCondLst>
                                            <p:cond delay="250"/>
                                          </p:stCondLst>
                                        </p:cTn>
                                        <p:tgtEl>
                                          <p:spTgt spid="46"/>
                                        </p:tgtEl>
                                      </p:cBhvr>
                                      <p:from x="120000" y="105000"/>
                                      <p:to x="100000" y="115000"/>
                                    </p:animScale>
                                    <p:animScale>
                                      <p:cBhvr>
                                        <p:cTn id="68" dur="313" fill="hold">
                                          <p:stCondLst>
                                            <p:cond delay="437"/>
                                          </p:stCondLst>
                                        </p:cTn>
                                        <p:tgtEl>
                                          <p:spTgt spid="46"/>
                                        </p:tgtEl>
                                      </p:cBhvr>
                                      <p:from x="100000" y="115000"/>
                                      <p:to x="110000" y="100000"/>
                                    </p:animScale>
                                    <p:animScale>
                                      <p:cBhvr>
                                        <p:cTn id="69" dur="250" fill="hold">
                                          <p:stCondLst>
                                            <p:cond delay="750"/>
                                          </p:stCondLst>
                                        </p:cTn>
                                        <p:tgtEl>
                                          <p:spTgt spid="46"/>
                                        </p:tgtEl>
                                      </p:cBhvr>
                                      <p:from x="110000" y="100000"/>
                                      <p:to x="100000" y="110000"/>
                                    </p:animScale>
                                    <p:animScale>
                                      <p:cBhvr>
                                        <p:cTn id="70" dur="250" fill="hold">
                                          <p:stCondLst>
                                            <p:cond delay="1000"/>
                                          </p:stCondLst>
                                        </p:cTn>
                                        <p:tgtEl>
                                          <p:spTgt spid="46"/>
                                        </p:tgtEl>
                                      </p:cBhvr>
                                      <p:from x="100000" y="110000"/>
                                      <p:to x="100000" y="100000"/>
                                    </p:animScale>
                                  </p:childTnLst>
                                </p:cTn>
                              </p:par>
                              <p:par>
                                <p:cTn id="71" presetID="10" presetClass="entr" presetSubtype="0" decel="100000" fill="hold" grpId="0" nodeType="withEffect">
                                  <p:stCondLst>
                                    <p:cond delay="800"/>
                                  </p:stCondLst>
                                  <p:childTnLst>
                                    <p:set>
                                      <p:cBhvr>
                                        <p:cTn id="72" dur="1" fill="hold">
                                          <p:stCondLst>
                                            <p:cond delay="0"/>
                                          </p:stCondLst>
                                        </p:cTn>
                                        <p:tgtEl>
                                          <p:spTgt spid="47"/>
                                        </p:tgtEl>
                                        <p:attrNameLst>
                                          <p:attrName>style.visibility</p:attrName>
                                        </p:attrNameLst>
                                      </p:cBhvr>
                                      <p:to>
                                        <p:strVal val="visible"/>
                                      </p:to>
                                    </p:set>
                                    <p:animScale>
                                      <p:cBhvr>
                                        <p:cTn id="73" dur="250" fill="hold">
                                          <p:stCondLst>
                                            <p:cond delay="0"/>
                                          </p:stCondLst>
                                        </p:cTn>
                                        <p:tgtEl>
                                          <p:spTgt spid="47"/>
                                        </p:tgtEl>
                                      </p:cBhvr>
                                      <p:from x="0" y="0"/>
                                      <p:to x="120000" y="105000"/>
                                    </p:animScale>
                                    <p:animScale>
                                      <p:cBhvr>
                                        <p:cTn id="74" dur="187" fill="hold">
                                          <p:stCondLst>
                                            <p:cond delay="250"/>
                                          </p:stCondLst>
                                        </p:cTn>
                                        <p:tgtEl>
                                          <p:spTgt spid="47"/>
                                        </p:tgtEl>
                                      </p:cBhvr>
                                      <p:from x="120000" y="105000"/>
                                      <p:to x="100000" y="115000"/>
                                    </p:animScale>
                                    <p:animScale>
                                      <p:cBhvr>
                                        <p:cTn id="75" dur="313" fill="hold">
                                          <p:stCondLst>
                                            <p:cond delay="437"/>
                                          </p:stCondLst>
                                        </p:cTn>
                                        <p:tgtEl>
                                          <p:spTgt spid="47"/>
                                        </p:tgtEl>
                                      </p:cBhvr>
                                      <p:from x="100000" y="115000"/>
                                      <p:to x="110000" y="100000"/>
                                    </p:animScale>
                                    <p:animScale>
                                      <p:cBhvr>
                                        <p:cTn id="76" dur="250" fill="hold">
                                          <p:stCondLst>
                                            <p:cond delay="750"/>
                                          </p:stCondLst>
                                        </p:cTn>
                                        <p:tgtEl>
                                          <p:spTgt spid="47"/>
                                        </p:tgtEl>
                                      </p:cBhvr>
                                      <p:from x="110000" y="100000"/>
                                      <p:to x="100000" y="110000"/>
                                    </p:animScale>
                                    <p:animScale>
                                      <p:cBhvr>
                                        <p:cTn id="77" dur="250" fill="hold">
                                          <p:stCondLst>
                                            <p:cond delay="1000"/>
                                          </p:stCondLst>
                                        </p:cTn>
                                        <p:tgtEl>
                                          <p:spTgt spid="47"/>
                                        </p:tgtEl>
                                      </p:cBhvr>
                                      <p:from x="100000" y="110000"/>
                                      <p:to x="100000" y="100000"/>
                                    </p:animScale>
                                  </p:childTnLst>
                                </p:cTn>
                              </p:par>
                              <p:par>
                                <p:cTn id="78" presetID="10" presetClass="entr" presetSubtype="0" decel="100000" fill="hold" grpId="0" nodeType="withEffect">
                                  <p:stCondLst>
                                    <p:cond delay="900"/>
                                  </p:stCondLst>
                                  <p:childTnLst>
                                    <p:set>
                                      <p:cBhvr>
                                        <p:cTn id="79" dur="1" fill="hold">
                                          <p:stCondLst>
                                            <p:cond delay="0"/>
                                          </p:stCondLst>
                                        </p:cTn>
                                        <p:tgtEl>
                                          <p:spTgt spid="48"/>
                                        </p:tgtEl>
                                        <p:attrNameLst>
                                          <p:attrName>style.visibility</p:attrName>
                                        </p:attrNameLst>
                                      </p:cBhvr>
                                      <p:to>
                                        <p:strVal val="visible"/>
                                      </p:to>
                                    </p:set>
                                    <p:animScale>
                                      <p:cBhvr>
                                        <p:cTn id="80" dur="250" fill="hold">
                                          <p:stCondLst>
                                            <p:cond delay="0"/>
                                          </p:stCondLst>
                                        </p:cTn>
                                        <p:tgtEl>
                                          <p:spTgt spid="48"/>
                                        </p:tgtEl>
                                      </p:cBhvr>
                                      <p:from x="0" y="0"/>
                                      <p:to x="120000" y="105000"/>
                                    </p:animScale>
                                    <p:animScale>
                                      <p:cBhvr>
                                        <p:cTn id="81" dur="187" fill="hold">
                                          <p:stCondLst>
                                            <p:cond delay="250"/>
                                          </p:stCondLst>
                                        </p:cTn>
                                        <p:tgtEl>
                                          <p:spTgt spid="48"/>
                                        </p:tgtEl>
                                      </p:cBhvr>
                                      <p:from x="120000" y="105000"/>
                                      <p:to x="100000" y="115000"/>
                                    </p:animScale>
                                    <p:animScale>
                                      <p:cBhvr>
                                        <p:cTn id="82" dur="313" fill="hold">
                                          <p:stCondLst>
                                            <p:cond delay="437"/>
                                          </p:stCondLst>
                                        </p:cTn>
                                        <p:tgtEl>
                                          <p:spTgt spid="48"/>
                                        </p:tgtEl>
                                      </p:cBhvr>
                                      <p:from x="100000" y="115000"/>
                                      <p:to x="110000" y="100000"/>
                                    </p:animScale>
                                    <p:animScale>
                                      <p:cBhvr>
                                        <p:cTn id="83" dur="250" fill="hold">
                                          <p:stCondLst>
                                            <p:cond delay="750"/>
                                          </p:stCondLst>
                                        </p:cTn>
                                        <p:tgtEl>
                                          <p:spTgt spid="48"/>
                                        </p:tgtEl>
                                      </p:cBhvr>
                                      <p:from x="110000" y="100000"/>
                                      <p:to x="100000" y="110000"/>
                                    </p:animScale>
                                    <p:animScale>
                                      <p:cBhvr>
                                        <p:cTn id="84" dur="250" fill="hold">
                                          <p:stCondLst>
                                            <p:cond delay="1000"/>
                                          </p:stCondLst>
                                        </p:cTn>
                                        <p:tgtEl>
                                          <p:spTgt spid="48"/>
                                        </p:tgtEl>
                                      </p:cBhvr>
                                      <p:from x="100000" y="110000"/>
                                      <p:to x="100000" y="100000"/>
                                    </p:animScale>
                                  </p:childTnLst>
                                </p:cTn>
                              </p:par>
                              <p:par>
                                <p:cTn id="85" presetID="10" presetClass="entr" presetSubtype="0" decel="100000" fill="hold" grpId="0" nodeType="withEffect">
                                  <p:stCondLst>
                                    <p:cond delay="1000"/>
                                  </p:stCondLst>
                                  <p:childTnLst>
                                    <p:set>
                                      <p:cBhvr>
                                        <p:cTn id="86" dur="1" fill="hold">
                                          <p:stCondLst>
                                            <p:cond delay="0"/>
                                          </p:stCondLst>
                                        </p:cTn>
                                        <p:tgtEl>
                                          <p:spTgt spid="49"/>
                                        </p:tgtEl>
                                        <p:attrNameLst>
                                          <p:attrName>style.visibility</p:attrName>
                                        </p:attrNameLst>
                                      </p:cBhvr>
                                      <p:to>
                                        <p:strVal val="visible"/>
                                      </p:to>
                                    </p:set>
                                    <p:animScale>
                                      <p:cBhvr>
                                        <p:cTn id="87" dur="250" fill="hold">
                                          <p:stCondLst>
                                            <p:cond delay="0"/>
                                          </p:stCondLst>
                                        </p:cTn>
                                        <p:tgtEl>
                                          <p:spTgt spid="49"/>
                                        </p:tgtEl>
                                      </p:cBhvr>
                                      <p:from x="0" y="0"/>
                                      <p:to x="120000" y="105000"/>
                                    </p:animScale>
                                    <p:animScale>
                                      <p:cBhvr>
                                        <p:cTn id="88" dur="187" fill="hold">
                                          <p:stCondLst>
                                            <p:cond delay="250"/>
                                          </p:stCondLst>
                                        </p:cTn>
                                        <p:tgtEl>
                                          <p:spTgt spid="49"/>
                                        </p:tgtEl>
                                      </p:cBhvr>
                                      <p:from x="120000" y="105000"/>
                                      <p:to x="100000" y="115000"/>
                                    </p:animScale>
                                    <p:animScale>
                                      <p:cBhvr>
                                        <p:cTn id="89" dur="313" fill="hold">
                                          <p:stCondLst>
                                            <p:cond delay="437"/>
                                          </p:stCondLst>
                                        </p:cTn>
                                        <p:tgtEl>
                                          <p:spTgt spid="49"/>
                                        </p:tgtEl>
                                      </p:cBhvr>
                                      <p:from x="100000" y="115000"/>
                                      <p:to x="110000" y="100000"/>
                                    </p:animScale>
                                    <p:animScale>
                                      <p:cBhvr>
                                        <p:cTn id="90" dur="250" fill="hold">
                                          <p:stCondLst>
                                            <p:cond delay="750"/>
                                          </p:stCondLst>
                                        </p:cTn>
                                        <p:tgtEl>
                                          <p:spTgt spid="49"/>
                                        </p:tgtEl>
                                      </p:cBhvr>
                                      <p:from x="110000" y="100000"/>
                                      <p:to x="100000" y="110000"/>
                                    </p:animScale>
                                    <p:animScale>
                                      <p:cBhvr>
                                        <p:cTn id="91" dur="250" fill="hold">
                                          <p:stCondLst>
                                            <p:cond delay="1000"/>
                                          </p:stCondLst>
                                        </p:cTn>
                                        <p:tgtEl>
                                          <p:spTgt spid="49"/>
                                        </p:tgtEl>
                                      </p:cBhvr>
                                      <p:from x="100000" y="110000"/>
                                      <p:to x="100000" y="100000"/>
                                    </p:animScale>
                                  </p:childTnLst>
                                </p:cTn>
                              </p:par>
                              <p:par>
                                <p:cTn id="92" presetID="10" presetClass="entr" presetSubtype="0" decel="100000" fill="hold" grpId="0" nodeType="withEffect">
                                  <p:stCondLst>
                                    <p:cond delay="1100"/>
                                  </p:stCondLst>
                                  <p:childTnLst>
                                    <p:set>
                                      <p:cBhvr>
                                        <p:cTn id="93" dur="1" fill="hold">
                                          <p:stCondLst>
                                            <p:cond delay="0"/>
                                          </p:stCondLst>
                                        </p:cTn>
                                        <p:tgtEl>
                                          <p:spTgt spid="50"/>
                                        </p:tgtEl>
                                        <p:attrNameLst>
                                          <p:attrName>style.visibility</p:attrName>
                                        </p:attrNameLst>
                                      </p:cBhvr>
                                      <p:to>
                                        <p:strVal val="visible"/>
                                      </p:to>
                                    </p:set>
                                    <p:animScale>
                                      <p:cBhvr>
                                        <p:cTn id="94" dur="250" fill="hold">
                                          <p:stCondLst>
                                            <p:cond delay="0"/>
                                          </p:stCondLst>
                                        </p:cTn>
                                        <p:tgtEl>
                                          <p:spTgt spid="50"/>
                                        </p:tgtEl>
                                      </p:cBhvr>
                                      <p:from x="0" y="0"/>
                                      <p:to x="120000" y="105000"/>
                                    </p:animScale>
                                    <p:animScale>
                                      <p:cBhvr>
                                        <p:cTn id="95" dur="187" fill="hold">
                                          <p:stCondLst>
                                            <p:cond delay="250"/>
                                          </p:stCondLst>
                                        </p:cTn>
                                        <p:tgtEl>
                                          <p:spTgt spid="50"/>
                                        </p:tgtEl>
                                      </p:cBhvr>
                                      <p:from x="120000" y="105000"/>
                                      <p:to x="100000" y="115000"/>
                                    </p:animScale>
                                    <p:animScale>
                                      <p:cBhvr>
                                        <p:cTn id="96" dur="313" fill="hold">
                                          <p:stCondLst>
                                            <p:cond delay="437"/>
                                          </p:stCondLst>
                                        </p:cTn>
                                        <p:tgtEl>
                                          <p:spTgt spid="50"/>
                                        </p:tgtEl>
                                      </p:cBhvr>
                                      <p:from x="100000" y="115000"/>
                                      <p:to x="110000" y="100000"/>
                                    </p:animScale>
                                    <p:animScale>
                                      <p:cBhvr>
                                        <p:cTn id="97" dur="250" fill="hold">
                                          <p:stCondLst>
                                            <p:cond delay="750"/>
                                          </p:stCondLst>
                                        </p:cTn>
                                        <p:tgtEl>
                                          <p:spTgt spid="50"/>
                                        </p:tgtEl>
                                      </p:cBhvr>
                                      <p:from x="110000" y="100000"/>
                                      <p:to x="100000" y="110000"/>
                                    </p:animScale>
                                    <p:animScale>
                                      <p:cBhvr>
                                        <p:cTn id="98" dur="250" fill="hold">
                                          <p:stCondLst>
                                            <p:cond delay="1000"/>
                                          </p:stCondLst>
                                        </p:cTn>
                                        <p:tgtEl>
                                          <p:spTgt spid="50"/>
                                        </p:tgtEl>
                                      </p:cBhvr>
                                      <p:from x="100000" y="110000"/>
                                      <p:to x="100000" y="100000"/>
                                    </p:animScale>
                                  </p:childTnLst>
                                </p:cTn>
                              </p:par>
                              <p:par>
                                <p:cTn id="99" presetID="10" presetClass="entr" presetSubtype="0" decel="100000" fill="hold" grpId="0" nodeType="withEffect">
                                  <p:stCondLst>
                                    <p:cond delay="1200"/>
                                  </p:stCondLst>
                                  <p:childTnLst>
                                    <p:set>
                                      <p:cBhvr>
                                        <p:cTn id="100" dur="1" fill="hold">
                                          <p:stCondLst>
                                            <p:cond delay="0"/>
                                          </p:stCondLst>
                                        </p:cTn>
                                        <p:tgtEl>
                                          <p:spTgt spid="51"/>
                                        </p:tgtEl>
                                        <p:attrNameLst>
                                          <p:attrName>style.visibility</p:attrName>
                                        </p:attrNameLst>
                                      </p:cBhvr>
                                      <p:to>
                                        <p:strVal val="visible"/>
                                      </p:to>
                                    </p:set>
                                    <p:animScale>
                                      <p:cBhvr>
                                        <p:cTn id="101" dur="250" fill="hold">
                                          <p:stCondLst>
                                            <p:cond delay="0"/>
                                          </p:stCondLst>
                                        </p:cTn>
                                        <p:tgtEl>
                                          <p:spTgt spid="51"/>
                                        </p:tgtEl>
                                      </p:cBhvr>
                                      <p:from x="0" y="0"/>
                                      <p:to x="120000" y="105000"/>
                                    </p:animScale>
                                    <p:animScale>
                                      <p:cBhvr>
                                        <p:cTn id="102" dur="187" fill="hold">
                                          <p:stCondLst>
                                            <p:cond delay="250"/>
                                          </p:stCondLst>
                                        </p:cTn>
                                        <p:tgtEl>
                                          <p:spTgt spid="51"/>
                                        </p:tgtEl>
                                      </p:cBhvr>
                                      <p:from x="120000" y="105000"/>
                                      <p:to x="100000" y="115000"/>
                                    </p:animScale>
                                    <p:animScale>
                                      <p:cBhvr>
                                        <p:cTn id="103" dur="313" fill="hold">
                                          <p:stCondLst>
                                            <p:cond delay="437"/>
                                          </p:stCondLst>
                                        </p:cTn>
                                        <p:tgtEl>
                                          <p:spTgt spid="51"/>
                                        </p:tgtEl>
                                      </p:cBhvr>
                                      <p:from x="100000" y="115000"/>
                                      <p:to x="110000" y="100000"/>
                                    </p:animScale>
                                    <p:animScale>
                                      <p:cBhvr>
                                        <p:cTn id="104" dur="250" fill="hold">
                                          <p:stCondLst>
                                            <p:cond delay="750"/>
                                          </p:stCondLst>
                                        </p:cTn>
                                        <p:tgtEl>
                                          <p:spTgt spid="51"/>
                                        </p:tgtEl>
                                      </p:cBhvr>
                                      <p:from x="110000" y="100000"/>
                                      <p:to x="100000" y="110000"/>
                                    </p:animScale>
                                    <p:animScale>
                                      <p:cBhvr>
                                        <p:cTn id="105" dur="250" fill="hold">
                                          <p:stCondLst>
                                            <p:cond delay="1000"/>
                                          </p:stCondLst>
                                        </p:cTn>
                                        <p:tgtEl>
                                          <p:spTgt spid="51"/>
                                        </p:tgtEl>
                                      </p:cBhvr>
                                      <p:from x="100000" y="110000"/>
                                      <p:to x="100000" y="100000"/>
                                    </p:animScale>
                                  </p:childTnLst>
                                </p:cTn>
                              </p:par>
                              <p:par>
                                <p:cTn id="106" presetID="10" presetClass="entr" presetSubtype="0" decel="100000" fill="hold" grpId="0" nodeType="withEffect">
                                  <p:stCondLst>
                                    <p:cond delay="1400"/>
                                  </p:stCondLst>
                                  <p:childTnLst>
                                    <p:set>
                                      <p:cBhvr>
                                        <p:cTn id="107" dur="1" fill="hold">
                                          <p:stCondLst>
                                            <p:cond delay="0"/>
                                          </p:stCondLst>
                                        </p:cTn>
                                        <p:tgtEl>
                                          <p:spTgt spid="52"/>
                                        </p:tgtEl>
                                        <p:attrNameLst>
                                          <p:attrName>style.visibility</p:attrName>
                                        </p:attrNameLst>
                                      </p:cBhvr>
                                      <p:to>
                                        <p:strVal val="visible"/>
                                      </p:to>
                                    </p:set>
                                    <p:animScale>
                                      <p:cBhvr>
                                        <p:cTn id="108" dur="250" fill="hold">
                                          <p:stCondLst>
                                            <p:cond delay="0"/>
                                          </p:stCondLst>
                                        </p:cTn>
                                        <p:tgtEl>
                                          <p:spTgt spid="52"/>
                                        </p:tgtEl>
                                      </p:cBhvr>
                                      <p:from x="0" y="0"/>
                                      <p:to x="120000" y="105000"/>
                                    </p:animScale>
                                    <p:animScale>
                                      <p:cBhvr>
                                        <p:cTn id="109" dur="187" fill="hold">
                                          <p:stCondLst>
                                            <p:cond delay="250"/>
                                          </p:stCondLst>
                                        </p:cTn>
                                        <p:tgtEl>
                                          <p:spTgt spid="52"/>
                                        </p:tgtEl>
                                      </p:cBhvr>
                                      <p:from x="120000" y="105000"/>
                                      <p:to x="100000" y="115000"/>
                                    </p:animScale>
                                    <p:animScale>
                                      <p:cBhvr>
                                        <p:cTn id="110" dur="313" fill="hold">
                                          <p:stCondLst>
                                            <p:cond delay="437"/>
                                          </p:stCondLst>
                                        </p:cTn>
                                        <p:tgtEl>
                                          <p:spTgt spid="52"/>
                                        </p:tgtEl>
                                      </p:cBhvr>
                                      <p:from x="100000" y="115000"/>
                                      <p:to x="110000" y="100000"/>
                                    </p:animScale>
                                    <p:animScale>
                                      <p:cBhvr>
                                        <p:cTn id="111" dur="250" fill="hold">
                                          <p:stCondLst>
                                            <p:cond delay="750"/>
                                          </p:stCondLst>
                                        </p:cTn>
                                        <p:tgtEl>
                                          <p:spTgt spid="52"/>
                                        </p:tgtEl>
                                      </p:cBhvr>
                                      <p:from x="110000" y="100000"/>
                                      <p:to x="100000" y="110000"/>
                                    </p:animScale>
                                    <p:animScale>
                                      <p:cBhvr>
                                        <p:cTn id="112" dur="250" fill="hold">
                                          <p:stCondLst>
                                            <p:cond delay="1000"/>
                                          </p:stCondLst>
                                        </p:cTn>
                                        <p:tgtEl>
                                          <p:spTgt spid="52"/>
                                        </p:tgtEl>
                                      </p:cBhvr>
                                      <p:from x="100000" y="110000"/>
                                      <p:to x="100000" y="100000"/>
                                    </p:animScale>
                                  </p:childTnLst>
                                </p:cTn>
                              </p:par>
                              <p:par>
                                <p:cTn id="113" presetID="10" presetClass="entr" presetSubtype="0" decel="100000" fill="hold" grpId="0" nodeType="withEffect">
                                  <p:stCondLst>
                                    <p:cond delay="1500"/>
                                  </p:stCondLst>
                                  <p:childTnLst>
                                    <p:set>
                                      <p:cBhvr>
                                        <p:cTn id="114" dur="1" fill="hold">
                                          <p:stCondLst>
                                            <p:cond delay="0"/>
                                          </p:stCondLst>
                                        </p:cTn>
                                        <p:tgtEl>
                                          <p:spTgt spid="53"/>
                                        </p:tgtEl>
                                        <p:attrNameLst>
                                          <p:attrName>style.visibility</p:attrName>
                                        </p:attrNameLst>
                                      </p:cBhvr>
                                      <p:to>
                                        <p:strVal val="visible"/>
                                      </p:to>
                                    </p:set>
                                    <p:animScale>
                                      <p:cBhvr>
                                        <p:cTn id="115" dur="250" fill="hold">
                                          <p:stCondLst>
                                            <p:cond delay="0"/>
                                          </p:stCondLst>
                                        </p:cTn>
                                        <p:tgtEl>
                                          <p:spTgt spid="53"/>
                                        </p:tgtEl>
                                      </p:cBhvr>
                                      <p:from x="0" y="0"/>
                                      <p:to x="120000" y="105000"/>
                                    </p:animScale>
                                    <p:animScale>
                                      <p:cBhvr>
                                        <p:cTn id="116" dur="187" fill="hold">
                                          <p:stCondLst>
                                            <p:cond delay="250"/>
                                          </p:stCondLst>
                                        </p:cTn>
                                        <p:tgtEl>
                                          <p:spTgt spid="53"/>
                                        </p:tgtEl>
                                      </p:cBhvr>
                                      <p:from x="120000" y="105000"/>
                                      <p:to x="100000" y="115000"/>
                                    </p:animScale>
                                    <p:animScale>
                                      <p:cBhvr>
                                        <p:cTn id="117" dur="313" fill="hold">
                                          <p:stCondLst>
                                            <p:cond delay="437"/>
                                          </p:stCondLst>
                                        </p:cTn>
                                        <p:tgtEl>
                                          <p:spTgt spid="53"/>
                                        </p:tgtEl>
                                      </p:cBhvr>
                                      <p:from x="100000" y="115000"/>
                                      <p:to x="110000" y="100000"/>
                                    </p:animScale>
                                    <p:animScale>
                                      <p:cBhvr>
                                        <p:cTn id="118" dur="250" fill="hold">
                                          <p:stCondLst>
                                            <p:cond delay="750"/>
                                          </p:stCondLst>
                                        </p:cTn>
                                        <p:tgtEl>
                                          <p:spTgt spid="53"/>
                                        </p:tgtEl>
                                      </p:cBhvr>
                                      <p:from x="110000" y="100000"/>
                                      <p:to x="100000" y="110000"/>
                                    </p:animScale>
                                    <p:animScale>
                                      <p:cBhvr>
                                        <p:cTn id="119" dur="250" fill="hold">
                                          <p:stCondLst>
                                            <p:cond delay="1000"/>
                                          </p:stCondLst>
                                        </p:cTn>
                                        <p:tgtEl>
                                          <p:spTgt spid="53"/>
                                        </p:tgtEl>
                                      </p:cBhvr>
                                      <p:from x="100000" y="110000"/>
                                      <p:to x="100000" y="100000"/>
                                    </p:animScale>
                                  </p:childTnLst>
                                </p:cTn>
                              </p:par>
                              <p:par>
                                <p:cTn id="120" presetID="10" presetClass="entr" presetSubtype="0" decel="100000" fill="hold" grpId="0" nodeType="withEffect">
                                  <p:stCondLst>
                                    <p:cond delay="1700"/>
                                  </p:stCondLst>
                                  <p:childTnLst>
                                    <p:set>
                                      <p:cBhvr>
                                        <p:cTn id="121" dur="1" fill="hold">
                                          <p:stCondLst>
                                            <p:cond delay="0"/>
                                          </p:stCondLst>
                                        </p:cTn>
                                        <p:tgtEl>
                                          <p:spTgt spid="55"/>
                                        </p:tgtEl>
                                        <p:attrNameLst>
                                          <p:attrName>style.visibility</p:attrName>
                                        </p:attrNameLst>
                                      </p:cBhvr>
                                      <p:to>
                                        <p:strVal val="visible"/>
                                      </p:to>
                                    </p:set>
                                    <p:animScale>
                                      <p:cBhvr>
                                        <p:cTn id="122" dur="250" fill="hold">
                                          <p:stCondLst>
                                            <p:cond delay="0"/>
                                          </p:stCondLst>
                                        </p:cTn>
                                        <p:tgtEl>
                                          <p:spTgt spid="55"/>
                                        </p:tgtEl>
                                      </p:cBhvr>
                                      <p:from x="0" y="0"/>
                                      <p:to x="120000" y="105000"/>
                                    </p:animScale>
                                    <p:animScale>
                                      <p:cBhvr>
                                        <p:cTn id="123" dur="187" fill="hold">
                                          <p:stCondLst>
                                            <p:cond delay="250"/>
                                          </p:stCondLst>
                                        </p:cTn>
                                        <p:tgtEl>
                                          <p:spTgt spid="55"/>
                                        </p:tgtEl>
                                      </p:cBhvr>
                                      <p:from x="120000" y="105000"/>
                                      <p:to x="100000" y="115000"/>
                                    </p:animScale>
                                    <p:animScale>
                                      <p:cBhvr>
                                        <p:cTn id="124" dur="313" fill="hold">
                                          <p:stCondLst>
                                            <p:cond delay="437"/>
                                          </p:stCondLst>
                                        </p:cTn>
                                        <p:tgtEl>
                                          <p:spTgt spid="55"/>
                                        </p:tgtEl>
                                      </p:cBhvr>
                                      <p:from x="100000" y="115000"/>
                                      <p:to x="110000" y="100000"/>
                                    </p:animScale>
                                    <p:animScale>
                                      <p:cBhvr>
                                        <p:cTn id="125" dur="250" fill="hold">
                                          <p:stCondLst>
                                            <p:cond delay="750"/>
                                          </p:stCondLst>
                                        </p:cTn>
                                        <p:tgtEl>
                                          <p:spTgt spid="55"/>
                                        </p:tgtEl>
                                      </p:cBhvr>
                                      <p:from x="110000" y="100000"/>
                                      <p:to x="100000" y="110000"/>
                                    </p:animScale>
                                    <p:animScale>
                                      <p:cBhvr>
                                        <p:cTn id="126" dur="250" fill="hold">
                                          <p:stCondLst>
                                            <p:cond delay="1000"/>
                                          </p:stCondLst>
                                        </p:cTn>
                                        <p:tgtEl>
                                          <p:spTgt spid="55"/>
                                        </p:tgtEl>
                                      </p:cBhvr>
                                      <p:from x="100000" y="110000"/>
                                      <p:to x="100000" y="100000"/>
                                    </p:animScale>
                                  </p:childTnLst>
                                </p:cTn>
                              </p:par>
                              <p:par>
                                <p:cTn id="127" presetID="10" presetClass="entr" presetSubtype="0" decel="100000" fill="hold" grpId="0" nodeType="withEffect">
                                  <p:stCondLst>
                                    <p:cond delay="1800"/>
                                  </p:stCondLst>
                                  <p:childTnLst>
                                    <p:set>
                                      <p:cBhvr>
                                        <p:cTn id="128" dur="1" fill="hold">
                                          <p:stCondLst>
                                            <p:cond delay="0"/>
                                          </p:stCondLst>
                                        </p:cTn>
                                        <p:tgtEl>
                                          <p:spTgt spid="56"/>
                                        </p:tgtEl>
                                        <p:attrNameLst>
                                          <p:attrName>style.visibility</p:attrName>
                                        </p:attrNameLst>
                                      </p:cBhvr>
                                      <p:to>
                                        <p:strVal val="visible"/>
                                      </p:to>
                                    </p:set>
                                    <p:animScale>
                                      <p:cBhvr>
                                        <p:cTn id="129" dur="250" fill="hold">
                                          <p:stCondLst>
                                            <p:cond delay="0"/>
                                          </p:stCondLst>
                                        </p:cTn>
                                        <p:tgtEl>
                                          <p:spTgt spid="56"/>
                                        </p:tgtEl>
                                      </p:cBhvr>
                                      <p:from x="0" y="0"/>
                                      <p:to x="120000" y="105000"/>
                                    </p:animScale>
                                    <p:animScale>
                                      <p:cBhvr>
                                        <p:cTn id="130" dur="187" fill="hold">
                                          <p:stCondLst>
                                            <p:cond delay="250"/>
                                          </p:stCondLst>
                                        </p:cTn>
                                        <p:tgtEl>
                                          <p:spTgt spid="56"/>
                                        </p:tgtEl>
                                      </p:cBhvr>
                                      <p:from x="120000" y="105000"/>
                                      <p:to x="100000" y="115000"/>
                                    </p:animScale>
                                    <p:animScale>
                                      <p:cBhvr>
                                        <p:cTn id="131" dur="313" fill="hold">
                                          <p:stCondLst>
                                            <p:cond delay="437"/>
                                          </p:stCondLst>
                                        </p:cTn>
                                        <p:tgtEl>
                                          <p:spTgt spid="56"/>
                                        </p:tgtEl>
                                      </p:cBhvr>
                                      <p:from x="100000" y="115000"/>
                                      <p:to x="110000" y="100000"/>
                                    </p:animScale>
                                    <p:animScale>
                                      <p:cBhvr>
                                        <p:cTn id="132" dur="250" fill="hold">
                                          <p:stCondLst>
                                            <p:cond delay="750"/>
                                          </p:stCondLst>
                                        </p:cTn>
                                        <p:tgtEl>
                                          <p:spTgt spid="56"/>
                                        </p:tgtEl>
                                      </p:cBhvr>
                                      <p:from x="110000" y="100000"/>
                                      <p:to x="100000" y="110000"/>
                                    </p:animScale>
                                    <p:animScale>
                                      <p:cBhvr>
                                        <p:cTn id="133" dur="250" fill="hold">
                                          <p:stCondLst>
                                            <p:cond delay="1000"/>
                                          </p:stCondLst>
                                        </p:cTn>
                                        <p:tgtEl>
                                          <p:spTgt spid="56"/>
                                        </p:tgtEl>
                                      </p:cBhvr>
                                      <p:from x="100000" y="110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5" grpId="0" animBg="1"/>
      <p:bldP spid="56" grpId="0" animBg="1"/>
      <p:bldP spid="3"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市场分布</a:t>
            </a:r>
            <a:endParaRPr lang="en-US" altLang="zh-CN" dirty="0"/>
          </a:p>
        </p:txBody>
      </p:sp>
      <p:sp>
        <p:nvSpPr>
          <p:cNvPr id="26" name="矩形 25">
            <a:extLst>
              <a:ext uri="{FF2B5EF4-FFF2-40B4-BE49-F238E27FC236}">
                <a16:creationId xmlns:a16="http://schemas.microsoft.com/office/drawing/2014/main" id="{E925CD4B-6921-4C34-95D4-42696C4F4754}"/>
              </a:ext>
            </a:extLst>
          </p:cNvPr>
          <p:cNvSpPr/>
          <p:nvPr/>
        </p:nvSpPr>
        <p:spPr>
          <a:xfrm>
            <a:off x="5945138" y="1888779"/>
            <a:ext cx="2001660" cy="2523183"/>
          </a:xfrm>
          <a:prstGeom prst="rect">
            <a:avLst/>
          </a:prstGeom>
          <a:ln>
            <a:solidFill>
              <a:srgbClr val="15A0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1" dirty="0"/>
              <a:t>大模型</a:t>
            </a:r>
            <a:r>
              <a:rPr lang="en-US" altLang="zh-CN" sz="1351" dirty="0"/>
              <a:t>(</a:t>
            </a:r>
            <a:r>
              <a:rPr lang="zh-CN" altLang="en-US" sz="1351" dirty="0"/>
              <a:t>软件</a:t>
            </a:r>
            <a:r>
              <a:rPr lang="en-US" altLang="zh-CN" sz="1351" dirty="0"/>
              <a:t>)</a:t>
            </a:r>
            <a:endParaRPr lang="zh-CN" altLang="en-US" sz="1351" dirty="0"/>
          </a:p>
        </p:txBody>
      </p:sp>
      <p:pic>
        <p:nvPicPr>
          <p:cNvPr id="27" name="图形 26" descr="用户 纯色填充">
            <a:extLst>
              <a:ext uri="{FF2B5EF4-FFF2-40B4-BE49-F238E27FC236}">
                <a16:creationId xmlns:a16="http://schemas.microsoft.com/office/drawing/2014/main" id="{0A9E3F4F-BA31-4C52-9190-9A37436978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3088" y="2464544"/>
            <a:ext cx="1375597" cy="1375597"/>
          </a:xfrm>
          <a:prstGeom prst="rect">
            <a:avLst/>
          </a:prstGeom>
        </p:spPr>
      </p:pic>
      <p:cxnSp>
        <p:nvCxnSpPr>
          <p:cNvPr id="4" name="直接箭头连接符 3">
            <a:extLst>
              <a:ext uri="{FF2B5EF4-FFF2-40B4-BE49-F238E27FC236}">
                <a16:creationId xmlns:a16="http://schemas.microsoft.com/office/drawing/2014/main" id="{06B58C73-B840-4109-B180-AEF84316D5A9}"/>
              </a:ext>
            </a:extLst>
          </p:cNvPr>
          <p:cNvCxnSpPr>
            <a:cxnSpLocks/>
            <a:stCxn id="27" idx="3"/>
          </p:cNvCxnSpPr>
          <p:nvPr/>
        </p:nvCxnSpPr>
        <p:spPr>
          <a:xfrm>
            <a:off x="2238684" y="3152343"/>
            <a:ext cx="3426827"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9" name="直接连接符 8">
            <a:extLst>
              <a:ext uri="{FF2B5EF4-FFF2-40B4-BE49-F238E27FC236}">
                <a16:creationId xmlns:a16="http://schemas.microsoft.com/office/drawing/2014/main" id="{9B5E0FD0-DD8F-447F-9A68-E7FC26FCDAFB}"/>
              </a:ext>
            </a:extLst>
          </p:cNvPr>
          <p:cNvCxnSpPr/>
          <p:nvPr/>
        </p:nvCxnSpPr>
        <p:spPr>
          <a:xfrm>
            <a:off x="3393195" y="2809305"/>
            <a:ext cx="705080" cy="674783"/>
          </a:xfrm>
          <a:prstGeom prst="line">
            <a:avLst/>
          </a:prstGeom>
          <a:ln w="1016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601545E3-D1B8-425B-9B8F-C7E19697F9FA}"/>
              </a:ext>
            </a:extLst>
          </p:cNvPr>
          <p:cNvCxnSpPr>
            <a:cxnSpLocks/>
          </p:cNvCxnSpPr>
          <p:nvPr/>
        </p:nvCxnSpPr>
        <p:spPr>
          <a:xfrm flipH="1">
            <a:off x="3393196" y="2809305"/>
            <a:ext cx="692349" cy="674783"/>
          </a:xfrm>
          <a:prstGeom prst="line">
            <a:avLst/>
          </a:prstGeom>
          <a:ln w="101600">
            <a:solidFill>
              <a:srgbClr val="C00000"/>
            </a:solidFill>
          </a:ln>
        </p:spPr>
        <p:style>
          <a:lnRef idx="1">
            <a:schemeClr val="accent1"/>
          </a:lnRef>
          <a:fillRef idx="0">
            <a:schemeClr val="accent1"/>
          </a:fillRef>
          <a:effectRef idx="0">
            <a:schemeClr val="accent1"/>
          </a:effectRef>
          <a:fontRef idx="minor">
            <a:schemeClr val="tx1"/>
          </a:fontRef>
        </p:style>
      </p:cxnSp>
    </p:spTree>
    <p:custDataLst>
      <p:custData r:id="rId1"/>
    </p:custDataLst>
    <p:extLst>
      <p:ext uri="{BB962C8B-B14F-4D97-AF65-F5344CB8AC3E}">
        <p14:creationId xmlns:p14="http://schemas.microsoft.com/office/powerpoint/2010/main" val="17649987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up)">
                                      <p:cBhvr>
                                        <p:cTn id="1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en-US" altLang="zh-CN" dirty="0"/>
              <a:t>AI</a:t>
            </a:r>
            <a:r>
              <a:rPr lang="zh-CN" altLang="en-US" dirty="0"/>
              <a:t>市场分布</a:t>
            </a:r>
            <a:endParaRPr lang="en-US" altLang="zh-CN" dirty="0"/>
          </a:p>
        </p:txBody>
      </p:sp>
      <p:sp>
        <p:nvSpPr>
          <p:cNvPr id="26" name="矩形 25">
            <a:extLst>
              <a:ext uri="{FF2B5EF4-FFF2-40B4-BE49-F238E27FC236}">
                <a16:creationId xmlns:a16="http://schemas.microsoft.com/office/drawing/2014/main" id="{E925CD4B-6921-4C34-95D4-42696C4F4754}"/>
              </a:ext>
            </a:extLst>
          </p:cNvPr>
          <p:cNvSpPr/>
          <p:nvPr/>
        </p:nvSpPr>
        <p:spPr>
          <a:xfrm>
            <a:off x="9613379" y="1888779"/>
            <a:ext cx="2001660" cy="2523183"/>
          </a:xfrm>
          <a:prstGeom prst="rect">
            <a:avLst/>
          </a:prstGeom>
          <a:ln>
            <a:solidFill>
              <a:srgbClr val="15A0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1" dirty="0"/>
              <a:t>大模型</a:t>
            </a:r>
            <a:r>
              <a:rPr lang="en-US" altLang="zh-CN" sz="1351" dirty="0"/>
              <a:t>(</a:t>
            </a:r>
            <a:r>
              <a:rPr lang="zh-CN" altLang="en-US" sz="1351" dirty="0"/>
              <a:t>软件</a:t>
            </a:r>
            <a:r>
              <a:rPr lang="en-US" altLang="zh-CN" sz="1351" dirty="0"/>
              <a:t>)</a:t>
            </a:r>
            <a:endParaRPr lang="zh-CN" altLang="en-US" sz="1351" dirty="0"/>
          </a:p>
        </p:txBody>
      </p:sp>
      <p:pic>
        <p:nvPicPr>
          <p:cNvPr id="27" name="图形 26" descr="用户 纯色填充">
            <a:extLst>
              <a:ext uri="{FF2B5EF4-FFF2-40B4-BE49-F238E27FC236}">
                <a16:creationId xmlns:a16="http://schemas.microsoft.com/office/drawing/2014/main" id="{0A9E3F4F-BA31-4C52-9190-9A37436978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3088" y="2464544"/>
            <a:ext cx="1375597" cy="1375597"/>
          </a:xfrm>
          <a:prstGeom prst="rect">
            <a:avLst/>
          </a:prstGeom>
        </p:spPr>
      </p:pic>
      <p:cxnSp>
        <p:nvCxnSpPr>
          <p:cNvPr id="4" name="直接箭头连接符 3">
            <a:extLst>
              <a:ext uri="{FF2B5EF4-FFF2-40B4-BE49-F238E27FC236}">
                <a16:creationId xmlns:a16="http://schemas.microsoft.com/office/drawing/2014/main" id="{06B58C73-B840-4109-B180-AEF84316D5A9}"/>
              </a:ext>
            </a:extLst>
          </p:cNvPr>
          <p:cNvCxnSpPr>
            <a:cxnSpLocks/>
            <a:stCxn id="27" idx="3"/>
          </p:cNvCxnSpPr>
          <p:nvPr/>
        </p:nvCxnSpPr>
        <p:spPr>
          <a:xfrm>
            <a:off x="2238684" y="3152343"/>
            <a:ext cx="3426827"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8" name="矩形 7">
            <a:extLst>
              <a:ext uri="{FF2B5EF4-FFF2-40B4-BE49-F238E27FC236}">
                <a16:creationId xmlns:a16="http://schemas.microsoft.com/office/drawing/2014/main" id="{EEB57D22-623B-441F-8085-EAC59FCA47B7}"/>
              </a:ext>
            </a:extLst>
          </p:cNvPr>
          <p:cNvSpPr/>
          <p:nvPr/>
        </p:nvSpPr>
        <p:spPr>
          <a:xfrm>
            <a:off x="5819193" y="1888780"/>
            <a:ext cx="2001659" cy="252318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1" b="1" dirty="0"/>
              <a:t>传统软件</a:t>
            </a:r>
          </a:p>
        </p:txBody>
      </p:sp>
      <p:cxnSp>
        <p:nvCxnSpPr>
          <p:cNvPr id="10" name="直接箭头连接符 9">
            <a:extLst>
              <a:ext uri="{FF2B5EF4-FFF2-40B4-BE49-F238E27FC236}">
                <a16:creationId xmlns:a16="http://schemas.microsoft.com/office/drawing/2014/main" id="{1B4113D8-3EB3-4E82-B05A-9005BB27E824}"/>
              </a:ext>
            </a:extLst>
          </p:cNvPr>
          <p:cNvCxnSpPr>
            <a:cxnSpLocks/>
          </p:cNvCxnSpPr>
          <p:nvPr/>
        </p:nvCxnSpPr>
        <p:spPr>
          <a:xfrm>
            <a:off x="7948449" y="2709320"/>
            <a:ext cx="1525163"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1" name="直接箭头连接符 10">
            <a:extLst>
              <a:ext uri="{FF2B5EF4-FFF2-40B4-BE49-F238E27FC236}">
                <a16:creationId xmlns:a16="http://schemas.microsoft.com/office/drawing/2014/main" id="{1094E24F-1C82-43AE-8173-65688D57CE83}"/>
              </a:ext>
            </a:extLst>
          </p:cNvPr>
          <p:cNvCxnSpPr>
            <a:cxnSpLocks/>
          </p:cNvCxnSpPr>
          <p:nvPr/>
        </p:nvCxnSpPr>
        <p:spPr>
          <a:xfrm flipH="1">
            <a:off x="7927181" y="3615071"/>
            <a:ext cx="1525163"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grpSp>
        <p:nvGrpSpPr>
          <p:cNvPr id="18" name="组合 17">
            <a:extLst>
              <a:ext uri="{FF2B5EF4-FFF2-40B4-BE49-F238E27FC236}">
                <a16:creationId xmlns:a16="http://schemas.microsoft.com/office/drawing/2014/main" id="{2036BF35-A583-42D4-8897-0BA7510CD47E}"/>
              </a:ext>
            </a:extLst>
          </p:cNvPr>
          <p:cNvGrpSpPr/>
          <p:nvPr/>
        </p:nvGrpSpPr>
        <p:grpSpPr>
          <a:xfrm>
            <a:off x="5665509" y="1435396"/>
            <a:ext cx="6157896" cy="3765474"/>
            <a:chOff x="5665509" y="1435395"/>
            <a:chExt cx="6157896" cy="3765474"/>
          </a:xfrm>
        </p:grpSpPr>
        <p:sp>
          <p:nvSpPr>
            <p:cNvPr id="16" name="矩形: 圆角 15">
              <a:extLst>
                <a:ext uri="{FF2B5EF4-FFF2-40B4-BE49-F238E27FC236}">
                  <a16:creationId xmlns:a16="http://schemas.microsoft.com/office/drawing/2014/main" id="{617B0CB7-6841-4049-874A-D669E197B3AA}"/>
                </a:ext>
              </a:extLst>
            </p:cNvPr>
            <p:cNvSpPr/>
            <p:nvPr/>
          </p:nvSpPr>
          <p:spPr>
            <a:xfrm>
              <a:off x="5665509" y="1435395"/>
              <a:ext cx="6157896" cy="3455579"/>
            </a:xfrm>
            <a:prstGeom prst="roundRect">
              <a:avLst>
                <a:gd name="adj" fmla="val 5282"/>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文本框 16">
              <a:extLst>
                <a:ext uri="{FF2B5EF4-FFF2-40B4-BE49-F238E27FC236}">
                  <a16:creationId xmlns:a16="http://schemas.microsoft.com/office/drawing/2014/main" id="{370210A4-9D63-4306-AC50-A6076C71B31C}"/>
                </a:ext>
              </a:extLst>
            </p:cNvPr>
            <p:cNvSpPr txBox="1"/>
            <p:nvPr/>
          </p:nvSpPr>
          <p:spPr>
            <a:xfrm>
              <a:off x="7812980" y="4900659"/>
              <a:ext cx="1606530" cy="300210"/>
            </a:xfrm>
            <a:prstGeom prst="rect">
              <a:avLst/>
            </a:prstGeom>
            <a:noFill/>
          </p:spPr>
          <p:txBody>
            <a:bodyPr wrap="none" rtlCol="0">
              <a:spAutoFit/>
            </a:bodyPr>
            <a:lstStyle/>
            <a:p>
              <a:r>
                <a:rPr lang="zh-CN" altLang="en-US" sz="1351" dirty="0"/>
                <a:t>智能应用</a:t>
              </a:r>
              <a:r>
                <a:rPr lang="en-US" altLang="zh-CN" sz="1351" dirty="0"/>
                <a:t>(Agent)</a:t>
              </a:r>
              <a:endParaRPr lang="zh-CN" altLang="en-US" sz="1351" dirty="0"/>
            </a:p>
          </p:txBody>
        </p:sp>
      </p:grpSp>
      <p:sp>
        <p:nvSpPr>
          <p:cNvPr id="22" name="椭圆 21">
            <a:extLst>
              <a:ext uri="{FF2B5EF4-FFF2-40B4-BE49-F238E27FC236}">
                <a16:creationId xmlns:a16="http://schemas.microsoft.com/office/drawing/2014/main" id="{369444E7-37D0-4197-8F58-4B527EAF53AF}"/>
              </a:ext>
            </a:extLst>
          </p:cNvPr>
          <p:cNvSpPr/>
          <p:nvPr/>
        </p:nvSpPr>
        <p:spPr>
          <a:xfrm>
            <a:off x="745239" y="5344304"/>
            <a:ext cx="588936" cy="588936"/>
          </a:xfrm>
          <a:prstGeom prst="ellipse">
            <a:avLst/>
          </a:prstGeom>
          <a:solidFill>
            <a:srgbClr val="25BFB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新零售</a:t>
            </a:r>
          </a:p>
        </p:txBody>
      </p:sp>
      <p:sp>
        <p:nvSpPr>
          <p:cNvPr id="23" name="椭圆 22">
            <a:extLst>
              <a:ext uri="{FF2B5EF4-FFF2-40B4-BE49-F238E27FC236}">
                <a16:creationId xmlns:a16="http://schemas.microsoft.com/office/drawing/2014/main" id="{A82C10CA-F957-496C-8118-C827BB11516B}"/>
              </a:ext>
            </a:extLst>
          </p:cNvPr>
          <p:cNvSpPr/>
          <p:nvPr/>
        </p:nvSpPr>
        <p:spPr>
          <a:xfrm>
            <a:off x="7686299" y="6035295"/>
            <a:ext cx="588936" cy="588936"/>
          </a:xfrm>
          <a:prstGeom prst="ellipse">
            <a:avLst/>
          </a:prstGeom>
          <a:solidFill>
            <a:schemeClr val="accent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dirty="0"/>
              <a:t>物流</a:t>
            </a:r>
            <a:endParaRPr lang="en-US" altLang="zh-CN" sz="1051" dirty="0"/>
          </a:p>
          <a:p>
            <a:pPr algn="ctr"/>
            <a:r>
              <a:rPr lang="zh-CN" altLang="en-US" sz="1051" dirty="0"/>
              <a:t>运输</a:t>
            </a:r>
          </a:p>
        </p:txBody>
      </p:sp>
      <p:sp>
        <p:nvSpPr>
          <p:cNvPr id="24" name="椭圆 23">
            <a:extLst>
              <a:ext uri="{FF2B5EF4-FFF2-40B4-BE49-F238E27FC236}">
                <a16:creationId xmlns:a16="http://schemas.microsoft.com/office/drawing/2014/main" id="{815B7437-E0FD-47ED-B5A8-F909902C6698}"/>
              </a:ext>
            </a:extLst>
          </p:cNvPr>
          <p:cNvSpPr/>
          <p:nvPr/>
        </p:nvSpPr>
        <p:spPr>
          <a:xfrm>
            <a:off x="2096767" y="6035295"/>
            <a:ext cx="588936" cy="588936"/>
          </a:xfrm>
          <a:prstGeom prst="ellipse">
            <a:avLst/>
          </a:prstGeom>
          <a:solidFill>
            <a:srgbClr val="5E98F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企业</a:t>
            </a:r>
            <a:endParaRPr lang="en-US" altLang="zh-CN" sz="1051"/>
          </a:p>
          <a:p>
            <a:pPr algn="ctr"/>
            <a:r>
              <a:rPr lang="zh-CN" altLang="en-US" sz="1051"/>
              <a:t>服务</a:t>
            </a:r>
          </a:p>
        </p:txBody>
      </p:sp>
      <p:sp>
        <p:nvSpPr>
          <p:cNvPr id="25" name="椭圆 24">
            <a:extLst>
              <a:ext uri="{FF2B5EF4-FFF2-40B4-BE49-F238E27FC236}">
                <a16:creationId xmlns:a16="http://schemas.microsoft.com/office/drawing/2014/main" id="{59BFC5FA-9E9D-414D-9682-A29FDA9E1357}"/>
              </a:ext>
            </a:extLst>
          </p:cNvPr>
          <p:cNvSpPr/>
          <p:nvPr/>
        </p:nvSpPr>
        <p:spPr>
          <a:xfrm>
            <a:off x="9074508" y="5344304"/>
            <a:ext cx="588936" cy="588936"/>
          </a:xfrm>
          <a:prstGeom prst="ellipse">
            <a:avLst/>
          </a:prstGeom>
          <a:solidFill>
            <a:srgbClr val="5E98F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教育</a:t>
            </a:r>
          </a:p>
        </p:txBody>
      </p:sp>
      <p:sp>
        <p:nvSpPr>
          <p:cNvPr id="28" name="椭圆 27">
            <a:extLst>
              <a:ext uri="{FF2B5EF4-FFF2-40B4-BE49-F238E27FC236}">
                <a16:creationId xmlns:a16="http://schemas.microsoft.com/office/drawing/2014/main" id="{25FFB0A9-1D9D-450F-8CDB-CEDD6CBD6355}"/>
              </a:ext>
            </a:extLst>
          </p:cNvPr>
          <p:cNvSpPr/>
          <p:nvPr/>
        </p:nvSpPr>
        <p:spPr>
          <a:xfrm>
            <a:off x="2133451" y="5344304"/>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游戏</a:t>
            </a:r>
          </a:p>
        </p:txBody>
      </p:sp>
      <p:sp>
        <p:nvSpPr>
          <p:cNvPr id="29" name="椭圆 28">
            <a:extLst>
              <a:ext uri="{FF2B5EF4-FFF2-40B4-BE49-F238E27FC236}">
                <a16:creationId xmlns:a16="http://schemas.microsoft.com/office/drawing/2014/main" id="{5A2AFE74-43BD-43B7-9AC3-A71422C6BA02}"/>
              </a:ext>
            </a:extLst>
          </p:cNvPr>
          <p:cNvSpPr/>
          <p:nvPr/>
        </p:nvSpPr>
        <p:spPr>
          <a:xfrm>
            <a:off x="4909875" y="6035295"/>
            <a:ext cx="588936" cy="588936"/>
          </a:xfrm>
          <a:prstGeom prst="ellipse">
            <a:avLst/>
          </a:prstGeom>
          <a:solidFill>
            <a:srgbClr val="FF731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电信</a:t>
            </a:r>
          </a:p>
        </p:txBody>
      </p:sp>
      <p:sp>
        <p:nvSpPr>
          <p:cNvPr id="30" name="椭圆 29">
            <a:extLst>
              <a:ext uri="{FF2B5EF4-FFF2-40B4-BE49-F238E27FC236}">
                <a16:creationId xmlns:a16="http://schemas.microsoft.com/office/drawing/2014/main" id="{3ECB536F-CFDB-4B3F-A5CB-C7D05F53C386}"/>
              </a:ext>
            </a:extLst>
          </p:cNvPr>
          <p:cNvSpPr/>
          <p:nvPr/>
        </p:nvSpPr>
        <p:spPr>
          <a:xfrm>
            <a:off x="6298087" y="5344304"/>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出行</a:t>
            </a:r>
          </a:p>
        </p:txBody>
      </p:sp>
      <p:sp>
        <p:nvSpPr>
          <p:cNvPr id="31" name="椭圆 30">
            <a:extLst>
              <a:ext uri="{FF2B5EF4-FFF2-40B4-BE49-F238E27FC236}">
                <a16:creationId xmlns:a16="http://schemas.microsoft.com/office/drawing/2014/main" id="{FFC337C8-6E97-463D-A8D3-DBEB18EE5F9B}"/>
              </a:ext>
            </a:extLst>
          </p:cNvPr>
          <p:cNvSpPr/>
          <p:nvPr/>
        </p:nvSpPr>
        <p:spPr>
          <a:xfrm>
            <a:off x="7686299" y="5344304"/>
            <a:ext cx="588936" cy="588936"/>
          </a:xfrm>
          <a:prstGeom prst="ellipse">
            <a:avLst/>
          </a:prstGeom>
          <a:solidFill>
            <a:srgbClr val="FF731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社交</a:t>
            </a:r>
          </a:p>
        </p:txBody>
      </p:sp>
      <p:sp>
        <p:nvSpPr>
          <p:cNvPr id="33" name="椭圆 32">
            <a:extLst>
              <a:ext uri="{FF2B5EF4-FFF2-40B4-BE49-F238E27FC236}">
                <a16:creationId xmlns:a16="http://schemas.microsoft.com/office/drawing/2014/main" id="{F2CBF8EF-81BF-4FB9-B2D4-DAD611D2DB4F}"/>
              </a:ext>
            </a:extLst>
          </p:cNvPr>
          <p:cNvSpPr/>
          <p:nvPr/>
        </p:nvSpPr>
        <p:spPr>
          <a:xfrm>
            <a:off x="4909875" y="5344304"/>
            <a:ext cx="588936" cy="588936"/>
          </a:xfrm>
          <a:prstGeom prst="ellipse">
            <a:avLst/>
          </a:prstGeom>
          <a:solidFill>
            <a:srgbClr val="548EF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工具</a:t>
            </a:r>
          </a:p>
        </p:txBody>
      </p:sp>
      <p:sp>
        <p:nvSpPr>
          <p:cNvPr id="34" name="椭圆 33">
            <a:extLst>
              <a:ext uri="{FF2B5EF4-FFF2-40B4-BE49-F238E27FC236}">
                <a16:creationId xmlns:a16="http://schemas.microsoft.com/office/drawing/2014/main" id="{AF4A2BE4-C0B2-4D40-A75C-58B63F8D544F}"/>
              </a:ext>
            </a:extLst>
          </p:cNvPr>
          <p:cNvSpPr/>
          <p:nvPr/>
        </p:nvSpPr>
        <p:spPr>
          <a:xfrm>
            <a:off x="3521663" y="6035295"/>
            <a:ext cx="588936" cy="588936"/>
          </a:xfrm>
          <a:prstGeom prst="ellipse">
            <a:avLst/>
          </a:prstGeom>
          <a:solidFill>
            <a:srgbClr val="20C0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dirty="0"/>
              <a:t>物联网</a:t>
            </a:r>
          </a:p>
        </p:txBody>
      </p:sp>
      <p:sp>
        <p:nvSpPr>
          <p:cNvPr id="35" name="椭圆 34">
            <a:extLst>
              <a:ext uri="{FF2B5EF4-FFF2-40B4-BE49-F238E27FC236}">
                <a16:creationId xmlns:a16="http://schemas.microsoft.com/office/drawing/2014/main" id="{E17E3BFD-60DC-45DF-8E5E-7AE94E8FF343}"/>
              </a:ext>
            </a:extLst>
          </p:cNvPr>
          <p:cNvSpPr/>
          <p:nvPr/>
        </p:nvSpPr>
        <p:spPr>
          <a:xfrm>
            <a:off x="9074508" y="6035295"/>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dirty="0"/>
              <a:t>广告</a:t>
            </a:r>
            <a:endParaRPr lang="en-US" altLang="zh-CN" sz="1051" dirty="0"/>
          </a:p>
          <a:p>
            <a:pPr algn="ctr"/>
            <a:r>
              <a:rPr lang="zh-CN" altLang="en-US" sz="1051" dirty="0"/>
              <a:t>营销</a:t>
            </a:r>
          </a:p>
        </p:txBody>
      </p:sp>
      <p:sp>
        <p:nvSpPr>
          <p:cNvPr id="37" name="椭圆 36">
            <a:extLst>
              <a:ext uri="{FF2B5EF4-FFF2-40B4-BE49-F238E27FC236}">
                <a16:creationId xmlns:a16="http://schemas.microsoft.com/office/drawing/2014/main" id="{38750D83-5BF3-46C9-9C76-D09D7BB2C7C5}"/>
              </a:ext>
            </a:extLst>
          </p:cNvPr>
          <p:cNvSpPr/>
          <p:nvPr/>
        </p:nvSpPr>
        <p:spPr>
          <a:xfrm>
            <a:off x="6298087" y="6035295"/>
            <a:ext cx="588936" cy="588936"/>
          </a:xfrm>
          <a:prstGeom prst="ellipse">
            <a:avLst/>
          </a:prstGeom>
          <a:solidFill>
            <a:srgbClr val="04A8E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房地产</a:t>
            </a:r>
          </a:p>
        </p:txBody>
      </p:sp>
      <p:sp>
        <p:nvSpPr>
          <p:cNvPr id="38" name="椭圆 37">
            <a:extLst>
              <a:ext uri="{FF2B5EF4-FFF2-40B4-BE49-F238E27FC236}">
                <a16:creationId xmlns:a16="http://schemas.microsoft.com/office/drawing/2014/main" id="{7EE2E493-AE06-4A89-8B01-4B20DFB284D6}"/>
              </a:ext>
            </a:extLst>
          </p:cNvPr>
          <p:cNvSpPr/>
          <p:nvPr/>
        </p:nvSpPr>
        <p:spPr>
          <a:xfrm>
            <a:off x="3521663" y="5344304"/>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a:t>金融</a:t>
            </a:r>
          </a:p>
        </p:txBody>
      </p:sp>
      <p:sp>
        <p:nvSpPr>
          <p:cNvPr id="40" name="椭圆 39">
            <a:extLst>
              <a:ext uri="{FF2B5EF4-FFF2-40B4-BE49-F238E27FC236}">
                <a16:creationId xmlns:a16="http://schemas.microsoft.com/office/drawing/2014/main" id="{055DE0FF-2F07-47B2-98CE-AD52975F4AA1}"/>
              </a:ext>
            </a:extLst>
          </p:cNvPr>
          <p:cNvSpPr/>
          <p:nvPr/>
        </p:nvSpPr>
        <p:spPr>
          <a:xfrm>
            <a:off x="745239" y="6035295"/>
            <a:ext cx="588936" cy="588936"/>
          </a:xfrm>
          <a:prstGeom prst="ellipse">
            <a:avLst/>
          </a:prstGeom>
          <a:solidFill>
            <a:srgbClr val="216DF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1" dirty="0"/>
              <a:t>旅游</a:t>
            </a:r>
          </a:p>
        </p:txBody>
      </p:sp>
    </p:spTree>
    <p:custDataLst>
      <p:custData r:id="rId1"/>
    </p:custDataLst>
    <p:extLst>
      <p:ext uri="{BB962C8B-B14F-4D97-AF65-F5344CB8AC3E}">
        <p14:creationId xmlns:p14="http://schemas.microsoft.com/office/powerpoint/2010/main" val="33942958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childTnLst>
                          </p:cTn>
                        </p:par>
                        <p:par>
                          <p:cTn id="15" fill="hold">
                            <p:stCondLst>
                              <p:cond delay="500"/>
                            </p:stCondLst>
                            <p:childTnLst>
                              <p:par>
                                <p:cTn id="16" presetID="22" presetClass="entr" presetSubtype="2"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down)">
                                      <p:cBhvr>
                                        <p:cTn id="23" dur="500"/>
                                        <p:tgtEl>
                                          <p:spTgt spid="18"/>
                                        </p:tgtEl>
                                      </p:cBhvr>
                                    </p:animEffect>
                                  </p:childTnLst>
                                </p:cTn>
                              </p:par>
                              <p:par>
                                <p:cTn id="24" presetID="10" presetClass="entr" presetSubtype="0" decel="100000" fill="hold" grpId="0" nodeType="withEffect">
                                  <p:stCondLst>
                                    <p:cond delay="300"/>
                                  </p:stCondLst>
                                  <p:childTnLst>
                                    <p:set>
                                      <p:cBhvr>
                                        <p:cTn id="25" dur="1" fill="hold">
                                          <p:stCondLst>
                                            <p:cond delay="0"/>
                                          </p:stCondLst>
                                        </p:cTn>
                                        <p:tgtEl>
                                          <p:spTgt spid="22"/>
                                        </p:tgtEl>
                                        <p:attrNameLst>
                                          <p:attrName>style.visibility</p:attrName>
                                        </p:attrNameLst>
                                      </p:cBhvr>
                                      <p:to>
                                        <p:strVal val="visible"/>
                                      </p:to>
                                    </p:set>
                                    <p:animScale>
                                      <p:cBhvr>
                                        <p:cTn id="26" dur="250" fill="hold">
                                          <p:stCondLst>
                                            <p:cond delay="0"/>
                                          </p:stCondLst>
                                        </p:cTn>
                                        <p:tgtEl>
                                          <p:spTgt spid="22"/>
                                        </p:tgtEl>
                                      </p:cBhvr>
                                      <p:from x="0" y="0"/>
                                      <p:to x="120000" y="105000"/>
                                    </p:animScale>
                                    <p:animScale>
                                      <p:cBhvr>
                                        <p:cTn id="27" dur="187" fill="hold">
                                          <p:stCondLst>
                                            <p:cond delay="250"/>
                                          </p:stCondLst>
                                        </p:cTn>
                                        <p:tgtEl>
                                          <p:spTgt spid="22"/>
                                        </p:tgtEl>
                                      </p:cBhvr>
                                      <p:from x="120000" y="105000"/>
                                      <p:to x="100000" y="115000"/>
                                    </p:animScale>
                                    <p:animScale>
                                      <p:cBhvr>
                                        <p:cTn id="28" dur="313" fill="hold">
                                          <p:stCondLst>
                                            <p:cond delay="437"/>
                                          </p:stCondLst>
                                        </p:cTn>
                                        <p:tgtEl>
                                          <p:spTgt spid="22"/>
                                        </p:tgtEl>
                                      </p:cBhvr>
                                      <p:from x="100000" y="115000"/>
                                      <p:to x="110000" y="100000"/>
                                    </p:animScale>
                                    <p:animScale>
                                      <p:cBhvr>
                                        <p:cTn id="29" dur="250" fill="hold">
                                          <p:stCondLst>
                                            <p:cond delay="750"/>
                                          </p:stCondLst>
                                        </p:cTn>
                                        <p:tgtEl>
                                          <p:spTgt spid="22"/>
                                        </p:tgtEl>
                                      </p:cBhvr>
                                      <p:from x="110000" y="100000"/>
                                      <p:to x="100000" y="110000"/>
                                    </p:animScale>
                                    <p:animScale>
                                      <p:cBhvr>
                                        <p:cTn id="30" dur="250" fill="hold">
                                          <p:stCondLst>
                                            <p:cond delay="1000"/>
                                          </p:stCondLst>
                                        </p:cTn>
                                        <p:tgtEl>
                                          <p:spTgt spid="22"/>
                                        </p:tgtEl>
                                      </p:cBhvr>
                                      <p:from x="100000" y="110000"/>
                                      <p:to x="100000" y="100000"/>
                                    </p:animScale>
                                  </p:childTnLst>
                                </p:cTn>
                              </p:par>
                              <p:par>
                                <p:cTn id="31" presetID="10" presetClass="entr" presetSubtype="0" decel="100000" fill="hold" grpId="0" nodeType="withEffect">
                                  <p:stCondLst>
                                    <p:cond delay="400"/>
                                  </p:stCondLst>
                                  <p:childTnLst>
                                    <p:set>
                                      <p:cBhvr>
                                        <p:cTn id="32" dur="1" fill="hold">
                                          <p:stCondLst>
                                            <p:cond delay="0"/>
                                          </p:stCondLst>
                                        </p:cTn>
                                        <p:tgtEl>
                                          <p:spTgt spid="23"/>
                                        </p:tgtEl>
                                        <p:attrNameLst>
                                          <p:attrName>style.visibility</p:attrName>
                                        </p:attrNameLst>
                                      </p:cBhvr>
                                      <p:to>
                                        <p:strVal val="visible"/>
                                      </p:to>
                                    </p:set>
                                    <p:animScale>
                                      <p:cBhvr>
                                        <p:cTn id="33" dur="250" fill="hold">
                                          <p:stCondLst>
                                            <p:cond delay="0"/>
                                          </p:stCondLst>
                                        </p:cTn>
                                        <p:tgtEl>
                                          <p:spTgt spid="23"/>
                                        </p:tgtEl>
                                      </p:cBhvr>
                                      <p:from x="0" y="0"/>
                                      <p:to x="120000" y="105000"/>
                                    </p:animScale>
                                    <p:animScale>
                                      <p:cBhvr>
                                        <p:cTn id="34" dur="187" fill="hold">
                                          <p:stCondLst>
                                            <p:cond delay="250"/>
                                          </p:stCondLst>
                                        </p:cTn>
                                        <p:tgtEl>
                                          <p:spTgt spid="23"/>
                                        </p:tgtEl>
                                      </p:cBhvr>
                                      <p:from x="120000" y="105000"/>
                                      <p:to x="100000" y="115000"/>
                                    </p:animScale>
                                    <p:animScale>
                                      <p:cBhvr>
                                        <p:cTn id="35" dur="313" fill="hold">
                                          <p:stCondLst>
                                            <p:cond delay="437"/>
                                          </p:stCondLst>
                                        </p:cTn>
                                        <p:tgtEl>
                                          <p:spTgt spid="23"/>
                                        </p:tgtEl>
                                      </p:cBhvr>
                                      <p:from x="100000" y="115000"/>
                                      <p:to x="110000" y="100000"/>
                                    </p:animScale>
                                    <p:animScale>
                                      <p:cBhvr>
                                        <p:cTn id="36" dur="250" fill="hold">
                                          <p:stCondLst>
                                            <p:cond delay="750"/>
                                          </p:stCondLst>
                                        </p:cTn>
                                        <p:tgtEl>
                                          <p:spTgt spid="23"/>
                                        </p:tgtEl>
                                      </p:cBhvr>
                                      <p:from x="110000" y="100000"/>
                                      <p:to x="100000" y="110000"/>
                                    </p:animScale>
                                    <p:animScale>
                                      <p:cBhvr>
                                        <p:cTn id="37" dur="250" fill="hold">
                                          <p:stCondLst>
                                            <p:cond delay="1000"/>
                                          </p:stCondLst>
                                        </p:cTn>
                                        <p:tgtEl>
                                          <p:spTgt spid="23"/>
                                        </p:tgtEl>
                                      </p:cBhvr>
                                      <p:from x="100000" y="110000"/>
                                      <p:to x="100000" y="100000"/>
                                    </p:animScale>
                                  </p:childTnLst>
                                </p:cTn>
                              </p:par>
                              <p:par>
                                <p:cTn id="38" presetID="10" presetClass="entr" presetSubtype="0" decel="100000" fill="hold" grpId="0" nodeType="withEffect">
                                  <p:stCondLst>
                                    <p:cond delay="500"/>
                                  </p:stCondLst>
                                  <p:childTnLst>
                                    <p:set>
                                      <p:cBhvr>
                                        <p:cTn id="39" dur="1" fill="hold">
                                          <p:stCondLst>
                                            <p:cond delay="0"/>
                                          </p:stCondLst>
                                        </p:cTn>
                                        <p:tgtEl>
                                          <p:spTgt spid="24"/>
                                        </p:tgtEl>
                                        <p:attrNameLst>
                                          <p:attrName>style.visibility</p:attrName>
                                        </p:attrNameLst>
                                      </p:cBhvr>
                                      <p:to>
                                        <p:strVal val="visible"/>
                                      </p:to>
                                    </p:set>
                                    <p:animScale>
                                      <p:cBhvr>
                                        <p:cTn id="40" dur="250" fill="hold">
                                          <p:stCondLst>
                                            <p:cond delay="0"/>
                                          </p:stCondLst>
                                        </p:cTn>
                                        <p:tgtEl>
                                          <p:spTgt spid="24"/>
                                        </p:tgtEl>
                                      </p:cBhvr>
                                      <p:from x="0" y="0"/>
                                      <p:to x="120000" y="105000"/>
                                    </p:animScale>
                                    <p:animScale>
                                      <p:cBhvr>
                                        <p:cTn id="41" dur="187" fill="hold">
                                          <p:stCondLst>
                                            <p:cond delay="250"/>
                                          </p:stCondLst>
                                        </p:cTn>
                                        <p:tgtEl>
                                          <p:spTgt spid="24"/>
                                        </p:tgtEl>
                                      </p:cBhvr>
                                      <p:from x="120000" y="105000"/>
                                      <p:to x="100000" y="115000"/>
                                    </p:animScale>
                                    <p:animScale>
                                      <p:cBhvr>
                                        <p:cTn id="42" dur="313" fill="hold">
                                          <p:stCondLst>
                                            <p:cond delay="437"/>
                                          </p:stCondLst>
                                        </p:cTn>
                                        <p:tgtEl>
                                          <p:spTgt spid="24"/>
                                        </p:tgtEl>
                                      </p:cBhvr>
                                      <p:from x="100000" y="115000"/>
                                      <p:to x="110000" y="100000"/>
                                    </p:animScale>
                                    <p:animScale>
                                      <p:cBhvr>
                                        <p:cTn id="43" dur="250" fill="hold">
                                          <p:stCondLst>
                                            <p:cond delay="750"/>
                                          </p:stCondLst>
                                        </p:cTn>
                                        <p:tgtEl>
                                          <p:spTgt spid="24"/>
                                        </p:tgtEl>
                                      </p:cBhvr>
                                      <p:from x="110000" y="100000"/>
                                      <p:to x="100000" y="110000"/>
                                    </p:animScale>
                                    <p:animScale>
                                      <p:cBhvr>
                                        <p:cTn id="44" dur="250" fill="hold">
                                          <p:stCondLst>
                                            <p:cond delay="1000"/>
                                          </p:stCondLst>
                                        </p:cTn>
                                        <p:tgtEl>
                                          <p:spTgt spid="24"/>
                                        </p:tgtEl>
                                      </p:cBhvr>
                                      <p:from x="100000" y="110000"/>
                                      <p:to x="100000" y="100000"/>
                                    </p:animScale>
                                  </p:childTnLst>
                                </p:cTn>
                              </p:par>
                              <p:par>
                                <p:cTn id="45" presetID="10" presetClass="entr" presetSubtype="0" decel="100000" fill="hold" grpId="0" nodeType="withEffect">
                                  <p:stCondLst>
                                    <p:cond delay="600"/>
                                  </p:stCondLst>
                                  <p:childTnLst>
                                    <p:set>
                                      <p:cBhvr>
                                        <p:cTn id="46" dur="1" fill="hold">
                                          <p:stCondLst>
                                            <p:cond delay="0"/>
                                          </p:stCondLst>
                                        </p:cTn>
                                        <p:tgtEl>
                                          <p:spTgt spid="25"/>
                                        </p:tgtEl>
                                        <p:attrNameLst>
                                          <p:attrName>style.visibility</p:attrName>
                                        </p:attrNameLst>
                                      </p:cBhvr>
                                      <p:to>
                                        <p:strVal val="visible"/>
                                      </p:to>
                                    </p:set>
                                    <p:animScale>
                                      <p:cBhvr>
                                        <p:cTn id="47" dur="250" fill="hold">
                                          <p:stCondLst>
                                            <p:cond delay="0"/>
                                          </p:stCondLst>
                                        </p:cTn>
                                        <p:tgtEl>
                                          <p:spTgt spid="25"/>
                                        </p:tgtEl>
                                      </p:cBhvr>
                                      <p:from x="0" y="0"/>
                                      <p:to x="120000" y="105000"/>
                                    </p:animScale>
                                    <p:animScale>
                                      <p:cBhvr>
                                        <p:cTn id="48" dur="187" fill="hold">
                                          <p:stCondLst>
                                            <p:cond delay="250"/>
                                          </p:stCondLst>
                                        </p:cTn>
                                        <p:tgtEl>
                                          <p:spTgt spid="25"/>
                                        </p:tgtEl>
                                      </p:cBhvr>
                                      <p:from x="120000" y="105000"/>
                                      <p:to x="100000" y="115000"/>
                                    </p:animScale>
                                    <p:animScale>
                                      <p:cBhvr>
                                        <p:cTn id="49" dur="313" fill="hold">
                                          <p:stCondLst>
                                            <p:cond delay="437"/>
                                          </p:stCondLst>
                                        </p:cTn>
                                        <p:tgtEl>
                                          <p:spTgt spid="25"/>
                                        </p:tgtEl>
                                      </p:cBhvr>
                                      <p:from x="100000" y="115000"/>
                                      <p:to x="110000" y="100000"/>
                                    </p:animScale>
                                    <p:animScale>
                                      <p:cBhvr>
                                        <p:cTn id="50" dur="250" fill="hold">
                                          <p:stCondLst>
                                            <p:cond delay="750"/>
                                          </p:stCondLst>
                                        </p:cTn>
                                        <p:tgtEl>
                                          <p:spTgt spid="25"/>
                                        </p:tgtEl>
                                      </p:cBhvr>
                                      <p:from x="110000" y="100000"/>
                                      <p:to x="100000" y="110000"/>
                                    </p:animScale>
                                    <p:animScale>
                                      <p:cBhvr>
                                        <p:cTn id="51" dur="250" fill="hold">
                                          <p:stCondLst>
                                            <p:cond delay="1000"/>
                                          </p:stCondLst>
                                        </p:cTn>
                                        <p:tgtEl>
                                          <p:spTgt spid="25"/>
                                        </p:tgtEl>
                                      </p:cBhvr>
                                      <p:from x="100000" y="110000"/>
                                      <p:to x="100000" y="100000"/>
                                    </p:animScale>
                                  </p:childTnLst>
                                </p:cTn>
                              </p:par>
                              <p:par>
                                <p:cTn id="52" presetID="10" presetClass="entr" presetSubtype="0" decel="100000" fill="hold" grpId="0" nodeType="withEffect">
                                  <p:stCondLst>
                                    <p:cond delay="700"/>
                                  </p:stCondLst>
                                  <p:childTnLst>
                                    <p:set>
                                      <p:cBhvr>
                                        <p:cTn id="53" dur="1" fill="hold">
                                          <p:stCondLst>
                                            <p:cond delay="0"/>
                                          </p:stCondLst>
                                        </p:cTn>
                                        <p:tgtEl>
                                          <p:spTgt spid="28"/>
                                        </p:tgtEl>
                                        <p:attrNameLst>
                                          <p:attrName>style.visibility</p:attrName>
                                        </p:attrNameLst>
                                      </p:cBhvr>
                                      <p:to>
                                        <p:strVal val="visible"/>
                                      </p:to>
                                    </p:set>
                                    <p:animScale>
                                      <p:cBhvr>
                                        <p:cTn id="54" dur="250" fill="hold">
                                          <p:stCondLst>
                                            <p:cond delay="0"/>
                                          </p:stCondLst>
                                        </p:cTn>
                                        <p:tgtEl>
                                          <p:spTgt spid="28"/>
                                        </p:tgtEl>
                                      </p:cBhvr>
                                      <p:from x="0" y="0"/>
                                      <p:to x="120000" y="105000"/>
                                    </p:animScale>
                                    <p:animScale>
                                      <p:cBhvr>
                                        <p:cTn id="55" dur="187" fill="hold">
                                          <p:stCondLst>
                                            <p:cond delay="250"/>
                                          </p:stCondLst>
                                        </p:cTn>
                                        <p:tgtEl>
                                          <p:spTgt spid="28"/>
                                        </p:tgtEl>
                                      </p:cBhvr>
                                      <p:from x="120000" y="105000"/>
                                      <p:to x="100000" y="115000"/>
                                    </p:animScale>
                                    <p:animScale>
                                      <p:cBhvr>
                                        <p:cTn id="56" dur="313" fill="hold">
                                          <p:stCondLst>
                                            <p:cond delay="437"/>
                                          </p:stCondLst>
                                        </p:cTn>
                                        <p:tgtEl>
                                          <p:spTgt spid="28"/>
                                        </p:tgtEl>
                                      </p:cBhvr>
                                      <p:from x="100000" y="115000"/>
                                      <p:to x="110000" y="100000"/>
                                    </p:animScale>
                                    <p:animScale>
                                      <p:cBhvr>
                                        <p:cTn id="57" dur="250" fill="hold">
                                          <p:stCondLst>
                                            <p:cond delay="750"/>
                                          </p:stCondLst>
                                        </p:cTn>
                                        <p:tgtEl>
                                          <p:spTgt spid="28"/>
                                        </p:tgtEl>
                                      </p:cBhvr>
                                      <p:from x="110000" y="100000"/>
                                      <p:to x="100000" y="110000"/>
                                    </p:animScale>
                                    <p:animScale>
                                      <p:cBhvr>
                                        <p:cTn id="58" dur="250" fill="hold">
                                          <p:stCondLst>
                                            <p:cond delay="1000"/>
                                          </p:stCondLst>
                                        </p:cTn>
                                        <p:tgtEl>
                                          <p:spTgt spid="28"/>
                                        </p:tgtEl>
                                      </p:cBhvr>
                                      <p:from x="100000" y="110000"/>
                                      <p:to x="100000" y="100000"/>
                                    </p:animScale>
                                  </p:childTnLst>
                                </p:cTn>
                              </p:par>
                              <p:par>
                                <p:cTn id="59" presetID="10" presetClass="entr" presetSubtype="0" decel="100000" fill="hold" grpId="0" nodeType="withEffect">
                                  <p:stCondLst>
                                    <p:cond delay="800"/>
                                  </p:stCondLst>
                                  <p:childTnLst>
                                    <p:set>
                                      <p:cBhvr>
                                        <p:cTn id="60" dur="1" fill="hold">
                                          <p:stCondLst>
                                            <p:cond delay="0"/>
                                          </p:stCondLst>
                                        </p:cTn>
                                        <p:tgtEl>
                                          <p:spTgt spid="29"/>
                                        </p:tgtEl>
                                        <p:attrNameLst>
                                          <p:attrName>style.visibility</p:attrName>
                                        </p:attrNameLst>
                                      </p:cBhvr>
                                      <p:to>
                                        <p:strVal val="visible"/>
                                      </p:to>
                                    </p:set>
                                    <p:animScale>
                                      <p:cBhvr>
                                        <p:cTn id="61" dur="250" fill="hold">
                                          <p:stCondLst>
                                            <p:cond delay="0"/>
                                          </p:stCondLst>
                                        </p:cTn>
                                        <p:tgtEl>
                                          <p:spTgt spid="29"/>
                                        </p:tgtEl>
                                      </p:cBhvr>
                                      <p:from x="0" y="0"/>
                                      <p:to x="120000" y="105000"/>
                                    </p:animScale>
                                    <p:animScale>
                                      <p:cBhvr>
                                        <p:cTn id="62" dur="187" fill="hold">
                                          <p:stCondLst>
                                            <p:cond delay="250"/>
                                          </p:stCondLst>
                                        </p:cTn>
                                        <p:tgtEl>
                                          <p:spTgt spid="29"/>
                                        </p:tgtEl>
                                      </p:cBhvr>
                                      <p:from x="120000" y="105000"/>
                                      <p:to x="100000" y="115000"/>
                                    </p:animScale>
                                    <p:animScale>
                                      <p:cBhvr>
                                        <p:cTn id="63" dur="313" fill="hold">
                                          <p:stCondLst>
                                            <p:cond delay="437"/>
                                          </p:stCondLst>
                                        </p:cTn>
                                        <p:tgtEl>
                                          <p:spTgt spid="29"/>
                                        </p:tgtEl>
                                      </p:cBhvr>
                                      <p:from x="100000" y="115000"/>
                                      <p:to x="110000" y="100000"/>
                                    </p:animScale>
                                    <p:animScale>
                                      <p:cBhvr>
                                        <p:cTn id="64" dur="250" fill="hold">
                                          <p:stCondLst>
                                            <p:cond delay="750"/>
                                          </p:stCondLst>
                                        </p:cTn>
                                        <p:tgtEl>
                                          <p:spTgt spid="29"/>
                                        </p:tgtEl>
                                      </p:cBhvr>
                                      <p:from x="110000" y="100000"/>
                                      <p:to x="100000" y="110000"/>
                                    </p:animScale>
                                    <p:animScale>
                                      <p:cBhvr>
                                        <p:cTn id="65" dur="250" fill="hold">
                                          <p:stCondLst>
                                            <p:cond delay="1000"/>
                                          </p:stCondLst>
                                        </p:cTn>
                                        <p:tgtEl>
                                          <p:spTgt spid="29"/>
                                        </p:tgtEl>
                                      </p:cBhvr>
                                      <p:from x="100000" y="110000"/>
                                      <p:to x="100000" y="100000"/>
                                    </p:animScale>
                                  </p:childTnLst>
                                </p:cTn>
                              </p:par>
                              <p:par>
                                <p:cTn id="66" presetID="10" presetClass="entr" presetSubtype="0" decel="100000" fill="hold" grpId="0" nodeType="withEffect">
                                  <p:stCondLst>
                                    <p:cond delay="900"/>
                                  </p:stCondLst>
                                  <p:childTnLst>
                                    <p:set>
                                      <p:cBhvr>
                                        <p:cTn id="67" dur="1" fill="hold">
                                          <p:stCondLst>
                                            <p:cond delay="0"/>
                                          </p:stCondLst>
                                        </p:cTn>
                                        <p:tgtEl>
                                          <p:spTgt spid="30"/>
                                        </p:tgtEl>
                                        <p:attrNameLst>
                                          <p:attrName>style.visibility</p:attrName>
                                        </p:attrNameLst>
                                      </p:cBhvr>
                                      <p:to>
                                        <p:strVal val="visible"/>
                                      </p:to>
                                    </p:set>
                                    <p:animScale>
                                      <p:cBhvr>
                                        <p:cTn id="68" dur="250" fill="hold">
                                          <p:stCondLst>
                                            <p:cond delay="0"/>
                                          </p:stCondLst>
                                        </p:cTn>
                                        <p:tgtEl>
                                          <p:spTgt spid="30"/>
                                        </p:tgtEl>
                                      </p:cBhvr>
                                      <p:from x="0" y="0"/>
                                      <p:to x="120000" y="105000"/>
                                    </p:animScale>
                                    <p:animScale>
                                      <p:cBhvr>
                                        <p:cTn id="69" dur="187" fill="hold">
                                          <p:stCondLst>
                                            <p:cond delay="250"/>
                                          </p:stCondLst>
                                        </p:cTn>
                                        <p:tgtEl>
                                          <p:spTgt spid="30"/>
                                        </p:tgtEl>
                                      </p:cBhvr>
                                      <p:from x="120000" y="105000"/>
                                      <p:to x="100000" y="115000"/>
                                    </p:animScale>
                                    <p:animScale>
                                      <p:cBhvr>
                                        <p:cTn id="70" dur="313" fill="hold">
                                          <p:stCondLst>
                                            <p:cond delay="437"/>
                                          </p:stCondLst>
                                        </p:cTn>
                                        <p:tgtEl>
                                          <p:spTgt spid="30"/>
                                        </p:tgtEl>
                                      </p:cBhvr>
                                      <p:from x="100000" y="115000"/>
                                      <p:to x="110000" y="100000"/>
                                    </p:animScale>
                                    <p:animScale>
                                      <p:cBhvr>
                                        <p:cTn id="71" dur="250" fill="hold">
                                          <p:stCondLst>
                                            <p:cond delay="750"/>
                                          </p:stCondLst>
                                        </p:cTn>
                                        <p:tgtEl>
                                          <p:spTgt spid="30"/>
                                        </p:tgtEl>
                                      </p:cBhvr>
                                      <p:from x="110000" y="100000"/>
                                      <p:to x="100000" y="110000"/>
                                    </p:animScale>
                                    <p:animScale>
                                      <p:cBhvr>
                                        <p:cTn id="72" dur="250" fill="hold">
                                          <p:stCondLst>
                                            <p:cond delay="1000"/>
                                          </p:stCondLst>
                                        </p:cTn>
                                        <p:tgtEl>
                                          <p:spTgt spid="30"/>
                                        </p:tgtEl>
                                      </p:cBhvr>
                                      <p:from x="100000" y="110000"/>
                                      <p:to x="100000" y="100000"/>
                                    </p:animScale>
                                  </p:childTnLst>
                                </p:cTn>
                              </p:par>
                              <p:par>
                                <p:cTn id="73" presetID="10" presetClass="entr" presetSubtype="0" decel="100000" fill="hold" grpId="0" nodeType="withEffect">
                                  <p:stCondLst>
                                    <p:cond delay="1000"/>
                                  </p:stCondLst>
                                  <p:childTnLst>
                                    <p:set>
                                      <p:cBhvr>
                                        <p:cTn id="74" dur="1" fill="hold">
                                          <p:stCondLst>
                                            <p:cond delay="0"/>
                                          </p:stCondLst>
                                        </p:cTn>
                                        <p:tgtEl>
                                          <p:spTgt spid="31"/>
                                        </p:tgtEl>
                                        <p:attrNameLst>
                                          <p:attrName>style.visibility</p:attrName>
                                        </p:attrNameLst>
                                      </p:cBhvr>
                                      <p:to>
                                        <p:strVal val="visible"/>
                                      </p:to>
                                    </p:set>
                                    <p:animScale>
                                      <p:cBhvr>
                                        <p:cTn id="75" dur="250" fill="hold">
                                          <p:stCondLst>
                                            <p:cond delay="0"/>
                                          </p:stCondLst>
                                        </p:cTn>
                                        <p:tgtEl>
                                          <p:spTgt spid="31"/>
                                        </p:tgtEl>
                                      </p:cBhvr>
                                      <p:from x="0" y="0"/>
                                      <p:to x="120000" y="105000"/>
                                    </p:animScale>
                                    <p:animScale>
                                      <p:cBhvr>
                                        <p:cTn id="76" dur="187" fill="hold">
                                          <p:stCondLst>
                                            <p:cond delay="250"/>
                                          </p:stCondLst>
                                        </p:cTn>
                                        <p:tgtEl>
                                          <p:spTgt spid="31"/>
                                        </p:tgtEl>
                                      </p:cBhvr>
                                      <p:from x="120000" y="105000"/>
                                      <p:to x="100000" y="115000"/>
                                    </p:animScale>
                                    <p:animScale>
                                      <p:cBhvr>
                                        <p:cTn id="77" dur="313" fill="hold">
                                          <p:stCondLst>
                                            <p:cond delay="437"/>
                                          </p:stCondLst>
                                        </p:cTn>
                                        <p:tgtEl>
                                          <p:spTgt spid="31"/>
                                        </p:tgtEl>
                                      </p:cBhvr>
                                      <p:from x="100000" y="115000"/>
                                      <p:to x="110000" y="100000"/>
                                    </p:animScale>
                                    <p:animScale>
                                      <p:cBhvr>
                                        <p:cTn id="78" dur="250" fill="hold">
                                          <p:stCondLst>
                                            <p:cond delay="750"/>
                                          </p:stCondLst>
                                        </p:cTn>
                                        <p:tgtEl>
                                          <p:spTgt spid="31"/>
                                        </p:tgtEl>
                                      </p:cBhvr>
                                      <p:from x="110000" y="100000"/>
                                      <p:to x="100000" y="110000"/>
                                    </p:animScale>
                                    <p:animScale>
                                      <p:cBhvr>
                                        <p:cTn id="79" dur="250" fill="hold">
                                          <p:stCondLst>
                                            <p:cond delay="1000"/>
                                          </p:stCondLst>
                                        </p:cTn>
                                        <p:tgtEl>
                                          <p:spTgt spid="31"/>
                                        </p:tgtEl>
                                      </p:cBhvr>
                                      <p:from x="100000" y="110000"/>
                                      <p:to x="100000" y="100000"/>
                                    </p:animScale>
                                  </p:childTnLst>
                                </p:cTn>
                              </p:par>
                              <p:par>
                                <p:cTn id="80" presetID="10" presetClass="entr" presetSubtype="0" decel="100000" fill="hold" grpId="0" nodeType="withEffect">
                                  <p:stCondLst>
                                    <p:cond delay="1200"/>
                                  </p:stCondLst>
                                  <p:childTnLst>
                                    <p:set>
                                      <p:cBhvr>
                                        <p:cTn id="81" dur="1" fill="hold">
                                          <p:stCondLst>
                                            <p:cond delay="0"/>
                                          </p:stCondLst>
                                        </p:cTn>
                                        <p:tgtEl>
                                          <p:spTgt spid="33"/>
                                        </p:tgtEl>
                                        <p:attrNameLst>
                                          <p:attrName>style.visibility</p:attrName>
                                        </p:attrNameLst>
                                      </p:cBhvr>
                                      <p:to>
                                        <p:strVal val="visible"/>
                                      </p:to>
                                    </p:set>
                                    <p:animScale>
                                      <p:cBhvr>
                                        <p:cTn id="82" dur="250" fill="hold">
                                          <p:stCondLst>
                                            <p:cond delay="0"/>
                                          </p:stCondLst>
                                        </p:cTn>
                                        <p:tgtEl>
                                          <p:spTgt spid="33"/>
                                        </p:tgtEl>
                                      </p:cBhvr>
                                      <p:from x="0" y="0"/>
                                      <p:to x="120000" y="105000"/>
                                    </p:animScale>
                                    <p:animScale>
                                      <p:cBhvr>
                                        <p:cTn id="83" dur="187" fill="hold">
                                          <p:stCondLst>
                                            <p:cond delay="250"/>
                                          </p:stCondLst>
                                        </p:cTn>
                                        <p:tgtEl>
                                          <p:spTgt spid="33"/>
                                        </p:tgtEl>
                                      </p:cBhvr>
                                      <p:from x="120000" y="105000"/>
                                      <p:to x="100000" y="115000"/>
                                    </p:animScale>
                                    <p:animScale>
                                      <p:cBhvr>
                                        <p:cTn id="84" dur="313" fill="hold">
                                          <p:stCondLst>
                                            <p:cond delay="437"/>
                                          </p:stCondLst>
                                        </p:cTn>
                                        <p:tgtEl>
                                          <p:spTgt spid="33"/>
                                        </p:tgtEl>
                                      </p:cBhvr>
                                      <p:from x="100000" y="115000"/>
                                      <p:to x="110000" y="100000"/>
                                    </p:animScale>
                                    <p:animScale>
                                      <p:cBhvr>
                                        <p:cTn id="85" dur="250" fill="hold">
                                          <p:stCondLst>
                                            <p:cond delay="750"/>
                                          </p:stCondLst>
                                        </p:cTn>
                                        <p:tgtEl>
                                          <p:spTgt spid="33"/>
                                        </p:tgtEl>
                                      </p:cBhvr>
                                      <p:from x="110000" y="100000"/>
                                      <p:to x="100000" y="110000"/>
                                    </p:animScale>
                                    <p:animScale>
                                      <p:cBhvr>
                                        <p:cTn id="86" dur="250" fill="hold">
                                          <p:stCondLst>
                                            <p:cond delay="1000"/>
                                          </p:stCondLst>
                                        </p:cTn>
                                        <p:tgtEl>
                                          <p:spTgt spid="33"/>
                                        </p:tgtEl>
                                      </p:cBhvr>
                                      <p:from x="100000" y="110000"/>
                                      <p:to x="100000" y="100000"/>
                                    </p:animScale>
                                  </p:childTnLst>
                                </p:cTn>
                              </p:par>
                              <p:par>
                                <p:cTn id="87" presetID="10" presetClass="entr" presetSubtype="0" decel="100000" fill="hold" grpId="0" nodeType="withEffect">
                                  <p:stCondLst>
                                    <p:cond delay="1400"/>
                                  </p:stCondLst>
                                  <p:childTnLst>
                                    <p:set>
                                      <p:cBhvr>
                                        <p:cTn id="88" dur="1" fill="hold">
                                          <p:stCondLst>
                                            <p:cond delay="0"/>
                                          </p:stCondLst>
                                        </p:cTn>
                                        <p:tgtEl>
                                          <p:spTgt spid="34"/>
                                        </p:tgtEl>
                                        <p:attrNameLst>
                                          <p:attrName>style.visibility</p:attrName>
                                        </p:attrNameLst>
                                      </p:cBhvr>
                                      <p:to>
                                        <p:strVal val="visible"/>
                                      </p:to>
                                    </p:set>
                                    <p:animScale>
                                      <p:cBhvr>
                                        <p:cTn id="89" dur="250" fill="hold">
                                          <p:stCondLst>
                                            <p:cond delay="0"/>
                                          </p:stCondLst>
                                        </p:cTn>
                                        <p:tgtEl>
                                          <p:spTgt spid="34"/>
                                        </p:tgtEl>
                                      </p:cBhvr>
                                      <p:from x="0" y="0"/>
                                      <p:to x="120000" y="105000"/>
                                    </p:animScale>
                                    <p:animScale>
                                      <p:cBhvr>
                                        <p:cTn id="90" dur="187" fill="hold">
                                          <p:stCondLst>
                                            <p:cond delay="250"/>
                                          </p:stCondLst>
                                        </p:cTn>
                                        <p:tgtEl>
                                          <p:spTgt spid="34"/>
                                        </p:tgtEl>
                                      </p:cBhvr>
                                      <p:from x="120000" y="105000"/>
                                      <p:to x="100000" y="115000"/>
                                    </p:animScale>
                                    <p:animScale>
                                      <p:cBhvr>
                                        <p:cTn id="91" dur="313" fill="hold">
                                          <p:stCondLst>
                                            <p:cond delay="437"/>
                                          </p:stCondLst>
                                        </p:cTn>
                                        <p:tgtEl>
                                          <p:spTgt spid="34"/>
                                        </p:tgtEl>
                                      </p:cBhvr>
                                      <p:from x="100000" y="115000"/>
                                      <p:to x="110000" y="100000"/>
                                    </p:animScale>
                                    <p:animScale>
                                      <p:cBhvr>
                                        <p:cTn id="92" dur="250" fill="hold">
                                          <p:stCondLst>
                                            <p:cond delay="750"/>
                                          </p:stCondLst>
                                        </p:cTn>
                                        <p:tgtEl>
                                          <p:spTgt spid="34"/>
                                        </p:tgtEl>
                                      </p:cBhvr>
                                      <p:from x="110000" y="100000"/>
                                      <p:to x="100000" y="110000"/>
                                    </p:animScale>
                                    <p:animScale>
                                      <p:cBhvr>
                                        <p:cTn id="93" dur="250" fill="hold">
                                          <p:stCondLst>
                                            <p:cond delay="1000"/>
                                          </p:stCondLst>
                                        </p:cTn>
                                        <p:tgtEl>
                                          <p:spTgt spid="34"/>
                                        </p:tgtEl>
                                      </p:cBhvr>
                                      <p:from x="100000" y="110000"/>
                                      <p:to x="100000" y="100000"/>
                                    </p:animScale>
                                  </p:childTnLst>
                                </p:cTn>
                              </p:par>
                              <p:par>
                                <p:cTn id="94" presetID="10" presetClass="entr" presetSubtype="0" decel="100000" fill="hold" grpId="0" nodeType="withEffect">
                                  <p:stCondLst>
                                    <p:cond delay="1500"/>
                                  </p:stCondLst>
                                  <p:childTnLst>
                                    <p:set>
                                      <p:cBhvr>
                                        <p:cTn id="95" dur="1" fill="hold">
                                          <p:stCondLst>
                                            <p:cond delay="0"/>
                                          </p:stCondLst>
                                        </p:cTn>
                                        <p:tgtEl>
                                          <p:spTgt spid="35"/>
                                        </p:tgtEl>
                                        <p:attrNameLst>
                                          <p:attrName>style.visibility</p:attrName>
                                        </p:attrNameLst>
                                      </p:cBhvr>
                                      <p:to>
                                        <p:strVal val="visible"/>
                                      </p:to>
                                    </p:set>
                                    <p:animScale>
                                      <p:cBhvr>
                                        <p:cTn id="96" dur="250" fill="hold">
                                          <p:stCondLst>
                                            <p:cond delay="0"/>
                                          </p:stCondLst>
                                        </p:cTn>
                                        <p:tgtEl>
                                          <p:spTgt spid="35"/>
                                        </p:tgtEl>
                                      </p:cBhvr>
                                      <p:from x="0" y="0"/>
                                      <p:to x="120000" y="105000"/>
                                    </p:animScale>
                                    <p:animScale>
                                      <p:cBhvr>
                                        <p:cTn id="97" dur="187" fill="hold">
                                          <p:stCondLst>
                                            <p:cond delay="250"/>
                                          </p:stCondLst>
                                        </p:cTn>
                                        <p:tgtEl>
                                          <p:spTgt spid="35"/>
                                        </p:tgtEl>
                                      </p:cBhvr>
                                      <p:from x="120000" y="105000"/>
                                      <p:to x="100000" y="115000"/>
                                    </p:animScale>
                                    <p:animScale>
                                      <p:cBhvr>
                                        <p:cTn id="98" dur="313" fill="hold">
                                          <p:stCondLst>
                                            <p:cond delay="437"/>
                                          </p:stCondLst>
                                        </p:cTn>
                                        <p:tgtEl>
                                          <p:spTgt spid="35"/>
                                        </p:tgtEl>
                                      </p:cBhvr>
                                      <p:from x="100000" y="115000"/>
                                      <p:to x="110000" y="100000"/>
                                    </p:animScale>
                                    <p:animScale>
                                      <p:cBhvr>
                                        <p:cTn id="99" dur="250" fill="hold">
                                          <p:stCondLst>
                                            <p:cond delay="750"/>
                                          </p:stCondLst>
                                        </p:cTn>
                                        <p:tgtEl>
                                          <p:spTgt spid="35"/>
                                        </p:tgtEl>
                                      </p:cBhvr>
                                      <p:from x="110000" y="100000"/>
                                      <p:to x="100000" y="110000"/>
                                    </p:animScale>
                                    <p:animScale>
                                      <p:cBhvr>
                                        <p:cTn id="100" dur="250" fill="hold">
                                          <p:stCondLst>
                                            <p:cond delay="1000"/>
                                          </p:stCondLst>
                                        </p:cTn>
                                        <p:tgtEl>
                                          <p:spTgt spid="35"/>
                                        </p:tgtEl>
                                      </p:cBhvr>
                                      <p:from x="100000" y="110000"/>
                                      <p:to x="100000" y="100000"/>
                                    </p:animScale>
                                  </p:childTnLst>
                                </p:cTn>
                              </p:par>
                              <p:par>
                                <p:cTn id="101" presetID="10" presetClass="entr" presetSubtype="0" decel="100000" fill="hold" grpId="0" nodeType="withEffect">
                                  <p:stCondLst>
                                    <p:cond delay="1700"/>
                                  </p:stCondLst>
                                  <p:childTnLst>
                                    <p:set>
                                      <p:cBhvr>
                                        <p:cTn id="102" dur="1" fill="hold">
                                          <p:stCondLst>
                                            <p:cond delay="0"/>
                                          </p:stCondLst>
                                        </p:cTn>
                                        <p:tgtEl>
                                          <p:spTgt spid="37"/>
                                        </p:tgtEl>
                                        <p:attrNameLst>
                                          <p:attrName>style.visibility</p:attrName>
                                        </p:attrNameLst>
                                      </p:cBhvr>
                                      <p:to>
                                        <p:strVal val="visible"/>
                                      </p:to>
                                    </p:set>
                                    <p:animScale>
                                      <p:cBhvr>
                                        <p:cTn id="103" dur="250" fill="hold">
                                          <p:stCondLst>
                                            <p:cond delay="0"/>
                                          </p:stCondLst>
                                        </p:cTn>
                                        <p:tgtEl>
                                          <p:spTgt spid="37"/>
                                        </p:tgtEl>
                                      </p:cBhvr>
                                      <p:from x="0" y="0"/>
                                      <p:to x="120000" y="105000"/>
                                    </p:animScale>
                                    <p:animScale>
                                      <p:cBhvr>
                                        <p:cTn id="104" dur="187" fill="hold">
                                          <p:stCondLst>
                                            <p:cond delay="250"/>
                                          </p:stCondLst>
                                        </p:cTn>
                                        <p:tgtEl>
                                          <p:spTgt spid="37"/>
                                        </p:tgtEl>
                                      </p:cBhvr>
                                      <p:from x="120000" y="105000"/>
                                      <p:to x="100000" y="115000"/>
                                    </p:animScale>
                                    <p:animScale>
                                      <p:cBhvr>
                                        <p:cTn id="105" dur="313" fill="hold">
                                          <p:stCondLst>
                                            <p:cond delay="437"/>
                                          </p:stCondLst>
                                        </p:cTn>
                                        <p:tgtEl>
                                          <p:spTgt spid="37"/>
                                        </p:tgtEl>
                                      </p:cBhvr>
                                      <p:from x="100000" y="115000"/>
                                      <p:to x="110000" y="100000"/>
                                    </p:animScale>
                                    <p:animScale>
                                      <p:cBhvr>
                                        <p:cTn id="106" dur="250" fill="hold">
                                          <p:stCondLst>
                                            <p:cond delay="750"/>
                                          </p:stCondLst>
                                        </p:cTn>
                                        <p:tgtEl>
                                          <p:spTgt spid="37"/>
                                        </p:tgtEl>
                                      </p:cBhvr>
                                      <p:from x="110000" y="100000"/>
                                      <p:to x="100000" y="110000"/>
                                    </p:animScale>
                                    <p:animScale>
                                      <p:cBhvr>
                                        <p:cTn id="107" dur="250" fill="hold">
                                          <p:stCondLst>
                                            <p:cond delay="1000"/>
                                          </p:stCondLst>
                                        </p:cTn>
                                        <p:tgtEl>
                                          <p:spTgt spid="37"/>
                                        </p:tgtEl>
                                      </p:cBhvr>
                                      <p:from x="100000" y="110000"/>
                                      <p:to x="100000" y="100000"/>
                                    </p:animScale>
                                  </p:childTnLst>
                                </p:cTn>
                              </p:par>
                              <p:par>
                                <p:cTn id="108" presetID="10" presetClass="entr" presetSubtype="0" decel="100000" fill="hold" grpId="0" nodeType="withEffect">
                                  <p:stCondLst>
                                    <p:cond delay="1800"/>
                                  </p:stCondLst>
                                  <p:childTnLst>
                                    <p:set>
                                      <p:cBhvr>
                                        <p:cTn id="109" dur="1" fill="hold">
                                          <p:stCondLst>
                                            <p:cond delay="0"/>
                                          </p:stCondLst>
                                        </p:cTn>
                                        <p:tgtEl>
                                          <p:spTgt spid="38"/>
                                        </p:tgtEl>
                                        <p:attrNameLst>
                                          <p:attrName>style.visibility</p:attrName>
                                        </p:attrNameLst>
                                      </p:cBhvr>
                                      <p:to>
                                        <p:strVal val="visible"/>
                                      </p:to>
                                    </p:set>
                                    <p:animScale>
                                      <p:cBhvr>
                                        <p:cTn id="110" dur="250" fill="hold">
                                          <p:stCondLst>
                                            <p:cond delay="0"/>
                                          </p:stCondLst>
                                        </p:cTn>
                                        <p:tgtEl>
                                          <p:spTgt spid="38"/>
                                        </p:tgtEl>
                                      </p:cBhvr>
                                      <p:from x="0" y="0"/>
                                      <p:to x="120000" y="105000"/>
                                    </p:animScale>
                                    <p:animScale>
                                      <p:cBhvr>
                                        <p:cTn id="111" dur="187" fill="hold">
                                          <p:stCondLst>
                                            <p:cond delay="250"/>
                                          </p:stCondLst>
                                        </p:cTn>
                                        <p:tgtEl>
                                          <p:spTgt spid="38"/>
                                        </p:tgtEl>
                                      </p:cBhvr>
                                      <p:from x="120000" y="105000"/>
                                      <p:to x="100000" y="115000"/>
                                    </p:animScale>
                                    <p:animScale>
                                      <p:cBhvr>
                                        <p:cTn id="112" dur="313" fill="hold">
                                          <p:stCondLst>
                                            <p:cond delay="437"/>
                                          </p:stCondLst>
                                        </p:cTn>
                                        <p:tgtEl>
                                          <p:spTgt spid="38"/>
                                        </p:tgtEl>
                                      </p:cBhvr>
                                      <p:from x="100000" y="115000"/>
                                      <p:to x="110000" y="100000"/>
                                    </p:animScale>
                                    <p:animScale>
                                      <p:cBhvr>
                                        <p:cTn id="113" dur="250" fill="hold">
                                          <p:stCondLst>
                                            <p:cond delay="750"/>
                                          </p:stCondLst>
                                        </p:cTn>
                                        <p:tgtEl>
                                          <p:spTgt spid="38"/>
                                        </p:tgtEl>
                                      </p:cBhvr>
                                      <p:from x="110000" y="100000"/>
                                      <p:to x="100000" y="110000"/>
                                    </p:animScale>
                                    <p:animScale>
                                      <p:cBhvr>
                                        <p:cTn id="114" dur="250" fill="hold">
                                          <p:stCondLst>
                                            <p:cond delay="1000"/>
                                          </p:stCondLst>
                                        </p:cTn>
                                        <p:tgtEl>
                                          <p:spTgt spid="38"/>
                                        </p:tgtEl>
                                      </p:cBhvr>
                                      <p:from x="100000" y="110000"/>
                                      <p:to x="100000" y="100000"/>
                                    </p:animScale>
                                  </p:childTnLst>
                                </p:cTn>
                              </p:par>
                              <p:par>
                                <p:cTn id="115" presetID="10" presetClass="entr" presetSubtype="0" decel="100000" fill="hold" grpId="0" nodeType="withEffect">
                                  <p:stCondLst>
                                    <p:cond delay="1100"/>
                                  </p:stCondLst>
                                  <p:childTnLst>
                                    <p:set>
                                      <p:cBhvr>
                                        <p:cTn id="116" dur="1" fill="hold">
                                          <p:stCondLst>
                                            <p:cond delay="0"/>
                                          </p:stCondLst>
                                        </p:cTn>
                                        <p:tgtEl>
                                          <p:spTgt spid="40"/>
                                        </p:tgtEl>
                                        <p:attrNameLst>
                                          <p:attrName>style.visibility</p:attrName>
                                        </p:attrNameLst>
                                      </p:cBhvr>
                                      <p:to>
                                        <p:strVal val="visible"/>
                                      </p:to>
                                    </p:set>
                                    <p:animScale>
                                      <p:cBhvr>
                                        <p:cTn id="117" dur="250" fill="hold">
                                          <p:stCondLst>
                                            <p:cond delay="0"/>
                                          </p:stCondLst>
                                        </p:cTn>
                                        <p:tgtEl>
                                          <p:spTgt spid="40"/>
                                        </p:tgtEl>
                                      </p:cBhvr>
                                      <p:from x="0" y="0"/>
                                      <p:to x="120000" y="105000"/>
                                    </p:animScale>
                                    <p:animScale>
                                      <p:cBhvr>
                                        <p:cTn id="118" dur="187" fill="hold">
                                          <p:stCondLst>
                                            <p:cond delay="250"/>
                                          </p:stCondLst>
                                        </p:cTn>
                                        <p:tgtEl>
                                          <p:spTgt spid="40"/>
                                        </p:tgtEl>
                                      </p:cBhvr>
                                      <p:from x="120000" y="105000"/>
                                      <p:to x="100000" y="115000"/>
                                    </p:animScale>
                                    <p:animScale>
                                      <p:cBhvr>
                                        <p:cTn id="119" dur="313" fill="hold">
                                          <p:stCondLst>
                                            <p:cond delay="437"/>
                                          </p:stCondLst>
                                        </p:cTn>
                                        <p:tgtEl>
                                          <p:spTgt spid="40"/>
                                        </p:tgtEl>
                                      </p:cBhvr>
                                      <p:from x="100000" y="115000"/>
                                      <p:to x="110000" y="100000"/>
                                    </p:animScale>
                                    <p:animScale>
                                      <p:cBhvr>
                                        <p:cTn id="120" dur="250" fill="hold">
                                          <p:stCondLst>
                                            <p:cond delay="750"/>
                                          </p:stCondLst>
                                        </p:cTn>
                                        <p:tgtEl>
                                          <p:spTgt spid="40"/>
                                        </p:tgtEl>
                                      </p:cBhvr>
                                      <p:from x="110000" y="100000"/>
                                      <p:to x="100000" y="110000"/>
                                    </p:animScale>
                                    <p:animScale>
                                      <p:cBhvr>
                                        <p:cTn id="121" dur="250" fill="hold">
                                          <p:stCondLst>
                                            <p:cond delay="1000"/>
                                          </p:stCondLst>
                                        </p:cTn>
                                        <p:tgtEl>
                                          <p:spTgt spid="40"/>
                                        </p:tgtEl>
                                      </p:cBhvr>
                                      <p:from x="100000" y="110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2" grpId="0" animBg="1"/>
      <p:bldP spid="23" grpId="0" animBg="1"/>
      <p:bldP spid="24" grpId="0" animBg="1"/>
      <p:bldP spid="25" grpId="0" animBg="1"/>
      <p:bldP spid="28" grpId="0" animBg="1"/>
      <p:bldP spid="29" grpId="0" animBg="1"/>
      <p:bldP spid="30" grpId="0" animBg="1"/>
      <p:bldP spid="31" grpId="0" animBg="1"/>
      <p:bldP spid="33" grpId="0" animBg="1"/>
      <p:bldP spid="34" grpId="0" animBg="1"/>
      <p:bldP spid="35" grpId="0" animBg="1"/>
      <p:bldP spid="37" grpId="0" animBg="1"/>
      <p:bldP spid="38" grpId="0" animBg="1"/>
      <p:bldP spid="4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zh-CN" altLang="en-US" dirty="0"/>
              <a:t>大模型使用</a:t>
            </a:r>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02</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p:txBody>
          <a:bodyPr/>
          <a:lstStyle/>
          <a:p>
            <a:r>
              <a:rPr lang="zh-CN" altLang="en-US" dirty="0"/>
              <a:t>大模型部署</a:t>
            </a:r>
            <a:endParaRPr lang="en-US" altLang="zh-CN" dirty="0"/>
          </a:p>
          <a:p>
            <a:r>
              <a:rPr lang="zh-CN" altLang="en-US" dirty="0"/>
              <a:t>大模型调用</a:t>
            </a:r>
            <a:endParaRPr lang="en-US" altLang="zh-CN" dirty="0"/>
          </a:p>
        </p:txBody>
      </p:sp>
    </p:spTree>
    <p:custDataLst>
      <p:custData r:id="rId1"/>
    </p:custDataLst>
    <p:extLst>
      <p:ext uri="{BB962C8B-B14F-4D97-AF65-F5344CB8AC3E}">
        <p14:creationId xmlns:p14="http://schemas.microsoft.com/office/powerpoint/2010/main" val="421089187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0" fill="hold"/>
                                        <p:tgtEl>
                                          <p:spTgt spid="4">
                                            <p:txEl>
                                              <p:pRg st="0" end="0"/>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zh-CN" altLang="en-US" dirty="0"/>
              <a:t>大模型部署</a:t>
            </a:r>
            <a:endParaRPr lang="en-US" altLang="zh-CN" dirty="0"/>
          </a:p>
        </p:txBody>
      </p:sp>
      <p:pic>
        <p:nvPicPr>
          <p:cNvPr id="15" name="图片 14">
            <a:extLst>
              <a:ext uri="{FF2B5EF4-FFF2-40B4-BE49-F238E27FC236}">
                <a16:creationId xmlns:a16="http://schemas.microsoft.com/office/drawing/2014/main" id="{190B5D48-3350-419B-B615-9190C3C782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236" y="1911953"/>
            <a:ext cx="8081344" cy="3216231"/>
          </a:xfrm>
          <a:prstGeom prst="rect">
            <a:avLst/>
          </a:prstGeom>
        </p:spPr>
      </p:pic>
    </p:spTree>
    <p:custDataLst>
      <p:custData r:id="rId1"/>
    </p:custDataLst>
    <p:extLst>
      <p:ext uri="{BB962C8B-B14F-4D97-AF65-F5344CB8AC3E}">
        <p14:creationId xmlns:p14="http://schemas.microsoft.com/office/powerpoint/2010/main" val="219504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zh-CN" altLang="en-US" dirty="0"/>
              <a:t>大模型部署</a:t>
            </a:r>
            <a:endParaRPr lang="en-US" altLang="zh-CN" dirty="0"/>
          </a:p>
        </p:txBody>
      </p:sp>
      <p:sp>
        <p:nvSpPr>
          <p:cNvPr id="4" name="内容占位符 5">
            <a:extLst>
              <a:ext uri="{FF2B5EF4-FFF2-40B4-BE49-F238E27FC236}">
                <a16:creationId xmlns:a16="http://schemas.microsoft.com/office/drawing/2014/main" id="{E60BD5CE-CE6E-4897-9C41-04DAA6EC71F5}"/>
              </a:ext>
            </a:extLst>
          </p:cNvPr>
          <p:cNvSpPr txBox="1">
            <a:spLocks/>
          </p:cNvSpPr>
          <p:nvPr/>
        </p:nvSpPr>
        <p:spPr>
          <a:xfrm>
            <a:off x="576200" y="1076572"/>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zh-CN" altLang="en-US" dirty="0">
                <a:latin typeface="+mn-ea"/>
              </a:rPr>
              <a:t>自己部署</a:t>
            </a:r>
            <a:endParaRPr lang="en-US" altLang="zh-CN" dirty="0">
              <a:latin typeface="+mn-ea"/>
            </a:endParaRPr>
          </a:p>
        </p:txBody>
      </p:sp>
      <p:sp>
        <p:nvSpPr>
          <p:cNvPr id="5" name="内容占位符 5">
            <a:extLst>
              <a:ext uri="{FF2B5EF4-FFF2-40B4-BE49-F238E27FC236}">
                <a16:creationId xmlns:a16="http://schemas.microsoft.com/office/drawing/2014/main" id="{2E82E216-53AD-492C-8B6C-7E4FB0BFB566}"/>
              </a:ext>
            </a:extLst>
          </p:cNvPr>
          <p:cNvSpPr txBox="1">
            <a:spLocks/>
          </p:cNvSpPr>
          <p:nvPr/>
        </p:nvSpPr>
        <p:spPr>
          <a:xfrm>
            <a:off x="576200" y="4273831"/>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zh-CN" altLang="en-US" dirty="0">
                <a:latin typeface="+mn-ea"/>
              </a:rPr>
              <a:t>他人部署</a:t>
            </a:r>
            <a:endParaRPr lang="en-US" altLang="zh-CN" dirty="0">
              <a:latin typeface="+mn-ea"/>
            </a:endParaRPr>
          </a:p>
        </p:txBody>
      </p:sp>
      <p:sp>
        <p:nvSpPr>
          <p:cNvPr id="6" name="内容占位符 5">
            <a:extLst>
              <a:ext uri="{FF2B5EF4-FFF2-40B4-BE49-F238E27FC236}">
                <a16:creationId xmlns:a16="http://schemas.microsoft.com/office/drawing/2014/main" id="{A42C41CB-16CB-462F-9197-D71B174D97A6}"/>
              </a:ext>
            </a:extLst>
          </p:cNvPr>
          <p:cNvSpPr txBox="1">
            <a:spLocks/>
          </p:cNvSpPr>
          <p:nvPr/>
        </p:nvSpPr>
        <p:spPr>
          <a:xfrm>
            <a:off x="945417" y="1607616"/>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dirty="0">
                <a:latin typeface="+mn-ea"/>
              </a:rPr>
              <a:t>云服务器部署</a:t>
            </a:r>
            <a:endParaRPr lang="en-US" altLang="zh-CN" dirty="0">
              <a:latin typeface="+mn-ea"/>
            </a:endParaRPr>
          </a:p>
        </p:txBody>
      </p:sp>
      <p:sp>
        <p:nvSpPr>
          <p:cNvPr id="7" name="内容占位符 5">
            <a:extLst>
              <a:ext uri="{FF2B5EF4-FFF2-40B4-BE49-F238E27FC236}">
                <a16:creationId xmlns:a16="http://schemas.microsoft.com/office/drawing/2014/main" id="{3BCB9ECC-BAC5-4527-8AA4-01D3955A2954}"/>
              </a:ext>
            </a:extLst>
          </p:cNvPr>
          <p:cNvSpPr txBox="1">
            <a:spLocks/>
          </p:cNvSpPr>
          <p:nvPr/>
        </p:nvSpPr>
        <p:spPr>
          <a:xfrm>
            <a:off x="945417" y="2824224"/>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dirty="0">
                <a:latin typeface="+mn-ea"/>
              </a:rPr>
              <a:t>本地机器部署</a:t>
            </a:r>
            <a:endParaRPr lang="en-US" altLang="zh-CN" dirty="0">
              <a:latin typeface="+mn-ea"/>
            </a:endParaRPr>
          </a:p>
        </p:txBody>
      </p:sp>
      <p:sp>
        <p:nvSpPr>
          <p:cNvPr id="8" name="内容占位符 5">
            <a:extLst>
              <a:ext uri="{FF2B5EF4-FFF2-40B4-BE49-F238E27FC236}">
                <a16:creationId xmlns:a16="http://schemas.microsoft.com/office/drawing/2014/main" id="{83D59C27-0C7B-49E4-9267-CC9B64DA1B7A}"/>
              </a:ext>
            </a:extLst>
          </p:cNvPr>
          <p:cNvSpPr txBox="1">
            <a:spLocks/>
          </p:cNvSpPr>
          <p:nvPr/>
        </p:nvSpPr>
        <p:spPr>
          <a:xfrm>
            <a:off x="1314634" y="2059576"/>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rgbClr val="00B050"/>
                </a:solidFill>
                <a:latin typeface="+mn-ea"/>
              </a:rPr>
              <a:t>优势</a:t>
            </a:r>
            <a:r>
              <a:rPr lang="zh-CN" altLang="en-US" sz="1600" dirty="0">
                <a:latin typeface="+mn-ea"/>
              </a:rPr>
              <a:t>：前期成本低，维护简单</a:t>
            </a:r>
            <a:endParaRPr lang="en-US" altLang="zh-CN" sz="1600" dirty="0">
              <a:latin typeface="+mn-ea"/>
            </a:endParaRPr>
          </a:p>
        </p:txBody>
      </p:sp>
      <p:sp>
        <p:nvSpPr>
          <p:cNvPr id="9" name="内容占位符 5">
            <a:extLst>
              <a:ext uri="{FF2B5EF4-FFF2-40B4-BE49-F238E27FC236}">
                <a16:creationId xmlns:a16="http://schemas.microsoft.com/office/drawing/2014/main" id="{1465FA51-85C8-49B1-B5E0-2C4609E522D1}"/>
              </a:ext>
            </a:extLst>
          </p:cNvPr>
          <p:cNvSpPr txBox="1">
            <a:spLocks/>
          </p:cNvSpPr>
          <p:nvPr/>
        </p:nvSpPr>
        <p:spPr>
          <a:xfrm>
            <a:off x="1314634" y="2405696"/>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rgbClr val="C00000"/>
                </a:solidFill>
                <a:latin typeface="+mn-ea"/>
              </a:rPr>
              <a:t>劣势</a:t>
            </a:r>
            <a:r>
              <a:rPr lang="zh-CN" altLang="en-US" sz="1600" dirty="0">
                <a:latin typeface="+mn-ea"/>
              </a:rPr>
              <a:t>：数据不安全，长期使用成本高</a:t>
            </a:r>
            <a:endParaRPr lang="en-US" altLang="zh-CN" sz="1600" dirty="0">
              <a:latin typeface="+mn-ea"/>
            </a:endParaRPr>
          </a:p>
        </p:txBody>
      </p:sp>
      <p:sp>
        <p:nvSpPr>
          <p:cNvPr id="10" name="内容占位符 5">
            <a:extLst>
              <a:ext uri="{FF2B5EF4-FFF2-40B4-BE49-F238E27FC236}">
                <a16:creationId xmlns:a16="http://schemas.microsoft.com/office/drawing/2014/main" id="{368536D8-5BFA-43F5-94EA-8C24D7B83E59}"/>
              </a:ext>
            </a:extLst>
          </p:cNvPr>
          <p:cNvSpPr txBox="1">
            <a:spLocks/>
          </p:cNvSpPr>
          <p:nvPr/>
        </p:nvSpPr>
        <p:spPr>
          <a:xfrm>
            <a:off x="1314634" y="3216936"/>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rgbClr val="00B050"/>
                </a:solidFill>
                <a:latin typeface="+mn-ea"/>
              </a:rPr>
              <a:t>优势</a:t>
            </a:r>
            <a:r>
              <a:rPr lang="zh-CN" altLang="en-US" sz="1600" dirty="0">
                <a:latin typeface="+mn-ea"/>
              </a:rPr>
              <a:t>：数据安全；长期成本低</a:t>
            </a:r>
            <a:endParaRPr lang="en-US" altLang="zh-CN" sz="1600" dirty="0">
              <a:latin typeface="+mn-ea"/>
            </a:endParaRPr>
          </a:p>
        </p:txBody>
      </p:sp>
      <p:sp>
        <p:nvSpPr>
          <p:cNvPr id="11" name="内容占位符 5">
            <a:extLst>
              <a:ext uri="{FF2B5EF4-FFF2-40B4-BE49-F238E27FC236}">
                <a16:creationId xmlns:a16="http://schemas.microsoft.com/office/drawing/2014/main" id="{090EA6CF-0D78-4920-BAB5-40A11CFB83AB}"/>
              </a:ext>
            </a:extLst>
          </p:cNvPr>
          <p:cNvSpPr txBox="1">
            <a:spLocks/>
          </p:cNvSpPr>
          <p:nvPr/>
        </p:nvSpPr>
        <p:spPr>
          <a:xfrm>
            <a:off x="1314634" y="3563056"/>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rgbClr val="C00000"/>
                </a:solidFill>
                <a:latin typeface="+mn-ea"/>
              </a:rPr>
              <a:t>劣势</a:t>
            </a:r>
            <a:r>
              <a:rPr lang="zh-CN" altLang="en-US" sz="1600" dirty="0">
                <a:latin typeface="+mn-ea"/>
              </a:rPr>
              <a:t>：初期成本高，维护困难</a:t>
            </a:r>
            <a:endParaRPr lang="en-US" altLang="zh-CN" sz="1600" dirty="0">
              <a:latin typeface="+mn-ea"/>
            </a:endParaRPr>
          </a:p>
        </p:txBody>
      </p:sp>
      <p:pic>
        <p:nvPicPr>
          <p:cNvPr id="12" name="图片 11">
            <a:extLst>
              <a:ext uri="{FF2B5EF4-FFF2-40B4-BE49-F238E27FC236}">
                <a16:creationId xmlns:a16="http://schemas.microsoft.com/office/drawing/2014/main" id="{067C5B49-7FAD-4316-9AB8-5D121DD3DEF0}"/>
              </a:ext>
            </a:extLst>
          </p:cNvPr>
          <p:cNvPicPr>
            <a:picLocks noChangeAspect="1"/>
          </p:cNvPicPr>
          <p:nvPr/>
        </p:nvPicPr>
        <p:blipFill>
          <a:blip r:embed="rId3"/>
          <a:stretch>
            <a:fillRect/>
          </a:stretch>
        </p:blipFill>
        <p:spPr>
          <a:xfrm>
            <a:off x="1115099" y="4770289"/>
            <a:ext cx="1076325" cy="228600"/>
          </a:xfrm>
          <a:prstGeom prst="rect">
            <a:avLst/>
          </a:prstGeom>
        </p:spPr>
      </p:pic>
      <p:pic>
        <p:nvPicPr>
          <p:cNvPr id="14" name="图片 13">
            <a:extLst>
              <a:ext uri="{FF2B5EF4-FFF2-40B4-BE49-F238E27FC236}">
                <a16:creationId xmlns:a16="http://schemas.microsoft.com/office/drawing/2014/main" id="{16658502-643C-4B6A-BB6E-D0D9D2337C77}"/>
              </a:ext>
            </a:extLst>
          </p:cNvPr>
          <p:cNvPicPr>
            <a:picLocks noChangeAspect="1"/>
          </p:cNvPicPr>
          <p:nvPr/>
        </p:nvPicPr>
        <p:blipFill>
          <a:blip r:embed="rId4"/>
          <a:stretch>
            <a:fillRect/>
          </a:stretch>
        </p:blipFill>
        <p:spPr>
          <a:xfrm>
            <a:off x="2536991" y="4741717"/>
            <a:ext cx="990600" cy="257175"/>
          </a:xfrm>
          <a:prstGeom prst="rect">
            <a:avLst/>
          </a:prstGeom>
        </p:spPr>
      </p:pic>
      <p:pic>
        <p:nvPicPr>
          <p:cNvPr id="17" name="图片 16">
            <a:extLst>
              <a:ext uri="{FF2B5EF4-FFF2-40B4-BE49-F238E27FC236}">
                <a16:creationId xmlns:a16="http://schemas.microsoft.com/office/drawing/2014/main" id="{BFA45BF3-FF28-4FB6-9845-16266BE9B4CB}"/>
              </a:ext>
            </a:extLst>
          </p:cNvPr>
          <p:cNvPicPr>
            <a:picLocks noChangeAspect="1"/>
          </p:cNvPicPr>
          <p:nvPr/>
        </p:nvPicPr>
        <p:blipFill>
          <a:blip r:embed="rId5"/>
          <a:stretch>
            <a:fillRect/>
          </a:stretch>
        </p:blipFill>
        <p:spPr>
          <a:xfrm>
            <a:off x="3873159" y="4754858"/>
            <a:ext cx="1028896" cy="244033"/>
          </a:xfrm>
          <a:prstGeom prst="rect">
            <a:avLst/>
          </a:prstGeom>
        </p:spPr>
      </p:pic>
      <p:pic>
        <p:nvPicPr>
          <p:cNvPr id="19" name="图片 18">
            <a:extLst>
              <a:ext uri="{FF2B5EF4-FFF2-40B4-BE49-F238E27FC236}">
                <a16:creationId xmlns:a16="http://schemas.microsoft.com/office/drawing/2014/main" id="{037A6E66-FD6E-43F0-B2F1-923848134092}"/>
              </a:ext>
            </a:extLst>
          </p:cNvPr>
          <p:cNvPicPr>
            <a:picLocks noChangeAspect="1"/>
          </p:cNvPicPr>
          <p:nvPr/>
        </p:nvPicPr>
        <p:blipFill>
          <a:blip r:embed="rId6"/>
          <a:stretch>
            <a:fillRect/>
          </a:stretch>
        </p:blipFill>
        <p:spPr>
          <a:xfrm>
            <a:off x="5247621" y="4741717"/>
            <a:ext cx="950771" cy="257175"/>
          </a:xfrm>
          <a:prstGeom prst="rect">
            <a:avLst/>
          </a:prstGeom>
        </p:spPr>
      </p:pic>
      <p:sp>
        <p:nvSpPr>
          <p:cNvPr id="20" name="内容占位符 5">
            <a:extLst>
              <a:ext uri="{FF2B5EF4-FFF2-40B4-BE49-F238E27FC236}">
                <a16:creationId xmlns:a16="http://schemas.microsoft.com/office/drawing/2014/main" id="{143D3EF5-B1A1-4E16-BEFD-306EAD19D015}"/>
              </a:ext>
            </a:extLst>
          </p:cNvPr>
          <p:cNvSpPr txBox="1">
            <a:spLocks/>
          </p:cNvSpPr>
          <p:nvPr/>
        </p:nvSpPr>
        <p:spPr>
          <a:xfrm>
            <a:off x="1314634" y="5097723"/>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rgbClr val="00B050"/>
                </a:solidFill>
                <a:latin typeface="+mn-ea"/>
              </a:rPr>
              <a:t>优势</a:t>
            </a:r>
            <a:r>
              <a:rPr lang="zh-CN" altLang="en-US" sz="1600" dirty="0">
                <a:latin typeface="+mn-ea"/>
              </a:rPr>
              <a:t>：无需部署</a:t>
            </a:r>
            <a:endParaRPr lang="en-US" altLang="zh-CN" sz="1600" dirty="0">
              <a:latin typeface="+mn-ea"/>
            </a:endParaRPr>
          </a:p>
        </p:txBody>
      </p:sp>
      <p:sp>
        <p:nvSpPr>
          <p:cNvPr id="21" name="内容占位符 5">
            <a:extLst>
              <a:ext uri="{FF2B5EF4-FFF2-40B4-BE49-F238E27FC236}">
                <a16:creationId xmlns:a16="http://schemas.microsoft.com/office/drawing/2014/main" id="{A99BA9DC-DF80-41AA-82A8-421B552F06A6}"/>
              </a:ext>
            </a:extLst>
          </p:cNvPr>
          <p:cNvSpPr txBox="1">
            <a:spLocks/>
          </p:cNvSpPr>
          <p:nvPr/>
        </p:nvSpPr>
        <p:spPr>
          <a:xfrm>
            <a:off x="1314634" y="5443843"/>
            <a:ext cx="11060481" cy="3540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rgbClr val="C00000"/>
                </a:solidFill>
                <a:latin typeface="+mn-ea"/>
              </a:rPr>
              <a:t>劣势</a:t>
            </a:r>
            <a:r>
              <a:rPr lang="zh-CN" altLang="en-US" sz="1600" dirty="0">
                <a:latin typeface="+mn-ea"/>
              </a:rPr>
              <a:t>：数据不安全，长期成本高</a:t>
            </a:r>
            <a:endParaRPr lang="en-US" altLang="zh-CN" sz="1600" dirty="0">
              <a:latin typeface="+mn-ea"/>
            </a:endParaRPr>
          </a:p>
        </p:txBody>
      </p:sp>
      <p:sp>
        <p:nvSpPr>
          <p:cNvPr id="22" name="文本框 21">
            <a:extLst>
              <a:ext uri="{FF2B5EF4-FFF2-40B4-BE49-F238E27FC236}">
                <a16:creationId xmlns:a16="http://schemas.microsoft.com/office/drawing/2014/main" id="{59757471-3F18-440F-856B-DC9D38EC8EFE}"/>
              </a:ext>
            </a:extLst>
          </p:cNvPr>
          <p:cNvSpPr txBox="1"/>
          <p:nvPr/>
        </p:nvSpPr>
        <p:spPr>
          <a:xfrm>
            <a:off x="6650366" y="4553709"/>
            <a:ext cx="1939955" cy="646331"/>
          </a:xfrm>
          <a:prstGeom prst="rect">
            <a:avLst/>
          </a:prstGeom>
          <a:noFill/>
        </p:spPr>
        <p:txBody>
          <a:bodyPr wrap="none" rtlCol="0">
            <a:spAutoFit/>
          </a:bodyPr>
          <a:lstStyle/>
          <a:p>
            <a:r>
              <a:rPr lang="en-US" altLang="zh-CN" sz="3600" b="1" dirty="0">
                <a:solidFill>
                  <a:srgbClr val="C00000"/>
                </a:solidFill>
              </a:rPr>
              <a:t>API</a:t>
            </a:r>
            <a:r>
              <a:rPr lang="zh-CN" altLang="en-US" sz="3600" b="1" dirty="0">
                <a:solidFill>
                  <a:srgbClr val="C00000"/>
                </a:solidFill>
              </a:rPr>
              <a:t>接口</a:t>
            </a:r>
          </a:p>
        </p:txBody>
      </p:sp>
      <p:sp>
        <p:nvSpPr>
          <p:cNvPr id="23" name="矩形: 圆角 22">
            <a:extLst>
              <a:ext uri="{FF2B5EF4-FFF2-40B4-BE49-F238E27FC236}">
                <a16:creationId xmlns:a16="http://schemas.microsoft.com/office/drawing/2014/main" id="{9D87408A-F908-4DA4-A613-5E5D5067AEE5}"/>
              </a:ext>
            </a:extLst>
          </p:cNvPr>
          <p:cNvSpPr/>
          <p:nvPr/>
        </p:nvSpPr>
        <p:spPr>
          <a:xfrm>
            <a:off x="945415" y="2786385"/>
            <a:ext cx="3702376" cy="1083536"/>
          </a:xfrm>
          <a:prstGeom prst="roundRect">
            <a:avLst>
              <a:gd name="adj" fmla="val 5282"/>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5" name="矩形: 圆角 24">
            <a:extLst>
              <a:ext uri="{FF2B5EF4-FFF2-40B4-BE49-F238E27FC236}">
                <a16:creationId xmlns:a16="http://schemas.microsoft.com/office/drawing/2014/main" id="{CFDC6F38-6C5F-4311-A014-543A15F99892}"/>
              </a:ext>
            </a:extLst>
          </p:cNvPr>
          <p:cNvSpPr/>
          <p:nvPr/>
        </p:nvSpPr>
        <p:spPr>
          <a:xfrm>
            <a:off x="671092" y="4216040"/>
            <a:ext cx="5687179" cy="1581885"/>
          </a:xfrm>
          <a:prstGeom prst="roundRect">
            <a:avLst>
              <a:gd name="adj" fmla="val 5282"/>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custDataLst>
      <p:custData r:id="rId1"/>
    </p:custDataLst>
    <p:extLst>
      <p:ext uri="{BB962C8B-B14F-4D97-AF65-F5344CB8AC3E}">
        <p14:creationId xmlns:p14="http://schemas.microsoft.com/office/powerpoint/2010/main" val="22816352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25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1000"/>
                                        <p:tgtEl>
                                          <p:spTgt spid="14"/>
                                        </p:tgtEl>
                                      </p:cBhvr>
                                    </p:animEffect>
                                    <p:anim calcmode="lin" valueType="num">
                                      <p:cBhvr>
                                        <p:cTn id="49" dur="1000" fill="hold"/>
                                        <p:tgtEl>
                                          <p:spTgt spid="14"/>
                                        </p:tgtEl>
                                        <p:attrNameLst>
                                          <p:attrName>ppt_x</p:attrName>
                                        </p:attrNameLst>
                                      </p:cBhvr>
                                      <p:tavLst>
                                        <p:tav tm="0">
                                          <p:val>
                                            <p:strVal val="#ppt_x"/>
                                          </p:val>
                                        </p:tav>
                                        <p:tav tm="100000">
                                          <p:val>
                                            <p:strVal val="#ppt_x"/>
                                          </p:val>
                                        </p:tav>
                                      </p:tavLst>
                                    </p:anim>
                                    <p:anim calcmode="lin" valueType="num">
                                      <p:cBhvr>
                                        <p:cTn id="50" dur="10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50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1000"/>
                                        <p:tgtEl>
                                          <p:spTgt spid="17"/>
                                        </p:tgtEl>
                                      </p:cBhvr>
                                    </p:animEffect>
                                    <p:anim calcmode="lin" valueType="num">
                                      <p:cBhvr>
                                        <p:cTn id="54" dur="1000" fill="hold"/>
                                        <p:tgtEl>
                                          <p:spTgt spid="17"/>
                                        </p:tgtEl>
                                        <p:attrNameLst>
                                          <p:attrName>ppt_x</p:attrName>
                                        </p:attrNameLst>
                                      </p:cBhvr>
                                      <p:tavLst>
                                        <p:tav tm="0">
                                          <p:val>
                                            <p:strVal val="#ppt_x"/>
                                          </p:val>
                                        </p:tav>
                                        <p:tav tm="100000">
                                          <p:val>
                                            <p:strVal val="#ppt_x"/>
                                          </p:val>
                                        </p:tav>
                                      </p:tavLst>
                                    </p:anim>
                                    <p:anim calcmode="lin" valueType="num">
                                      <p:cBhvr>
                                        <p:cTn id="55" dur="1000" fill="hold"/>
                                        <p:tgtEl>
                                          <p:spTgt spid="17"/>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75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1000"/>
                                        <p:tgtEl>
                                          <p:spTgt spid="19"/>
                                        </p:tgtEl>
                                      </p:cBhvr>
                                    </p:animEffect>
                                    <p:anim calcmode="lin" valueType="num">
                                      <p:cBhvr>
                                        <p:cTn id="59" dur="1000" fill="hold"/>
                                        <p:tgtEl>
                                          <p:spTgt spid="19"/>
                                        </p:tgtEl>
                                        <p:attrNameLst>
                                          <p:attrName>ppt_x</p:attrName>
                                        </p:attrNameLst>
                                      </p:cBhvr>
                                      <p:tavLst>
                                        <p:tav tm="0">
                                          <p:val>
                                            <p:strVal val="#ppt_x"/>
                                          </p:val>
                                        </p:tav>
                                        <p:tav tm="100000">
                                          <p:val>
                                            <p:strVal val="#ppt_x"/>
                                          </p:val>
                                        </p:tav>
                                      </p:tavLst>
                                    </p:anim>
                                    <p:anim calcmode="lin" valueType="num">
                                      <p:cBhvr>
                                        <p:cTn id="6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3" presetClass="entr" presetSubtype="32"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p:cTn id="65" dur="500" fill="hold"/>
                                        <p:tgtEl>
                                          <p:spTgt spid="22"/>
                                        </p:tgtEl>
                                        <p:attrNameLst>
                                          <p:attrName>ppt_w</p:attrName>
                                        </p:attrNameLst>
                                      </p:cBhvr>
                                      <p:tavLst>
                                        <p:tav tm="0">
                                          <p:val>
                                            <p:strVal val="4*#ppt_w"/>
                                          </p:val>
                                        </p:tav>
                                        <p:tav tm="100000">
                                          <p:val>
                                            <p:strVal val="#ppt_w"/>
                                          </p:val>
                                        </p:tav>
                                      </p:tavLst>
                                    </p:anim>
                                    <p:anim calcmode="lin" valueType="num">
                                      <p:cBhvr>
                                        <p:cTn id="66" dur="500" fill="hold"/>
                                        <p:tgtEl>
                                          <p:spTgt spid="22"/>
                                        </p:tgtEl>
                                        <p:attrNameLst>
                                          <p:attrName>ppt_h</p:attrName>
                                        </p:attrNameLst>
                                      </p:cBhvr>
                                      <p:tavLst>
                                        <p:tav tm="0">
                                          <p:val>
                                            <p:strVal val="4*#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1000"/>
                                        <p:tgtEl>
                                          <p:spTgt spid="20"/>
                                        </p:tgtEl>
                                      </p:cBhvr>
                                    </p:animEffect>
                                    <p:anim calcmode="lin" valueType="num">
                                      <p:cBhvr>
                                        <p:cTn id="72" dur="1000" fill="hold"/>
                                        <p:tgtEl>
                                          <p:spTgt spid="20"/>
                                        </p:tgtEl>
                                        <p:attrNameLst>
                                          <p:attrName>ppt_x</p:attrName>
                                        </p:attrNameLst>
                                      </p:cBhvr>
                                      <p:tavLst>
                                        <p:tav tm="0">
                                          <p:val>
                                            <p:strVal val="#ppt_x"/>
                                          </p:val>
                                        </p:tav>
                                        <p:tav tm="100000">
                                          <p:val>
                                            <p:strVal val="#ppt_x"/>
                                          </p:val>
                                        </p:tav>
                                      </p:tavLst>
                                    </p:anim>
                                    <p:anim calcmode="lin" valueType="num">
                                      <p:cBhvr>
                                        <p:cTn id="73" dur="1000" fill="hold"/>
                                        <p:tgtEl>
                                          <p:spTgt spid="20"/>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1000"/>
                                        <p:tgtEl>
                                          <p:spTgt spid="21"/>
                                        </p:tgtEl>
                                      </p:cBhvr>
                                    </p:animEffect>
                                    <p:anim calcmode="lin" valueType="num">
                                      <p:cBhvr>
                                        <p:cTn id="77" dur="1000" fill="hold"/>
                                        <p:tgtEl>
                                          <p:spTgt spid="21"/>
                                        </p:tgtEl>
                                        <p:attrNameLst>
                                          <p:attrName>ppt_x</p:attrName>
                                        </p:attrNameLst>
                                      </p:cBhvr>
                                      <p:tavLst>
                                        <p:tav tm="0">
                                          <p:val>
                                            <p:strVal val="#ppt_x"/>
                                          </p:val>
                                        </p:tav>
                                        <p:tav tm="100000">
                                          <p:val>
                                            <p:strVal val="#ppt_x"/>
                                          </p:val>
                                        </p:tav>
                                      </p:tavLst>
                                    </p:anim>
                                    <p:anim calcmode="lin" valueType="num">
                                      <p:cBhvr>
                                        <p:cTn id="7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wipe(down)">
                                      <p:cBhvr>
                                        <p:cTn id="83" dur="500"/>
                                        <p:tgtEl>
                                          <p:spTgt spid="23"/>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wipe(down)">
                                      <p:cBhvr>
                                        <p:cTn id="8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20" grpId="0"/>
      <p:bldP spid="21" grpId="0"/>
      <p:bldP spid="22" grpId="0"/>
      <p:bldP spid="23" grpId="0" animBg="1"/>
      <p:bldP spid="2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BFBCD380-5FE0-4077-B0A0-95F805055977}"/>
              </a:ext>
            </a:extLst>
          </p:cNvPr>
          <p:cNvGrpSpPr/>
          <p:nvPr/>
        </p:nvGrpSpPr>
        <p:grpSpPr>
          <a:xfrm>
            <a:off x="1602559" y="2036770"/>
            <a:ext cx="4919487" cy="3940404"/>
            <a:chOff x="1602558" y="2036768"/>
            <a:chExt cx="4919486" cy="3940404"/>
          </a:xfrm>
        </p:grpSpPr>
        <p:sp>
          <p:nvSpPr>
            <p:cNvPr id="3" name="矩形 2">
              <a:extLst>
                <a:ext uri="{FF2B5EF4-FFF2-40B4-BE49-F238E27FC236}">
                  <a16:creationId xmlns:a16="http://schemas.microsoft.com/office/drawing/2014/main" id="{E1C70F06-5E98-4C28-8C89-1BC731C8F32E}"/>
                </a:ext>
              </a:extLst>
            </p:cNvPr>
            <p:cNvSpPr/>
            <p:nvPr/>
          </p:nvSpPr>
          <p:spPr>
            <a:xfrm>
              <a:off x="1602558" y="2036768"/>
              <a:ext cx="4919486" cy="3940404"/>
            </a:xfrm>
            <a:prstGeom prst="rect">
              <a:avLst/>
            </a:prstGeom>
            <a:ln>
              <a:solidFill>
                <a:srgbClr val="9B9B9B"/>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1351" dirty="0"/>
            </a:p>
          </p:txBody>
        </p:sp>
        <p:sp>
          <p:nvSpPr>
            <p:cNvPr id="13" name="矩形 12">
              <a:extLst>
                <a:ext uri="{FF2B5EF4-FFF2-40B4-BE49-F238E27FC236}">
                  <a16:creationId xmlns:a16="http://schemas.microsoft.com/office/drawing/2014/main" id="{7FB81B09-0CD3-4C12-90E6-4725B7B42004}"/>
                </a:ext>
              </a:extLst>
            </p:cNvPr>
            <p:cNvSpPr/>
            <p:nvPr/>
          </p:nvSpPr>
          <p:spPr>
            <a:xfrm>
              <a:off x="1602558" y="2036768"/>
              <a:ext cx="1168922" cy="31050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1351" dirty="0"/>
                <a:t>本机</a:t>
              </a:r>
            </a:p>
          </p:txBody>
        </p:sp>
      </p:grpSp>
      <p:sp>
        <p:nvSpPr>
          <p:cNvPr id="2" name="标题 1">
            <a:extLst>
              <a:ext uri="{FF2B5EF4-FFF2-40B4-BE49-F238E27FC236}">
                <a16:creationId xmlns:a16="http://schemas.microsoft.com/office/drawing/2014/main" id="{B7237FBB-C540-EFF0-A6AF-D4D448FF699A}"/>
              </a:ext>
            </a:extLst>
          </p:cNvPr>
          <p:cNvSpPr>
            <a:spLocks noGrp="1"/>
          </p:cNvSpPr>
          <p:nvPr>
            <p:ph type="title"/>
          </p:nvPr>
        </p:nvSpPr>
        <p:spPr/>
        <p:txBody>
          <a:bodyPr/>
          <a:lstStyle/>
          <a:p>
            <a:r>
              <a:rPr lang="zh-CN" altLang="en-US" dirty="0"/>
              <a:t>大模型部署</a:t>
            </a:r>
            <a:r>
              <a:rPr lang="en-US" altLang="zh-CN" dirty="0"/>
              <a:t>-</a:t>
            </a:r>
            <a:r>
              <a:rPr lang="zh-CN" altLang="en-US" dirty="0"/>
              <a:t>自己部署</a:t>
            </a:r>
            <a:r>
              <a:rPr lang="en-US" altLang="zh-CN" dirty="0"/>
              <a:t>(</a:t>
            </a:r>
            <a:r>
              <a:rPr lang="zh-CN" altLang="en-US" dirty="0"/>
              <a:t>本机</a:t>
            </a:r>
            <a:r>
              <a:rPr lang="en-US" altLang="zh-CN" dirty="0"/>
              <a:t>)</a:t>
            </a:r>
          </a:p>
        </p:txBody>
      </p:sp>
      <p:sp>
        <p:nvSpPr>
          <p:cNvPr id="23" name="矩形 22">
            <a:extLst>
              <a:ext uri="{FF2B5EF4-FFF2-40B4-BE49-F238E27FC236}">
                <a16:creationId xmlns:a16="http://schemas.microsoft.com/office/drawing/2014/main" id="{96D367EA-4E13-47D6-AF25-8F67589CD5F0}"/>
              </a:ext>
            </a:extLst>
          </p:cNvPr>
          <p:cNvSpPr/>
          <p:nvPr/>
        </p:nvSpPr>
        <p:spPr>
          <a:xfrm>
            <a:off x="8378467" y="2745381"/>
            <a:ext cx="2001660" cy="2523183"/>
          </a:xfrm>
          <a:prstGeom prst="rect">
            <a:avLst/>
          </a:prstGeom>
          <a:ln>
            <a:solidFill>
              <a:srgbClr val="15A0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1" dirty="0"/>
              <a:t>大模型</a:t>
            </a:r>
            <a:r>
              <a:rPr lang="en-US" altLang="zh-CN" sz="1351" dirty="0"/>
              <a:t>(</a:t>
            </a:r>
            <a:r>
              <a:rPr lang="zh-CN" altLang="en-US" sz="1351" dirty="0"/>
              <a:t>软件</a:t>
            </a:r>
            <a:r>
              <a:rPr lang="en-US" altLang="zh-CN" sz="1351" dirty="0"/>
              <a:t>)</a:t>
            </a:r>
            <a:endParaRPr lang="zh-CN" altLang="en-US" sz="1351" dirty="0"/>
          </a:p>
        </p:txBody>
      </p:sp>
      <p:sp>
        <p:nvSpPr>
          <p:cNvPr id="16" name="文本框 15">
            <a:extLst>
              <a:ext uri="{FF2B5EF4-FFF2-40B4-BE49-F238E27FC236}">
                <a16:creationId xmlns:a16="http://schemas.microsoft.com/office/drawing/2014/main" id="{CC698826-CB04-4B33-BB52-6DB1C120CA0E}"/>
              </a:ext>
            </a:extLst>
          </p:cNvPr>
          <p:cNvSpPr txBox="1"/>
          <p:nvPr/>
        </p:nvSpPr>
        <p:spPr>
          <a:xfrm>
            <a:off x="1734532" y="2560716"/>
            <a:ext cx="1367682" cy="307777"/>
          </a:xfrm>
          <a:prstGeom prst="rect">
            <a:avLst/>
          </a:prstGeom>
          <a:noFill/>
        </p:spPr>
        <p:txBody>
          <a:bodyPr wrap="none" rtlCol="0">
            <a:spAutoFit/>
          </a:bodyPr>
          <a:lstStyle/>
          <a:p>
            <a:r>
              <a:rPr lang="en-US" altLang="zh-CN" sz="1400" dirty="0">
                <a:solidFill>
                  <a:schemeClr val="bg1"/>
                </a:solidFill>
              </a:rPr>
              <a:t>Python</a:t>
            </a:r>
            <a:r>
              <a:rPr lang="zh-CN" altLang="en-US" sz="1400" dirty="0">
                <a:solidFill>
                  <a:schemeClr val="bg1"/>
                </a:solidFill>
              </a:rPr>
              <a:t>解释器</a:t>
            </a:r>
          </a:p>
        </p:txBody>
      </p:sp>
      <p:sp>
        <p:nvSpPr>
          <p:cNvPr id="24" name="文本框 23">
            <a:extLst>
              <a:ext uri="{FF2B5EF4-FFF2-40B4-BE49-F238E27FC236}">
                <a16:creationId xmlns:a16="http://schemas.microsoft.com/office/drawing/2014/main" id="{452D751D-042B-431C-AF31-0B92D7AB1796}"/>
              </a:ext>
            </a:extLst>
          </p:cNvPr>
          <p:cNvSpPr txBox="1"/>
          <p:nvPr/>
        </p:nvSpPr>
        <p:spPr>
          <a:xfrm>
            <a:off x="3090082" y="2560716"/>
            <a:ext cx="902811" cy="307777"/>
          </a:xfrm>
          <a:prstGeom prst="rect">
            <a:avLst/>
          </a:prstGeom>
          <a:noFill/>
        </p:spPr>
        <p:txBody>
          <a:bodyPr wrap="none" rtlCol="0">
            <a:spAutoFit/>
          </a:bodyPr>
          <a:lstStyle/>
          <a:p>
            <a:r>
              <a:rPr lang="zh-CN" altLang="en-US" sz="1400" dirty="0">
                <a:solidFill>
                  <a:schemeClr val="bg1"/>
                </a:solidFill>
              </a:rPr>
              <a:t>安装依赖</a:t>
            </a:r>
          </a:p>
        </p:txBody>
      </p:sp>
      <p:sp>
        <p:nvSpPr>
          <p:cNvPr id="25" name="文本框 24">
            <a:extLst>
              <a:ext uri="{FF2B5EF4-FFF2-40B4-BE49-F238E27FC236}">
                <a16:creationId xmlns:a16="http://schemas.microsoft.com/office/drawing/2014/main" id="{17256B42-858C-41CD-8C1E-A87021A0BBC7}"/>
              </a:ext>
            </a:extLst>
          </p:cNvPr>
          <p:cNvSpPr txBox="1"/>
          <p:nvPr/>
        </p:nvSpPr>
        <p:spPr>
          <a:xfrm>
            <a:off x="3980757" y="2560716"/>
            <a:ext cx="1261884" cy="307777"/>
          </a:xfrm>
          <a:prstGeom prst="rect">
            <a:avLst/>
          </a:prstGeom>
          <a:noFill/>
        </p:spPr>
        <p:txBody>
          <a:bodyPr wrap="none" rtlCol="0">
            <a:spAutoFit/>
          </a:bodyPr>
          <a:lstStyle/>
          <a:p>
            <a:r>
              <a:rPr lang="zh-CN" altLang="en-US" sz="1400" dirty="0">
                <a:solidFill>
                  <a:schemeClr val="bg1"/>
                </a:solidFill>
              </a:rPr>
              <a:t>手动下载模型</a:t>
            </a:r>
          </a:p>
        </p:txBody>
      </p:sp>
      <p:sp>
        <p:nvSpPr>
          <p:cNvPr id="26" name="文本框 25">
            <a:extLst>
              <a:ext uri="{FF2B5EF4-FFF2-40B4-BE49-F238E27FC236}">
                <a16:creationId xmlns:a16="http://schemas.microsoft.com/office/drawing/2014/main" id="{C5DB8AC2-DDF9-43E3-854A-EFBFE3F31338}"/>
              </a:ext>
            </a:extLst>
          </p:cNvPr>
          <p:cNvSpPr txBox="1"/>
          <p:nvPr/>
        </p:nvSpPr>
        <p:spPr>
          <a:xfrm>
            <a:off x="5230507" y="2560714"/>
            <a:ext cx="902811" cy="307777"/>
          </a:xfrm>
          <a:prstGeom prst="rect">
            <a:avLst/>
          </a:prstGeom>
          <a:noFill/>
        </p:spPr>
        <p:txBody>
          <a:bodyPr wrap="none" rtlCol="0">
            <a:spAutoFit/>
          </a:bodyPr>
          <a:lstStyle/>
          <a:p>
            <a:r>
              <a:rPr lang="zh-CN" altLang="en-US" sz="1400" dirty="0">
                <a:solidFill>
                  <a:schemeClr val="bg1"/>
                </a:solidFill>
              </a:rPr>
              <a:t>编写脚本</a:t>
            </a:r>
          </a:p>
        </p:txBody>
      </p:sp>
      <p:sp>
        <p:nvSpPr>
          <p:cNvPr id="27" name="矩形 26">
            <a:extLst>
              <a:ext uri="{FF2B5EF4-FFF2-40B4-BE49-F238E27FC236}">
                <a16:creationId xmlns:a16="http://schemas.microsoft.com/office/drawing/2014/main" id="{58F6D5B1-9C01-491F-8616-D666C6BBF9E2}"/>
              </a:ext>
            </a:extLst>
          </p:cNvPr>
          <p:cNvSpPr/>
          <p:nvPr/>
        </p:nvSpPr>
        <p:spPr>
          <a:xfrm>
            <a:off x="7783032" y="3094077"/>
            <a:ext cx="3136605" cy="2445489"/>
          </a:xfrm>
          <a:prstGeom prst="rect">
            <a:avLst/>
          </a:prstGeom>
          <a:ln>
            <a:solidFill>
              <a:srgbClr val="C8B4F2"/>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1351" dirty="0" err="1">
                <a:solidFill>
                  <a:schemeClr val="bg1"/>
                </a:solidFill>
              </a:rPr>
              <a:t>Ollama</a:t>
            </a:r>
            <a:r>
              <a:rPr lang="zh-CN" altLang="en-US" sz="1351" dirty="0">
                <a:solidFill>
                  <a:schemeClr val="bg1"/>
                </a:solidFill>
              </a:rPr>
              <a:t>、</a:t>
            </a:r>
            <a:r>
              <a:rPr lang="en-US" altLang="zh-CN" sz="1351" dirty="0">
                <a:solidFill>
                  <a:schemeClr val="bg1"/>
                </a:solidFill>
              </a:rPr>
              <a:t>LM Studio</a:t>
            </a:r>
            <a:br>
              <a:rPr lang="en-US" altLang="zh-CN" sz="1351" dirty="0">
                <a:solidFill>
                  <a:schemeClr val="bg1"/>
                </a:solidFill>
              </a:rPr>
            </a:br>
            <a:r>
              <a:rPr lang="zh-CN" altLang="en-US" sz="1351" dirty="0">
                <a:solidFill>
                  <a:schemeClr val="bg1"/>
                </a:solidFill>
              </a:rPr>
              <a:t>一键下载、运行大模型</a:t>
            </a:r>
          </a:p>
        </p:txBody>
      </p:sp>
    </p:spTree>
    <p:custDataLst>
      <p:custData r:id="rId1"/>
    </p:custDataLst>
    <p:extLst>
      <p:ext uri="{BB962C8B-B14F-4D97-AF65-F5344CB8AC3E}">
        <p14:creationId xmlns:p14="http://schemas.microsoft.com/office/powerpoint/2010/main" val="3573154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250"/>
                                  </p:stCondLst>
                                  <p:childTnLst>
                                    <p:set>
                                      <p:cBhvr>
                                        <p:cTn id="22" dur="1" fill="hold">
                                          <p:stCondLst>
                                            <p:cond delay="0"/>
                                          </p:stCondLst>
                                        </p:cTn>
                                        <p:tgtEl>
                                          <p:spTgt spid="24"/>
                                        </p:tgtEl>
                                        <p:attrNameLst>
                                          <p:attrName>style.visibility</p:attrName>
                                        </p:attrNameLst>
                                      </p:cBhvr>
                                      <p:to>
                                        <p:strVal val="visible"/>
                                      </p:to>
                                    </p:set>
                                    <p:anim calcmode="lin" valueType="num">
                                      <p:cBhvr>
                                        <p:cTn id="23" dur="500" fill="hold"/>
                                        <p:tgtEl>
                                          <p:spTgt spid="24"/>
                                        </p:tgtEl>
                                        <p:attrNameLst>
                                          <p:attrName>ppt_w</p:attrName>
                                        </p:attrNameLst>
                                      </p:cBhvr>
                                      <p:tavLst>
                                        <p:tav tm="0">
                                          <p:val>
                                            <p:fltVal val="0"/>
                                          </p:val>
                                        </p:tav>
                                        <p:tav tm="100000">
                                          <p:val>
                                            <p:strVal val="#ppt_w"/>
                                          </p:val>
                                        </p:tav>
                                      </p:tavLst>
                                    </p:anim>
                                    <p:anim calcmode="lin" valueType="num">
                                      <p:cBhvr>
                                        <p:cTn id="24" dur="500" fill="hold"/>
                                        <p:tgtEl>
                                          <p:spTgt spid="24"/>
                                        </p:tgtEl>
                                        <p:attrNameLst>
                                          <p:attrName>ppt_h</p:attrName>
                                        </p:attrNameLst>
                                      </p:cBhvr>
                                      <p:tavLst>
                                        <p:tav tm="0">
                                          <p:val>
                                            <p:fltVal val="0"/>
                                          </p:val>
                                        </p:tav>
                                        <p:tav tm="100000">
                                          <p:val>
                                            <p:strVal val="#ppt_h"/>
                                          </p:val>
                                        </p:tav>
                                      </p:tavLst>
                                    </p:anim>
                                  </p:childTnLst>
                                </p:cTn>
                              </p:par>
                              <p:par>
                                <p:cTn id="25" presetID="23" presetClass="entr" presetSubtype="16" fill="hold" grpId="0" nodeType="withEffect">
                                  <p:stCondLst>
                                    <p:cond delay="50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fill="hold"/>
                                        <p:tgtEl>
                                          <p:spTgt spid="25"/>
                                        </p:tgtEl>
                                        <p:attrNameLst>
                                          <p:attrName>ppt_w</p:attrName>
                                        </p:attrNameLst>
                                      </p:cBhvr>
                                      <p:tavLst>
                                        <p:tav tm="0">
                                          <p:val>
                                            <p:fltVal val="0"/>
                                          </p:val>
                                        </p:tav>
                                        <p:tav tm="100000">
                                          <p:val>
                                            <p:strVal val="#ppt_w"/>
                                          </p:val>
                                        </p:tav>
                                      </p:tavLst>
                                    </p:anim>
                                    <p:anim calcmode="lin" valueType="num">
                                      <p:cBhvr>
                                        <p:cTn id="28" dur="500" fill="hold"/>
                                        <p:tgtEl>
                                          <p:spTgt spid="25"/>
                                        </p:tgtEl>
                                        <p:attrNameLst>
                                          <p:attrName>ppt_h</p:attrName>
                                        </p:attrNameLst>
                                      </p:cBhvr>
                                      <p:tavLst>
                                        <p:tav tm="0">
                                          <p:val>
                                            <p:fltVal val="0"/>
                                          </p:val>
                                        </p:tav>
                                        <p:tav tm="100000">
                                          <p:val>
                                            <p:strVal val="#ppt_h"/>
                                          </p:val>
                                        </p:tav>
                                      </p:tavLst>
                                    </p:anim>
                                  </p:childTnLst>
                                </p:cTn>
                              </p:par>
                              <p:par>
                                <p:cTn id="29" presetID="23" presetClass="entr" presetSubtype="16" fill="hold" grpId="0" nodeType="withEffect">
                                  <p:stCondLst>
                                    <p:cond delay="750"/>
                                  </p:stCondLst>
                                  <p:childTnLst>
                                    <p:set>
                                      <p:cBhvr>
                                        <p:cTn id="30" dur="1" fill="hold">
                                          <p:stCondLst>
                                            <p:cond delay="0"/>
                                          </p:stCondLst>
                                        </p:cTn>
                                        <p:tgtEl>
                                          <p:spTgt spid="26"/>
                                        </p:tgtEl>
                                        <p:attrNameLst>
                                          <p:attrName>style.visibility</p:attrName>
                                        </p:attrNameLst>
                                      </p:cBhvr>
                                      <p:to>
                                        <p:strVal val="visible"/>
                                      </p:to>
                                    </p:set>
                                    <p:anim calcmode="lin" valueType="num">
                                      <p:cBhvr>
                                        <p:cTn id="31" dur="500" fill="hold"/>
                                        <p:tgtEl>
                                          <p:spTgt spid="26"/>
                                        </p:tgtEl>
                                        <p:attrNameLst>
                                          <p:attrName>ppt_w</p:attrName>
                                        </p:attrNameLst>
                                      </p:cBhvr>
                                      <p:tavLst>
                                        <p:tav tm="0">
                                          <p:val>
                                            <p:fltVal val="0"/>
                                          </p:val>
                                        </p:tav>
                                        <p:tav tm="100000">
                                          <p:val>
                                            <p:strVal val="#ppt_w"/>
                                          </p:val>
                                        </p:tav>
                                      </p:tavLst>
                                    </p:anim>
                                    <p:anim calcmode="lin" valueType="num">
                                      <p:cBhvr>
                                        <p:cTn id="32" dur="500" fill="hold"/>
                                        <p:tgtEl>
                                          <p:spTgt spid="26"/>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35" presetClass="path" presetSubtype="0" accel="50000" decel="50000" fill="hold" grpId="1" nodeType="clickEffect">
                                  <p:stCondLst>
                                    <p:cond delay="0"/>
                                  </p:stCondLst>
                                  <p:childTnLst>
                                    <p:animMotion origin="layout" path="M -8.33333E-7 7.40741E-7 L -0.4418 0.05602 " pathEditMode="relative" rAng="0" ptsTypes="AA">
                                      <p:cBhvr>
                                        <p:cTn id="36" dur="2000" fill="hold"/>
                                        <p:tgtEl>
                                          <p:spTgt spid="23"/>
                                        </p:tgtEl>
                                        <p:attrNameLst>
                                          <p:attrName>ppt_x</p:attrName>
                                          <p:attrName>ppt_y</p:attrName>
                                        </p:attrNameLst>
                                      </p:cBhvr>
                                      <p:rCtr x="-22096" y="2801"/>
                                    </p:animMotion>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1000"/>
                                        <p:tgtEl>
                                          <p:spTgt spid="27"/>
                                        </p:tgtEl>
                                      </p:cBhvr>
                                    </p:animEffect>
                                    <p:anim calcmode="lin" valueType="num">
                                      <p:cBhvr>
                                        <p:cTn id="42" dur="1000" fill="hold"/>
                                        <p:tgtEl>
                                          <p:spTgt spid="27"/>
                                        </p:tgtEl>
                                        <p:attrNameLst>
                                          <p:attrName>ppt_x</p:attrName>
                                        </p:attrNameLst>
                                      </p:cBhvr>
                                      <p:tavLst>
                                        <p:tav tm="0">
                                          <p:val>
                                            <p:strVal val="#ppt_x"/>
                                          </p:val>
                                        </p:tav>
                                        <p:tav tm="100000">
                                          <p:val>
                                            <p:strVal val="#ppt_x"/>
                                          </p:val>
                                        </p:tav>
                                      </p:tavLst>
                                    </p:anim>
                                    <p:anim calcmode="lin" valueType="num">
                                      <p:cBhvr>
                                        <p:cTn id="4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7" presetClass="exit" presetSubtype="0" fill="hold" grpId="2" nodeType="clickEffect">
                                  <p:stCondLst>
                                    <p:cond delay="0"/>
                                  </p:stCondLst>
                                  <p:childTnLst>
                                    <p:animEffect transition="out" filter="fade">
                                      <p:cBhvr>
                                        <p:cTn id="47" dur="1000"/>
                                        <p:tgtEl>
                                          <p:spTgt spid="23"/>
                                        </p:tgtEl>
                                      </p:cBhvr>
                                    </p:animEffect>
                                    <p:anim calcmode="lin" valueType="num">
                                      <p:cBhvr>
                                        <p:cTn id="48" dur="1000"/>
                                        <p:tgtEl>
                                          <p:spTgt spid="23"/>
                                        </p:tgtEl>
                                        <p:attrNameLst>
                                          <p:attrName>ppt_x</p:attrName>
                                        </p:attrNameLst>
                                      </p:cBhvr>
                                      <p:tavLst>
                                        <p:tav tm="0">
                                          <p:val>
                                            <p:strVal val="ppt_x"/>
                                          </p:val>
                                        </p:tav>
                                        <p:tav tm="100000">
                                          <p:val>
                                            <p:strVal val="ppt_x"/>
                                          </p:val>
                                        </p:tav>
                                      </p:tavLst>
                                    </p:anim>
                                    <p:anim calcmode="lin" valueType="num">
                                      <p:cBhvr>
                                        <p:cTn id="49" dur="100" decel="100000"/>
                                        <p:tgtEl>
                                          <p:spTgt spid="23"/>
                                        </p:tgtEl>
                                        <p:attrNameLst>
                                          <p:attrName>ppt_y</p:attrName>
                                        </p:attrNameLst>
                                      </p:cBhvr>
                                      <p:tavLst>
                                        <p:tav tm="0">
                                          <p:val>
                                            <p:strVal val="ppt_y"/>
                                          </p:val>
                                        </p:tav>
                                        <p:tav tm="100000">
                                          <p:val>
                                            <p:strVal val="ppt_y-.03"/>
                                          </p:val>
                                        </p:tav>
                                      </p:tavLst>
                                    </p:anim>
                                    <p:anim calcmode="lin" valueType="num">
                                      <p:cBhvr>
                                        <p:cTn id="50" dur="900" accel="100000">
                                          <p:stCondLst>
                                            <p:cond delay="100"/>
                                          </p:stCondLst>
                                        </p:cTn>
                                        <p:tgtEl>
                                          <p:spTgt spid="23"/>
                                        </p:tgtEl>
                                        <p:attrNameLst>
                                          <p:attrName>ppt_y</p:attrName>
                                        </p:attrNameLst>
                                      </p:cBhvr>
                                      <p:tavLst>
                                        <p:tav tm="0">
                                          <p:val>
                                            <p:strVal val="ppt_y"/>
                                          </p:val>
                                        </p:tav>
                                        <p:tav tm="100000">
                                          <p:val>
                                            <p:strVal val="ppt_y+1"/>
                                          </p:val>
                                        </p:tav>
                                      </p:tavLst>
                                    </p:anim>
                                    <p:set>
                                      <p:cBhvr>
                                        <p:cTn id="51" dur="1" fill="hold">
                                          <p:stCondLst>
                                            <p:cond delay="999"/>
                                          </p:stCondLst>
                                        </p:cTn>
                                        <p:tgtEl>
                                          <p:spTgt spid="23"/>
                                        </p:tgtEl>
                                        <p:attrNameLst>
                                          <p:attrName>style.visibility</p:attrName>
                                        </p:attrNameLst>
                                      </p:cBhvr>
                                      <p:to>
                                        <p:strVal val="hidden"/>
                                      </p:to>
                                    </p:set>
                                  </p:childTnLst>
                                </p:cTn>
                              </p:par>
                              <p:par>
                                <p:cTn id="52" presetID="37" presetClass="exit" presetSubtype="0" fill="hold" grpId="1" nodeType="withEffect">
                                  <p:stCondLst>
                                    <p:cond delay="0"/>
                                  </p:stCondLst>
                                  <p:childTnLst>
                                    <p:animEffect transition="out" filter="fade">
                                      <p:cBhvr>
                                        <p:cTn id="53" dur="1000"/>
                                        <p:tgtEl>
                                          <p:spTgt spid="16"/>
                                        </p:tgtEl>
                                      </p:cBhvr>
                                    </p:animEffect>
                                    <p:anim calcmode="lin" valueType="num">
                                      <p:cBhvr>
                                        <p:cTn id="54" dur="1000"/>
                                        <p:tgtEl>
                                          <p:spTgt spid="16"/>
                                        </p:tgtEl>
                                        <p:attrNameLst>
                                          <p:attrName>ppt_x</p:attrName>
                                        </p:attrNameLst>
                                      </p:cBhvr>
                                      <p:tavLst>
                                        <p:tav tm="0">
                                          <p:val>
                                            <p:strVal val="ppt_x"/>
                                          </p:val>
                                        </p:tav>
                                        <p:tav tm="100000">
                                          <p:val>
                                            <p:strVal val="ppt_x"/>
                                          </p:val>
                                        </p:tav>
                                      </p:tavLst>
                                    </p:anim>
                                    <p:anim calcmode="lin" valueType="num">
                                      <p:cBhvr>
                                        <p:cTn id="55" dur="100" decel="100000"/>
                                        <p:tgtEl>
                                          <p:spTgt spid="16"/>
                                        </p:tgtEl>
                                        <p:attrNameLst>
                                          <p:attrName>ppt_y</p:attrName>
                                        </p:attrNameLst>
                                      </p:cBhvr>
                                      <p:tavLst>
                                        <p:tav tm="0">
                                          <p:val>
                                            <p:strVal val="ppt_y"/>
                                          </p:val>
                                        </p:tav>
                                        <p:tav tm="100000">
                                          <p:val>
                                            <p:strVal val="ppt_y-.03"/>
                                          </p:val>
                                        </p:tav>
                                      </p:tavLst>
                                    </p:anim>
                                    <p:anim calcmode="lin" valueType="num">
                                      <p:cBhvr>
                                        <p:cTn id="56" dur="900" accel="100000">
                                          <p:stCondLst>
                                            <p:cond delay="100"/>
                                          </p:stCondLst>
                                        </p:cTn>
                                        <p:tgtEl>
                                          <p:spTgt spid="16"/>
                                        </p:tgtEl>
                                        <p:attrNameLst>
                                          <p:attrName>ppt_y</p:attrName>
                                        </p:attrNameLst>
                                      </p:cBhvr>
                                      <p:tavLst>
                                        <p:tav tm="0">
                                          <p:val>
                                            <p:strVal val="ppt_y"/>
                                          </p:val>
                                        </p:tav>
                                        <p:tav tm="100000">
                                          <p:val>
                                            <p:strVal val="ppt_y+1"/>
                                          </p:val>
                                        </p:tav>
                                      </p:tavLst>
                                    </p:anim>
                                    <p:set>
                                      <p:cBhvr>
                                        <p:cTn id="57" dur="1" fill="hold">
                                          <p:stCondLst>
                                            <p:cond delay="999"/>
                                          </p:stCondLst>
                                        </p:cTn>
                                        <p:tgtEl>
                                          <p:spTgt spid="16"/>
                                        </p:tgtEl>
                                        <p:attrNameLst>
                                          <p:attrName>style.visibility</p:attrName>
                                        </p:attrNameLst>
                                      </p:cBhvr>
                                      <p:to>
                                        <p:strVal val="hidden"/>
                                      </p:to>
                                    </p:set>
                                  </p:childTnLst>
                                </p:cTn>
                              </p:par>
                              <p:par>
                                <p:cTn id="58" presetID="37" presetClass="exit" presetSubtype="0" fill="hold" grpId="1" nodeType="withEffect">
                                  <p:stCondLst>
                                    <p:cond delay="0"/>
                                  </p:stCondLst>
                                  <p:childTnLst>
                                    <p:animEffect transition="out" filter="fade">
                                      <p:cBhvr>
                                        <p:cTn id="59" dur="1000"/>
                                        <p:tgtEl>
                                          <p:spTgt spid="24"/>
                                        </p:tgtEl>
                                      </p:cBhvr>
                                    </p:animEffect>
                                    <p:anim calcmode="lin" valueType="num">
                                      <p:cBhvr>
                                        <p:cTn id="60" dur="1000"/>
                                        <p:tgtEl>
                                          <p:spTgt spid="24"/>
                                        </p:tgtEl>
                                        <p:attrNameLst>
                                          <p:attrName>ppt_x</p:attrName>
                                        </p:attrNameLst>
                                      </p:cBhvr>
                                      <p:tavLst>
                                        <p:tav tm="0">
                                          <p:val>
                                            <p:strVal val="ppt_x"/>
                                          </p:val>
                                        </p:tav>
                                        <p:tav tm="100000">
                                          <p:val>
                                            <p:strVal val="ppt_x"/>
                                          </p:val>
                                        </p:tav>
                                      </p:tavLst>
                                    </p:anim>
                                    <p:anim calcmode="lin" valueType="num">
                                      <p:cBhvr>
                                        <p:cTn id="61" dur="100" decel="100000"/>
                                        <p:tgtEl>
                                          <p:spTgt spid="24"/>
                                        </p:tgtEl>
                                        <p:attrNameLst>
                                          <p:attrName>ppt_y</p:attrName>
                                        </p:attrNameLst>
                                      </p:cBhvr>
                                      <p:tavLst>
                                        <p:tav tm="0">
                                          <p:val>
                                            <p:strVal val="ppt_y"/>
                                          </p:val>
                                        </p:tav>
                                        <p:tav tm="100000">
                                          <p:val>
                                            <p:strVal val="ppt_y-.03"/>
                                          </p:val>
                                        </p:tav>
                                      </p:tavLst>
                                    </p:anim>
                                    <p:anim calcmode="lin" valueType="num">
                                      <p:cBhvr>
                                        <p:cTn id="62" dur="900" accel="100000">
                                          <p:stCondLst>
                                            <p:cond delay="100"/>
                                          </p:stCondLst>
                                        </p:cTn>
                                        <p:tgtEl>
                                          <p:spTgt spid="24"/>
                                        </p:tgtEl>
                                        <p:attrNameLst>
                                          <p:attrName>ppt_y</p:attrName>
                                        </p:attrNameLst>
                                      </p:cBhvr>
                                      <p:tavLst>
                                        <p:tav tm="0">
                                          <p:val>
                                            <p:strVal val="ppt_y"/>
                                          </p:val>
                                        </p:tav>
                                        <p:tav tm="100000">
                                          <p:val>
                                            <p:strVal val="ppt_y+1"/>
                                          </p:val>
                                        </p:tav>
                                      </p:tavLst>
                                    </p:anim>
                                    <p:set>
                                      <p:cBhvr>
                                        <p:cTn id="63" dur="1" fill="hold">
                                          <p:stCondLst>
                                            <p:cond delay="999"/>
                                          </p:stCondLst>
                                        </p:cTn>
                                        <p:tgtEl>
                                          <p:spTgt spid="24"/>
                                        </p:tgtEl>
                                        <p:attrNameLst>
                                          <p:attrName>style.visibility</p:attrName>
                                        </p:attrNameLst>
                                      </p:cBhvr>
                                      <p:to>
                                        <p:strVal val="hidden"/>
                                      </p:to>
                                    </p:set>
                                  </p:childTnLst>
                                </p:cTn>
                              </p:par>
                              <p:par>
                                <p:cTn id="64" presetID="37" presetClass="exit" presetSubtype="0" fill="hold" grpId="1" nodeType="withEffect">
                                  <p:stCondLst>
                                    <p:cond delay="0"/>
                                  </p:stCondLst>
                                  <p:childTnLst>
                                    <p:animEffect transition="out" filter="fade">
                                      <p:cBhvr>
                                        <p:cTn id="65" dur="1000"/>
                                        <p:tgtEl>
                                          <p:spTgt spid="25"/>
                                        </p:tgtEl>
                                      </p:cBhvr>
                                    </p:animEffect>
                                    <p:anim calcmode="lin" valueType="num">
                                      <p:cBhvr>
                                        <p:cTn id="66" dur="1000"/>
                                        <p:tgtEl>
                                          <p:spTgt spid="25"/>
                                        </p:tgtEl>
                                        <p:attrNameLst>
                                          <p:attrName>ppt_x</p:attrName>
                                        </p:attrNameLst>
                                      </p:cBhvr>
                                      <p:tavLst>
                                        <p:tav tm="0">
                                          <p:val>
                                            <p:strVal val="ppt_x"/>
                                          </p:val>
                                        </p:tav>
                                        <p:tav tm="100000">
                                          <p:val>
                                            <p:strVal val="ppt_x"/>
                                          </p:val>
                                        </p:tav>
                                      </p:tavLst>
                                    </p:anim>
                                    <p:anim calcmode="lin" valueType="num">
                                      <p:cBhvr>
                                        <p:cTn id="67" dur="100" decel="100000"/>
                                        <p:tgtEl>
                                          <p:spTgt spid="25"/>
                                        </p:tgtEl>
                                        <p:attrNameLst>
                                          <p:attrName>ppt_y</p:attrName>
                                        </p:attrNameLst>
                                      </p:cBhvr>
                                      <p:tavLst>
                                        <p:tav tm="0">
                                          <p:val>
                                            <p:strVal val="ppt_y"/>
                                          </p:val>
                                        </p:tav>
                                        <p:tav tm="100000">
                                          <p:val>
                                            <p:strVal val="ppt_y-.03"/>
                                          </p:val>
                                        </p:tav>
                                      </p:tavLst>
                                    </p:anim>
                                    <p:anim calcmode="lin" valueType="num">
                                      <p:cBhvr>
                                        <p:cTn id="68" dur="900" accel="100000">
                                          <p:stCondLst>
                                            <p:cond delay="100"/>
                                          </p:stCondLst>
                                        </p:cTn>
                                        <p:tgtEl>
                                          <p:spTgt spid="25"/>
                                        </p:tgtEl>
                                        <p:attrNameLst>
                                          <p:attrName>ppt_y</p:attrName>
                                        </p:attrNameLst>
                                      </p:cBhvr>
                                      <p:tavLst>
                                        <p:tav tm="0">
                                          <p:val>
                                            <p:strVal val="ppt_y"/>
                                          </p:val>
                                        </p:tav>
                                        <p:tav tm="100000">
                                          <p:val>
                                            <p:strVal val="ppt_y+1"/>
                                          </p:val>
                                        </p:tav>
                                      </p:tavLst>
                                    </p:anim>
                                    <p:set>
                                      <p:cBhvr>
                                        <p:cTn id="69" dur="1" fill="hold">
                                          <p:stCondLst>
                                            <p:cond delay="999"/>
                                          </p:stCondLst>
                                        </p:cTn>
                                        <p:tgtEl>
                                          <p:spTgt spid="25"/>
                                        </p:tgtEl>
                                        <p:attrNameLst>
                                          <p:attrName>style.visibility</p:attrName>
                                        </p:attrNameLst>
                                      </p:cBhvr>
                                      <p:to>
                                        <p:strVal val="hidden"/>
                                      </p:to>
                                    </p:set>
                                  </p:childTnLst>
                                </p:cTn>
                              </p:par>
                              <p:par>
                                <p:cTn id="70" presetID="37" presetClass="exit" presetSubtype="0" fill="hold" grpId="1" nodeType="withEffect">
                                  <p:stCondLst>
                                    <p:cond delay="0"/>
                                  </p:stCondLst>
                                  <p:childTnLst>
                                    <p:animEffect transition="out" filter="fade">
                                      <p:cBhvr>
                                        <p:cTn id="71" dur="1000"/>
                                        <p:tgtEl>
                                          <p:spTgt spid="26"/>
                                        </p:tgtEl>
                                      </p:cBhvr>
                                    </p:animEffect>
                                    <p:anim calcmode="lin" valueType="num">
                                      <p:cBhvr>
                                        <p:cTn id="72" dur="1000"/>
                                        <p:tgtEl>
                                          <p:spTgt spid="26"/>
                                        </p:tgtEl>
                                        <p:attrNameLst>
                                          <p:attrName>ppt_x</p:attrName>
                                        </p:attrNameLst>
                                      </p:cBhvr>
                                      <p:tavLst>
                                        <p:tav tm="0">
                                          <p:val>
                                            <p:strVal val="ppt_x"/>
                                          </p:val>
                                        </p:tav>
                                        <p:tav tm="100000">
                                          <p:val>
                                            <p:strVal val="ppt_x"/>
                                          </p:val>
                                        </p:tav>
                                      </p:tavLst>
                                    </p:anim>
                                    <p:anim calcmode="lin" valueType="num">
                                      <p:cBhvr>
                                        <p:cTn id="73" dur="100" decel="100000"/>
                                        <p:tgtEl>
                                          <p:spTgt spid="26"/>
                                        </p:tgtEl>
                                        <p:attrNameLst>
                                          <p:attrName>ppt_y</p:attrName>
                                        </p:attrNameLst>
                                      </p:cBhvr>
                                      <p:tavLst>
                                        <p:tav tm="0">
                                          <p:val>
                                            <p:strVal val="ppt_y"/>
                                          </p:val>
                                        </p:tav>
                                        <p:tav tm="100000">
                                          <p:val>
                                            <p:strVal val="ppt_y-.03"/>
                                          </p:val>
                                        </p:tav>
                                      </p:tavLst>
                                    </p:anim>
                                    <p:anim calcmode="lin" valueType="num">
                                      <p:cBhvr>
                                        <p:cTn id="74" dur="900" accel="100000">
                                          <p:stCondLst>
                                            <p:cond delay="100"/>
                                          </p:stCondLst>
                                        </p:cTn>
                                        <p:tgtEl>
                                          <p:spTgt spid="26"/>
                                        </p:tgtEl>
                                        <p:attrNameLst>
                                          <p:attrName>ppt_y</p:attrName>
                                        </p:attrNameLst>
                                      </p:cBhvr>
                                      <p:tavLst>
                                        <p:tav tm="0">
                                          <p:val>
                                            <p:strVal val="ppt_y"/>
                                          </p:val>
                                        </p:tav>
                                        <p:tav tm="100000">
                                          <p:val>
                                            <p:strVal val="ppt_y+1"/>
                                          </p:val>
                                        </p:tav>
                                      </p:tavLst>
                                    </p:anim>
                                    <p:set>
                                      <p:cBhvr>
                                        <p:cTn id="75" dur="1" fill="hold">
                                          <p:stCondLst>
                                            <p:cond delay="999"/>
                                          </p:stCondLst>
                                        </p:cTn>
                                        <p:tgtEl>
                                          <p:spTgt spid="26"/>
                                        </p:tgtEl>
                                        <p:attrNameLst>
                                          <p:attrName>style.visibility</p:attrName>
                                        </p:attrNameLst>
                                      </p:cBhvr>
                                      <p:to>
                                        <p:strVal val="hidden"/>
                                      </p:to>
                                    </p:set>
                                  </p:childTnLst>
                                </p:cTn>
                              </p:par>
                            </p:childTnLst>
                          </p:cTn>
                        </p:par>
                        <p:par>
                          <p:cTn id="76" fill="hold">
                            <p:stCondLst>
                              <p:cond delay="1000"/>
                            </p:stCondLst>
                            <p:childTnLst>
                              <p:par>
                                <p:cTn id="77" presetID="35" presetClass="path" presetSubtype="0" accel="50000" decel="50000" fill="hold" grpId="1" nodeType="afterEffect">
                                  <p:stCondLst>
                                    <p:cond delay="0"/>
                                  </p:stCondLst>
                                  <p:childTnLst>
                                    <p:animMotion origin="layout" path="M 2.70833E-6 1.85185E-6 L -0.4405 1.85185E-6 " pathEditMode="relative" rAng="0" ptsTypes="AA">
                                      <p:cBhvr>
                                        <p:cTn id="78" dur="2000" fill="hold"/>
                                        <p:tgtEl>
                                          <p:spTgt spid="27"/>
                                        </p:tgtEl>
                                        <p:attrNameLst>
                                          <p:attrName>ppt_x</p:attrName>
                                          <p:attrName>ppt_y</p:attrName>
                                        </p:attrNameLst>
                                      </p:cBhvr>
                                      <p:rCtr x="-2203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3" grpId="2" animBg="1"/>
      <p:bldP spid="16" grpId="0"/>
      <p:bldP spid="16" grpId="1"/>
      <p:bldP spid="24" grpId="0"/>
      <p:bldP spid="24" grpId="1"/>
      <p:bldP spid="25" grpId="0"/>
      <p:bldP spid="25" grpId="1"/>
      <p:bldP spid="26" grpId="0"/>
      <p:bldP spid="26" grpId="1"/>
      <p:bldP spid="27" grpId="0" animBg="1"/>
      <p:bldP spid="27"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489D3-B364-80FC-19A9-1FCE1B767B3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EDB9D76F-7CC2-80B0-1AF8-422909CC831A}"/>
              </a:ext>
            </a:extLst>
          </p:cNvPr>
          <p:cNvPicPr>
            <a:picLocks noChangeAspect="1"/>
          </p:cNvPicPr>
          <p:nvPr/>
        </p:nvPicPr>
        <p:blipFill>
          <a:blip r:embed="rId3"/>
          <a:srcRect b="551"/>
          <a:stretch/>
        </p:blipFill>
        <p:spPr>
          <a:xfrm>
            <a:off x="6625763" y="1293780"/>
            <a:ext cx="352228" cy="208245"/>
          </a:xfrm>
          <a:prstGeom prst="rect">
            <a:avLst/>
          </a:prstGeom>
        </p:spPr>
      </p:pic>
      <p:sp>
        <p:nvSpPr>
          <p:cNvPr id="2" name="内容占位符 1">
            <a:extLst>
              <a:ext uri="{FF2B5EF4-FFF2-40B4-BE49-F238E27FC236}">
                <a16:creationId xmlns:a16="http://schemas.microsoft.com/office/drawing/2014/main" id="{70F5EC00-DBD1-1582-A183-40E16373D342}"/>
              </a:ext>
            </a:extLst>
          </p:cNvPr>
          <p:cNvSpPr>
            <a:spLocks noGrp="1"/>
          </p:cNvSpPr>
          <p:nvPr>
            <p:ph idx="1"/>
          </p:nvPr>
        </p:nvSpPr>
        <p:spPr>
          <a:xfrm>
            <a:off x="576200" y="956243"/>
            <a:ext cx="11060481" cy="474415"/>
          </a:xfrm>
        </p:spPr>
        <p:txBody>
          <a:bodyPr/>
          <a:lstStyle/>
          <a:p>
            <a:r>
              <a:rPr lang="en-US" altLang="zh-CN" b="1" dirty="0" err="1">
                <a:solidFill>
                  <a:schemeClr val="accent1"/>
                </a:solidFill>
              </a:rPr>
              <a:t>Ollama</a:t>
            </a:r>
            <a:r>
              <a:rPr lang="zh-CN" altLang="en-US" dirty="0"/>
              <a:t>是一种用于快速下载、部署、管理大模型的工具，官网地址：</a:t>
            </a:r>
            <a:r>
              <a:rPr lang="en-US" altLang="zh-CN" dirty="0">
                <a:solidFill>
                  <a:schemeClr val="accent1"/>
                </a:solidFill>
                <a:hlinkClick r:id="rId4">
                  <a:extLst>
                    <a:ext uri="{A12FA001-AC4F-418D-AE19-62706E023703}">
                      <ahyp:hlinkClr xmlns:ahyp="http://schemas.microsoft.com/office/drawing/2018/hyperlinkcolor" val="tx"/>
                    </a:ext>
                  </a:extLst>
                </a:hlinkClick>
              </a:rPr>
              <a:t>https://ollama.com</a:t>
            </a:r>
            <a:endParaRPr lang="en-US" altLang="zh-CN" dirty="0">
              <a:solidFill>
                <a:schemeClr val="accent1"/>
              </a:solidFill>
            </a:endParaRPr>
          </a:p>
          <a:p>
            <a:endParaRPr lang="zh-CN" altLang="en-US" dirty="0"/>
          </a:p>
        </p:txBody>
      </p:sp>
      <p:sp>
        <p:nvSpPr>
          <p:cNvPr id="3" name="标题 2">
            <a:extLst>
              <a:ext uri="{FF2B5EF4-FFF2-40B4-BE49-F238E27FC236}">
                <a16:creationId xmlns:a16="http://schemas.microsoft.com/office/drawing/2014/main" id="{8A709C5B-D157-6B6C-F60A-B3F631AD36E5}"/>
              </a:ext>
            </a:extLst>
          </p:cNvPr>
          <p:cNvSpPr>
            <a:spLocks noGrp="1"/>
          </p:cNvSpPr>
          <p:nvPr>
            <p:ph type="title"/>
          </p:nvPr>
        </p:nvSpPr>
        <p:spPr/>
        <p:txBody>
          <a:bodyPr/>
          <a:lstStyle/>
          <a:p>
            <a:r>
              <a:rPr lang="zh-CN" altLang="en-US" dirty="0"/>
              <a:t>大模型部署</a:t>
            </a:r>
            <a:r>
              <a:rPr lang="en-US" altLang="zh-CN" dirty="0"/>
              <a:t>-</a:t>
            </a:r>
            <a:r>
              <a:rPr lang="zh-CN" altLang="en-US" dirty="0"/>
              <a:t>自己部署</a:t>
            </a:r>
            <a:r>
              <a:rPr lang="en-US" altLang="zh-CN" dirty="0"/>
              <a:t>(</a:t>
            </a:r>
            <a:r>
              <a:rPr lang="zh-CN" altLang="en-US" dirty="0"/>
              <a:t>本机</a:t>
            </a:r>
            <a:r>
              <a:rPr lang="en-US" altLang="zh-CN" dirty="0"/>
              <a:t>)</a:t>
            </a:r>
            <a:endParaRPr lang="zh-CN" altLang="en-US" dirty="0"/>
          </a:p>
        </p:txBody>
      </p:sp>
      <p:pic>
        <p:nvPicPr>
          <p:cNvPr id="8" name="图片 7">
            <a:extLst>
              <a:ext uri="{FF2B5EF4-FFF2-40B4-BE49-F238E27FC236}">
                <a16:creationId xmlns:a16="http://schemas.microsoft.com/office/drawing/2014/main" id="{A048033B-BB3A-E4BF-E5C8-45B435C959F4}"/>
              </a:ext>
            </a:extLst>
          </p:cNvPr>
          <p:cNvPicPr>
            <a:picLocks noChangeAspect="1"/>
          </p:cNvPicPr>
          <p:nvPr/>
        </p:nvPicPr>
        <p:blipFill>
          <a:blip r:embed="rId3"/>
          <a:srcRect b="551"/>
          <a:stretch/>
        </p:blipFill>
        <p:spPr>
          <a:xfrm>
            <a:off x="2063314" y="1671920"/>
            <a:ext cx="7766489" cy="4591720"/>
          </a:xfrm>
          <a:prstGeom prst="rect">
            <a:avLst/>
          </a:prstGeom>
        </p:spPr>
      </p:pic>
    </p:spTree>
    <p:extLst>
      <p:ext uri="{BB962C8B-B14F-4D97-AF65-F5344CB8AC3E}">
        <p14:creationId xmlns:p14="http://schemas.microsoft.com/office/powerpoint/2010/main" val="305952658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0" presetClass="exit" presetSubtype="0" accel="50000" decel="50000" fill="hold" nodeType="withEffect">
                                  <p:stCondLst>
                                    <p:cond delay="0"/>
                                  </p:stCondLst>
                                  <p:childTnLst>
                                    <p:animEffect transition="out" filter="fade">
                                      <p:cBhvr>
                                        <p:cTn id="8" dur="750"/>
                                        <p:tgtEl>
                                          <p:spTgt spid="9"/>
                                        </p:tgtEl>
                                      </p:cBhvr>
                                    </p:animEffect>
                                    <p:set>
                                      <p:cBhvr>
                                        <p:cTn id="9" dur="1" fill="hold">
                                          <p:stCondLst>
                                            <p:cond delay="749"/>
                                          </p:stCondLst>
                                        </p:cTn>
                                        <p:tgtEl>
                                          <p:spTgt spid="9"/>
                                        </p:tgtEl>
                                        <p:attrNameLst>
                                          <p:attrName>style.visibility</p:attrName>
                                        </p:attrNameLst>
                                      </p:cBhvr>
                                      <p:to>
                                        <p:strVal val="hidden"/>
                                      </p:to>
                                    </p:set>
                                  </p:childTnLst>
                                </p:cTn>
                              </p:par>
                              <p:par>
                                <p:cTn id="10" presetID="10" presetClass="entr" presetSubtype="0" accel="50000" decel="5000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750"/>
                                        <p:tgtEl>
                                          <p:spTgt spid="8"/>
                                        </p:tgtEl>
                                      </p:cBhvr>
                                    </p:animEffect>
                                  </p:childTnLst>
                                </p:cTn>
                              </p:par>
                              <p:par>
                                <p:cTn id="13" presetID="63" presetClass="path" presetSubtype="0" accel="50000" decel="50000" fill="hold" nodeType="withEffect">
                                  <p:stCondLst>
                                    <p:cond delay="0"/>
                                  </p:stCondLst>
                                  <p:childTnLst>
                                    <p:animMotion origin="layout" path="M 0 0 L -0.070154 0.374727 E" pathEditMode="relative" ptsTypes="">
                                      <p:cBhvr>
                                        <p:cTn id="14" dur="750" fill="hold"/>
                                        <p:tgtEl>
                                          <p:spTgt spid="9"/>
                                        </p:tgtEl>
                                        <p:attrNameLst>
                                          <p:attrName>ppt_x</p:attrName>
                                          <p:attrName>ppt_y</p:attrName>
                                        </p:attrNameLst>
                                      </p:cBhvr>
                                    </p:animMotion>
                                  </p:childTnLst>
                                </p:cTn>
                              </p:par>
                              <p:par>
                                <p:cTn id="15" presetID="63" presetClass="path" presetSubtype="0" accel="50000" decel="50000" fill="hold" nodeType="withEffect">
                                  <p:stCondLst>
                                    <p:cond delay="0"/>
                                  </p:stCondLst>
                                  <p:childTnLst>
                                    <p:animMotion origin="layout" path="M 0.070154 -0.374727 L 0 0 E" pathEditMode="relative" ptsTypes="">
                                      <p:cBhvr>
                                        <p:cTn id="16" dur="750" fill="hold"/>
                                        <p:tgtEl>
                                          <p:spTgt spid="8"/>
                                        </p:tgtEl>
                                        <p:attrNameLst>
                                          <p:attrName>ppt_x</p:attrName>
                                          <p:attrName>ppt_y</p:attrName>
                                        </p:attrNameLst>
                                      </p:cBhvr>
                                    </p:animMotion>
                                  </p:childTnLst>
                                </p:cTn>
                              </p:par>
                              <p:par>
                                <p:cTn id="17" presetID="6" presetClass="emph" presetSubtype="0" accel="50000" decel="50000" fill="hold" nodeType="withEffect">
                                  <p:stCondLst>
                                    <p:cond delay="0"/>
                                  </p:stCondLst>
                                  <p:childTnLst>
                                    <p:animScale>
                                      <p:cBhvr>
                                        <p:cTn id="18" dur="750" fill="hold"/>
                                        <p:tgtEl>
                                          <p:spTgt spid="9"/>
                                        </p:tgtEl>
                                      </p:cBhvr>
                                      <p:by x="150000" y="150000"/>
                                      <p:from x="100000" y="100000"/>
                                      <p:to x="2204961" y="2204961"/>
                                    </p:animScale>
                                  </p:childTnLst>
                                </p:cTn>
                              </p:par>
                              <p:par>
                                <p:cTn id="19" presetID="6" presetClass="emph" presetSubtype="0" accel="50000" decel="50000" fill="hold" nodeType="withEffect">
                                  <p:stCondLst>
                                    <p:cond delay="0"/>
                                  </p:stCondLst>
                                  <p:childTnLst>
                                    <p:animScale>
                                      <p:cBhvr>
                                        <p:cTn id="20" dur="750" fill="hold"/>
                                        <p:tgtEl>
                                          <p:spTgt spid="8"/>
                                        </p:tgtEl>
                                      </p:cBhvr>
                                      <p:by x="150000" y="150000"/>
                                      <p:from x="4535" y="4535"/>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大模型部署</a:t>
            </a:r>
            <a:r>
              <a:rPr lang="en-US" altLang="zh-CN" dirty="0"/>
              <a:t>-</a:t>
            </a:r>
            <a:r>
              <a:rPr lang="zh-CN" altLang="en-US" dirty="0"/>
              <a:t>自己部署</a:t>
            </a:r>
            <a:r>
              <a:rPr lang="en-US" altLang="zh-CN" dirty="0"/>
              <a:t>(</a:t>
            </a:r>
            <a:r>
              <a:rPr lang="zh-CN" altLang="en-US" dirty="0"/>
              <a:t>本机</a:t>
            </a:r>
            <a:r>
              <a:rPr lang="en-US" altLang="zh-CN" dirty="0"/>
              <a:t>)</a:t>
            </a:r>
            <a:endParaRPr lang="zh-CN" altLang="en-US" dirty="0"/>
          </a:p>
        </p:txBody>
      </p:sp>
      <p:pic>
        <p:nvPicPr>
          <p:cNvPr id="6" name="图片 5">
            <a:extLst>
              <a:ext uri="{FF2B5EF4-FFF2-40B4-BE49-F238E27FC236}">
                <a16:creationId xmlns:a16="http://schemas.microsoft.com/office/drawing/2014/main" id="{F419EEDA-EDEA-9B5C-CEE9-2B4FFF389C30}"/>
              </a:ext>
            </a:extLst>
          </p:cNvPr>
          <p:cNvPicPr>
            <a:picLocks noChangeAspect="1"/>
          </p:cNvPicPr>
          <p:nvPr/>
        </p:nvPicPr>
        <p:blipFill>
          <a:blip r:embed="rId2"/>
          <a:srcRect b="86370"/>
          <a:stretch/>
        </p:blipFill>
        <p:spPr>
          <a:xfrm>
            <a:off x="2063314" y="1671921"/>
            <a:ext cx="7766489" cy="629320"/>
          </a:xfrm>
          <a:prstGeom prst="rect">
            <a:avLst/>
          </a:prstGeom>
        </p:spPr>
      </p:pic>
      <p:pic>
        <p:nvPicPr>
          <p:cNvPr id="5" name="图片 4">
            <a:extLst>
              <a:ext uri="{FF2B5EF4-FFF2-40B4-BE49-F238E27FC236}">
                <a16:creationId xmlns:a16="http://schemas.microsoft.com/office/drawing/2014/main" id="{3D4AC276-BBA9-E151-9750-280A5C0E11DD}"/>
              </a:ext>
            </a:extLst>
          </p:cNvPr>
          <p:cNvPicPr>
            <a:picLocks noChangeAspect="1"/>
          </p:cNvPicPr>
          <p:nvPr/>
        </p:nvPicPr>
        <p:blipFill>
          <a:blip r:embed="rId3"/>
          <a:stretch>
            <a:fillRect/>
          </a:stretch>
        </p:blipFill>
        <p:spPr>
          <a:xfrm>
            <a:off x="2624814" y="2815349"/>
            <a:ext cx="6424217" cy="3589331"/>
          </a:xfrm>
          <a:prstGeom prst="rect">
            <a:avLst/>
          </a:prstGeom>
        </p:spPr>
      </p:pic>
      <p:sp>
        <p:nvSpPr>
          <p:cNvPr id="8" name="内容占位符 1">
            <a:extLst>
              <a:ext uri="{FF2B5EF4-FFF2-40B4-BE49-F238E27FC236}">
                <a16:creationId xmlns:a16="http://schemas.microsoft.com/office/drawing/2014/main" id="{0F082FF3-15BA-4B1E-86D6-443861A6600F}"/>
              </a:ext>
            </a:extLst>
          </p:cNvPr>
          <p:cNvSpPr txBox="1">
            <a:spLocks/>
          </p:cNvSpPr>
          <p:nvPr/>
        </p:nvSpPr>
        <p:spPr>
          <a:xfrm>
            <a:off x="576200" y="956243"/>
            <a:ext cx="11060481" cy="474415"/>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b="1">
                <a:solidFill>
                  <a:schemeClr val="accent1"/>
                </a:solidFill>
              </a:rPr>
              <a:t>Ollama</a:t>
            </a:r>
            <a:r>
              <a:rPr lang="zh-CN" altLang="en-US"/>
              <a:t>是一种用于快速下载、部署、管理大模型的工具，官网地址：</a:t>
            </a:r>
            <a:r>
              <a:rPr lang="en-US" altLang="zh-CN">
                <a:solidFill>
                  <a:schemeClr val="accent1"/>
                </a:solidFill>
                <a:hlinkClick r:id="rId4">
                  <a:extLst>
                    <a:ext uri="{A12FA001-AC4F-418D-AE19-62706E023703}">
                      <ahyp:hlinkClr xmlns:ahyp="http://schemas.microsoft.com/office/drawing/2018/hyperlinkcolor" val="tx"/>
                    </a:ext>
                  </a:extLst>
                </a:hlinkClick>
              </a:rPr>
              <a:t>https://ollama.com</a:t>
            </a:r>
            <a:endParaRPr lang="en-US" altLang="zh-CN">
              <a:solidFill>
                <a:schemeClr val="accent1"/>
              </a:solidFill>
            </a:endParaRPr>
          </a:p>
          <a:p>
            <a:endParaRPr lang="zh-CN" altLang="en-US" dirty="0"/>
          </a:p>
        </p:txBody>
      </p:sp>
    </p:spTree>
    <p:extLst>
      <p:ext uri="{BB962C8B-B14F-4D97-AF65-F5344CB8AC3E}">
        <p14:creationId xmlns:p14="http://schemas.microsoft.com/office/powerpoint/2010/main" val="13543801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C4D64717-C653-9015-0672-AD2C8CA15A06}"/>
              </a:ext>
            </a:extLst>
          </p:cNvPr>
          <p:cNvSpPr>
            <a:spLocks noGrp="1"/>
          </p:cNvSpPr>
          <p:nvPr>
            <p:ph type="body" sz="quarter" idx="10"/>
          </p:nvPr>
        </p:nvSpPr>
        <p:spPr/>
        <p:txBody>
          <a:bodyPr/>
          <a:lstStyle/>
          <a:p>
            <a:pPr marL="342882" indent="-342882">
              <a:buFont typeface="+mj-lt"/>
              <a:buAutoNum type="arabicPeriod"/>
            </a:pPr>
            <a:r>
              <a:rPr lang="zh-CN" altLang="en-US" sz="1800" dirty="0"/>
              <a:t>大模型部署方式</a:t>
            </a:r>
            <a:endParaRPr lang="en-US" altLang="zh-CN" sz="1800" dirty="0"/>
          </a:p>
          <a:p>
            <a:pPr lvl="1" indent="0">
              <a:buNone/>
            </a:pPr>
            <a:r>
              <a:rPr lang="zh-CN" altLang="en-US" sz="1600" dirty="0"/>
              <a:t>自己部署、他人部署</a:t>
            </a:r>
            <a:r>
              <a:rPr lang="en-US" altLang="zh-CN" sz="1600" dirty="0"/>
              <a:t>(</a:t>
            </a:r>
            <a:r>
              <a:rPr lang="zh-CN" altLang="en-US" sz="1600" dirty="0"/>
              <a:t>三方平台</a:t>
            </a:r>
            <a:r>
              <a:rPr lang="en-US" altLang="zh-CN" sz="1600" dirty="0"/>
              <a:t>)</a:t>
            </a:r>
          </a:p>
          <a:p>
            <a:pPr marL="342882" indent="-342882">
              <a:buFont typeface="+mj-lt"/>
              <a:buAutoNum type="arabicPeriod"/>
            </a:pPr>
            <a:r>
              <a:rPr lang="zh-CN" altLang="en-US" sz="1800" dirty="0"/>
              <a:t>本机部署（</a:t>
            </a:r>
            <a:r>
              <a:rPr lang="en-US" altLang="zh-CN" sz="1800" dirty="0" err="1"/>
              <a:t>Ollama</a:t>
            </a:r>
            <a:r>
              <a:rPr lang="zh-CN" altLang="en-US" sz="1800" dirty="0"/>
              <a:t>）</a:t>
            </a:r>
            <a:endParaRPr lang="en-US" altLang="zh-CN" sz="1800" dirty="0"/>
          </a:p>
          <a:p>
            <a:pPr lvl="1" indent="0">
              <a:buNone/>
            </a:pPr>
            <a:r>
              <a:rPr lang="zh-CN" altLang="en-US" sz="1600" dirty="0"/>
              <a:t>参考资料中的笔记完成</a:t>
            </a:r>
            <a:endParaRPr lang="en-US" altLang="zh-CN" sz="1600" dirty="0"/>
          </a:p>
          <a:p>
            <a:pPr marL="342882" indent="-342882">
              <a:buFont typeface="+mj-lt"/>
              <a:buAutoNum type="arabicPeriod"/>
            </a:pPr>
            <a:r>
              <a:rPr lang="zh-CN" altLang="en-US" sz="1800" dirty="0"/>
              <a:t>使用</a:t>
            </a:r>
            <a:r>
              <a:rPr lang="en-US" altLang="zh-CN" sz="1800" dirty="0" err="1"/>
              <a:t>Apifox</a:t>
            </a:r>
            <a:r>
              <a:rPr lang="zh-CN" altLang="en-US" sz="1800" dirty="0"/>
              <a:t>访问大模型</a:t>
            </a:r>
            <a:endParaRPr lang="en-US" altLang="zh-CN" sz="1800" dirty="0"/>
          </a:p>
          <a:p>
            <a:pPr lvl="1" indent="0">
              <a:buNone/>
            </a:pPr>
            <a:r>
              <a:rPr lang="en-US" altLang="zh-CN" sz="1600" dirty="0" err="1"/>
              <a:t>Ollama</a:t>
            </a:r>
            <a:r>
              <a:rPr lang="zh-CN" altLang="en-US" sz="1600" dirty="0"/>
              <a:t>默认端口</a:t>
            </a:r>
            <a:r>
              <a:rPr lang="en-US" altLang="zh-CN" sz="1600" dirty="0"/>
              <a:t>11434</a:t>
            </a:r>
            <a:r>
              <a:rPr lang="zh-CN" altLang="en-US" sz="1600" dirty="0"/>
              <a:t>，后续详细讲解</a:t>
            </a:r>
            <a:endParaRPr lang="en-US" altLang="zh-CN" sz="1600" dirty="0"/>
          </a:p>
        </p:txBody>
      </p:sp>
    </p:spTree>
    <p:extLst>
      <p:ext uri="{BB962C8B-B14F-4D97-AF65-F5344CB8AC3E}">
        <p14:creationId xmlns:p14="http://schemas.microsoft.com/office/powerpoint/2010/main" val="376751107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wipe(left)">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大模型部署</a:t>
            </a:r>
            <a:r>
              <a:rPr lang="en-US" altLang="zh-CN" dirty="0"/>
              <a:t>-</a:t>
            </a:r>
            <a:r>
              <a:rPr lang="zh-CN" altLang="en-US" dirty="0"/>
              <a:t>阿里云百炼</a:t>
            </a:r>
          </a:p>
        </p:txBody>
      </p:sp>
      <p:sp>
        <p:nvSpPr>
          <p:cNvPr id="8" name="内容占位符 1">
            <a:extLst>
              <a:ext uri="{FF2B5EF4-FFF2-40B4-BE49-F238E27FC236}">
                <a16:creationId xmlns:a16="http://schemas.microsoft.com/office/drawing/2014/main" id="{0F082FF3-15BA-4B1E-86D6-443861A6600F}"/>
              </a:ext>
            </a:extLst>
          </p:cNvPr>
          <p:cNvSpPr txBox="1">
            <a:spLocks/>
          </p:cNvSpPr>
          <p:nvPr/>
        </p:nvSpPr>
        <p:spPr>
          <a:xfrm>
            <a:off x="576200" y="1743643"/>
            <a:ext cx="11060481" cy="2472759"/>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54">
              <a:defRPr/>
            </a:pPr>
            <a:r>
              <a:rPr lang="en-US" altLang="zh-CN" sz="1800" dirty="0">
                <a:latin typeface="Source Code Pro"/>
                <a:ea typeface="阿里巴巴普惠体"/>
              </a:rPr>
              <a:t>1.</a:t>
            </a:r>
            <a:r>
              <a:rPr lang="zh-CN" altLang="en-US" sz="1800" dirty="0">
                <a:latin typeface="Source Code Pro"/>
                <a:ea typeface="阿里巴巴普惠体"/>
              </a:rPr>
              <a:t>登录阿里云 </a:t>
            </a:r>
            <a:r>
              <a:rPr lang="en-US" altLang="zh-CN" sz="1800" dirty="0">
                <a:solidFill>
                  <a:schemeClr val="accent1"/>
                </a:solidFill>
                <a:latin typeface="Source Code Pro"/>
                <a:ea typeface="阿里巴巴普惠体"/>
              </a:rPr>
              <a:t>https://www.aliyun.com/</a:t>
            </a:r>
          </a:p>
          <a:p>
            <a:pPr defTabSz="914354">
              <a:defRPr/>
            </a:pPr>
            <a:r>
              <a:rPr lang="en-US" altLang="zh-CN" sz="1800" dirty="0">
                <a:latin typeface="Source Code Pro"/>
                <a:ea typeface="阿里巴巴普惠体"/>
              </a:rPr>
              <a:t>2.</a:t>
            </a:r>
            <a:r>
              <a:rPr lang="zh-CN" altLang="en-US" sz="1800" dirty="0">
                <a:latin typeface="Source Code Pro"/>
                <a:ea typeface="阿里巴巴普惠体"/>
              </a:rPr>
              <a:t>开通 </a:t>
            </a:r>
            <a:r>
              <a:rPr lang="zh-CN" altLang="en-US" sz="1800" dirty="0">
                <a:solidFill>
                  <a:srgbClr val="FFC000"/>
                </a:solidFill>
                <a:latin typeface="Source Code Pro"/>
                <a:ea typeface="阿里巴巴普惠体"/>
              </a:rPr>
              <a:t>大模型服务平台百炼  </a:t>
            </a:r>
            <a:r>
              <a:rPr lang="zh-CN" altLang="en-US" sz="1800" dirty="0">
                <a:latin typeface="Source Code Pro"/>
                <a:ea typeface="阿里巴巴普惠体"/>
              </a:rPr>
              <a:t>服务</a:t>
            </a:r>
            <a:endParaRPr lang="en-US" altLang="zh-CN" sz="1800" dirty="0">
              <a:latin typeface="Source Code Pro"/>
              <a:ea typeface="阿里巴巴普惠体"/>
            </a:endParaRPr>
          </a:p>
          <a:p>
            <a:pPr defTabSz="914354">
              <a:defRPr/>
            </a:pPr>
            <a:r>
              <a:rPr lang="en-US" altLang="zh-CN" sz="1800" dirty="0">
                <a:latin typeface="Source Code Pro"/>
                <a:ea typeface="阿里巴巴普惠体"/>
              </a:rPr>
              <a:t>3.</a:t>
            </a:r>
            <a:r>
              <a:rPr lang="zh-CN" altLang="en-US" sz="1800" dirty="0">
                <a:latin typeface="Source Code Pro"/>
                <a:ea typeface="阿里巴巴普惠体"/>
              </a:rPr>
              <a:t>申请百炼平台 </a:t>
            </a:r>
            <a:r>
              <a:rPr lang="en-US" altLang="zh-CN" sz="1800" dirty="0">
                <a:solidFill>
                  <a:schemeClr val="accent1"/>
                </a:solidFill>
                <a:latin typeface="Source Code Pro"/>
                <a:ea typeface="阿里巴巴普惠体"/>
              </a:rPr>
              <a:t>API-KEY</a:t>
            </a:r>
            <a:endParaRPr lang="en-US" altLang="zh-CN" sz="1800" dirty="0">
              <a:latin typeface="Source Code Pro"/>
              <a:ea typeface="阿里巴巴普惠体"/>
            </a:endParaRPr>
          </a:p>
          <a:p>
            <a:pPr defTabSz="914354">
              <a:defRPr/>
            </a:pPr>
            <a:r>
              <a:rPr lang="en-US" altLang="zh-CN" sz="1800" dirty="0">
                <a:latin typeface="Source Code Pro"/>
                <a:ea typeface="阿里巴巴普惠体"/>
              </a:rPr>
              <a:t>4.</a:t>
            </a:r>
            <a:r>
              <a:rPr lang="zh-CN" altLang="en-US" sz="1800" dirty="0">
                <a:latin typeface="Source Code Pro"/>
                <a:ea typeface="阿里巴巴普惠体"/>
              </a:rPr>
              <a:t>选择模型并使用</a:t>
            </a:r>
          </a:p>
        </p:txBody>
      </p:sp>
      <p:pic>
        <p:nvPicPr>
          <p:cNvPr id="4" name="图片 3">
            <a:extLst>
              <a:ext uri="{FF2B5EF4-FFF2-40B4-BE49-F238E27FC236}">
                <a16:creationId xmlns:a16="http://schemas.microsoft.com/office/drawing/2014/main" id="{5B7E3AAE-D3C8-4BA1-86EE-9C48B391CB74}"/>
              </a:ext>
            </a:extLst>
          </p:cNvPr>
          <p:cNvPicPr>
            <a:picLocks noChangeAspect="1"/>
          </p:cNvPicPr>
          <p:nvPr/>
        </p:nvPicPr>
        <p:blipFill>
          <a:blip r:embed="rId2"/>
          <a:stretch>
            <a:fillRect/>
          </a:stretch>
        </p:blipFill>
        <p:spPr>
          <a:xfrm>
            <a:off x="576196" y="1290489"/>
            <a:ext cx="1076325" cy="228600"/>
          </a:xfrm>
          <a:prstGeom prst="rect">
            <a:avLst/>
          </a:prstGeom>
        </p:spPr>
      </p:pic>
      <p:pic>
        <p:nvPicPr>
          <p:cNvPr id="5" name="图片 4">
            <a:extLst>
              <a:ext uri="{FF2B5EF4-FFF2-40B4-BE49-F238E27FC236}">
                <a16:creationId xmlns:a16="http://schemas.microsoft.com/office/drawing/2014/main" id="{828302A9-5D0C-4CFE-AAE1-8D8078F1C8DF}"/>
              </a:ext>
            </a:extLst>
          </p:cNvPr>
          <p:cNvPicPr>
            <a:picLocks noChangeAspect="1"/>
          </p:cNvPicPr>
          <p:nvPr/>
        </p:nvPicPr>
        <p:blipFill>
          <a:blip r:embed="rId3"/>
          <a:stretch>
            <a:fillRect/>
          </a:stretch>
        </p:blipFill>
        <p:spPr>
          <a:xfrm>
            <a:off x="1998089" y="1261917"/>
            <a:ext cx="990600" cy="257175"/>
          </a:xfrm>
          <a:prstGeom prst="rect">
            <a:avLst/>
          </a:prstGeom>
        </p:spPr>
      </p:pic>
      <p:pic>
        <p:nvPicPr>
          <p:cNvPr id="6" name="图片 5">
            <a:extLst>
              <a:ext uri="{FF2B5EF4-FFF2-40B4-BE49-F238E27FC236}">
                <a16:creationId xmlns:a16="http://schemas.microsoft.com/office/drawing/2014/main" id="{2D9258DC-ACEC-4C5B-AA7E-F84828F01FEF}"/>
              </a:ext>
            </a:extLst>
          </p:cNvPr>
          <p:cNvPicPr>
            <a:picLocks noChangeAspect="1"/>
          </p:cNvPicPr>
          <p:nvPr/>
        </p:nvPicPr>
        <p:blipFill>
          <a:blip r:embed="rId4"/>
          <a:stretch>
            <a:fillRect/>
          </a:stretch>
        </p:blipFill>
        <p:spPr>
          <a:xfrm>
            <a:off x="3334257" y="1275058"/>
            <a:ext cx="1028896" cy="244033"/>
          </a:xfrm>
          <a:prstGeom prst="rect">
            <a:avLst/>
          </a:prstGeom>
        </p:spPr>
      </p:pic>
      <p:pic>
        <p:nvPicPr>
          <p:cNvPr id="7" name="图片 6">
            <a:extLst>
              <a:ext uri="{FF2B5EF4-FFF2-40B4-BE49-F238E27FC236}">
                <a16:creationId xmlns:a16="http://schemas.microsoft.com/office/drawing/2014/main" id="{64A3A826-7713-4696-BA23-24DB1C7A889F}"/>
              </a:ext>
            </a:extLst>
          </p:cNvPr>
          <p:cNvPicPr>
            <a:picLocks noChangeAspect="1"/>
          </p:cNvPicPr>
          <p:nvPr/>
        </p:nvPicPr>
        <p:blipFill>
          <a:blip r:embed="rId5"/>
          <a:stretch>
            <a:fillRect/>
          </a:stretch>
        </p:blipFill>
        <p:spPr>
          <a:xfrm>
            <a:off x="4708721" y="1261917"/>
            <a:ext cx="950771" cy="257175"/>
          </a:xfrm>
          <a:prstGeom prst="rect">
            <a:avLst/>
          </a:prstGeom>
        </p:spPr>
      </p:pic>
    </p:spTree>
    <p:extLst>
      <p:ext uri="{BB962C8B-B14F-4D97-AF65-F5344CB8AC3E}">
        <p14:creationId xmlns:p14="http://schemas.microsoft.com/office/powerpoint/2010/main" val="58453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7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xit" presetSubtype="32" fill="hold" nodeType="clickEffect">
                                  <p:stCondLst>
                                    <p:cond delay="0"/>
                                  </p:stCondLst>
                                  <p:childTnLst>
                                    <p:anim calcmode="lin" valueType="num">
                                      <p:cBhvr>
                                        <p:cTn id="28" dur="500"/>
                                        <p:tgtEl>
                                          <p:spTgt spid="5"/>
                                        </p:tgtEl>
                                        <p:attrNameLst>
                                          <p:attrName>ppt_w</p:attrName>
                                        </p:attrNameLst>
                                      </p:cBhvr>
                                      <p:tavLst>
                                        <p:tav tm="0">
                                          <p:val>
                                            <p:strVal val="ppt_w"/>
                                          </p:val>
                                        </p:tav>
                                        <p:tav tm="100000">
                                          <p:val>
                                            <p:fltVal val="0"/>
                                          </p:val>
                                        </p:tav>
                                      </p:tavLst>
                                    </p:anim>
                                    <p:anim calcmode="lin" valueType="num">
                                      <p:cBhvr>
                                        <p:cTn id="29" dur="500"/>
                                        <p:tgtEl>
                                          <p:spTgt spid="5"/>
                                        </p:tgtEl>
                                        <p:attrNameLst>
                                          <p:attrName>ppt_h</p:attrName>
                                        </p:attrNameLst>
                                      </p:cBhvr>
                                      <p:tavLst>
                                        <p:tav tm="0">
                                          <p:val>
                                            <p:strVal val="ppt_h"/>
                                          </p:val>
                                        </p:tav>
                                        <p:tav tm="100000">
                                          <p:val>
                                            <p:fltVal val="0"/>
                                          </p:val>
                                        </p:tav>
                                      </p:tavLst>
                                    </p:anim>
                                    <p:animEffect transition="out" filter="fade">
                                      <p:cBhvr>
                                        <p:cTn id="30" dur="500"/>
                                        <p:tgtEl>
                                          <p:spTgt spid="5"/>
                                        </p:tgtEl>
                                      </p:cBhvr>
                                    </p:animEffect>
                                    <p:set>
                                      <p:cBhvr>
                                        <p:cTn id="31" dur="1" fill="hold">
                                          <p:stCondLst>
                                            <p:cond delay="499"/>
                                          </p:stCondLst>
                                        </p:cTn>
                                        <p:tgtEl>
                                          <p:spTgt spid="5"/>
                                        </p:tgtEl>
                                        <p:attrNameLst>
                                          <p:attrName>style.visibility</p:attrName>
                                        </p:attrNameLst>
                                      </p:cBhvr>
                                      <p:to>
                                        <p:strVal val="hidden"/>
                                      </p:to>
                                    </p:set>
                                  </p:childTnLst>
                                </p:cTn>
                              </p:par>
                              <p:par>
                                <p:cTn id="32" presetID="53" presetClass="exit" presetSubtype="32" fill="hold" nodeType="withEffect">
                                  <p:stCondLst>
                                    <p:cond delay="0"/>
                                  </p:stCondLst>
                                  <p:childTnLst>
                                    <p:anim calcmode="lin" valueType="num">
                                      <p:cBhvr>
                                        <p:cTn id="33" dur="500"/>
                                        <p:tgtEl>
                                          <p:spTgt spid="6"/>
                                        </p:tgtEl>
                                        <p:attrNameLst>
                                          <p:attrName>ppt_w</p:attrName>
                                        </p:attrNameLst>
                                      </p:cBhvr>
                                      <p:tavLst>
                                        <p:tav tm="0">
                                          <p:val>
                                            <p:strVal val="ppt_w"/>
                                          </p:val>
                                        </p:tav>
                                        <p:tav tm="100000">
                                          <p:val>
                                            <p:fltVal val="0"/>
                                          </p:val>
                                        </p:tav>
                                      </p:tavLst>
                                    </p:anim>
                                    <p:anim calcmode="lin" valueType="num">
                                      <p:cBhvr>
                                        <p:cTn id="34" dur="500"/>
                                        <p:tgtEl>
                                          <p:spTgt spid="6"/>
                                        </p:tgtEl>
                                        <p:attrNameLst>
                                          <p:attrName>ppt_h</p:attrName>
                                        </p:attrNameLst>
                                      </p:cBhvr>
                                      <p:tavLst>
                                        <p:tav tm="0">
                                          <p:val>
                                            <p:strVal val="ppt_h"/>
                                          </p:val>
                                        </p:tav>
                                        <p:tav tm="100000">
                                          <p:val>
                                            <p:fltVal val="0"/>
                                          </p:val>
                                        </p:tav>
                                      </p:tavLst>
                                    </p:anim>
                                    <p:animEffect transition="out" filter="fade">
                                      <p:cBhvr>
                                        <p:cTn id="35" dur="500"/>
                                        <p:tgtEl>
                                          <p:spTgt spid="6"/>
                                        </p:tgtEl>
                                      </p:cBhvr>
                                    </p:animEffect>
                                    <p:set>
                                      <p:cBhvr>
                                        <p:cTn id="36" dur="1" fill="hold">
                                          <p:stCondLst>
                                            <p:cond delay="499"/>
                                          </p:stCondLst>
                                        </p:cTn>
                                        <p:tgtEl>
                                          <p:spTgt spid="6"/>
                                        </p:tgtEl>
                                        <p:attrNameLst>
                                          <p:attrName>style.visibility</p:attrName>
                                        </p:attrNameLst>
                                      </p:cBhvr>
                                      <p:to>
                                        <p:strVal val="hidden"/>
                                      </p:to>
                                    </p:set>
                                  </p:childTnLst>
                                </p:cTn>
                              </p:par>
                              <p:par>
                                <p:cTn id="37" presetID="53" presetClass="exit" presetSubtype="32" fill="hold" nodeType="withEffect">
                                  <p:stCondLst>
                                    <p:cond delay="0"/>
                                  </p:stCondLst>
                                  <p:childTnLst>
                                    <p:anim calcmode="lin" valueType="num">
                                      <p:cBhvr>
                                        <p:cTn id="38" dur="500"/>
                                        <p:tgtEl>
                                          <p:spTgt spid="7"/>
                                        </p:tgtEl>
                                        <p:attrNameLst>
                                          <p:attrName>ppt_w</p:attrName>
                                        </p:attrNameLst>
                                      </p:cBhvr>
                                      <p:tavLst>
                                        <p:tav tm="0">
                                          <p:val>
                                            <p:strVal val="ppt_w"/>
                                          </p:val>
                                        </p:tav>
                                        <p:tav tm="100000">
                                          <p:val>
                                            <p:fltVal val="0"/>
                                          </p:val>
                                        </p:tav>
                                      </p:tavLst>
                                    </p:anim>
                                    <p:anim calcmode="lin" valueType="num">
                                      <p:cBhvr>
                                        <p:cTn id="39" dur="500"/>
                                        <p:tgtEl>
                                          <p:spTgt spid="7"/>
                                        </p:tgtEl>
                                        <p:attrNameLst>
                                          <p:attrName>ppt_h</p:attrName>
                                        </p:attrNameLst>
                                      </p:cBhvr>
                                      <p:tavLst>
                                        <p:tav tm="0">
                                          <p:val>
                                            <p:strVal val="ppt_h"/>
                                          </p:val>
                                        </p:tav>
                                        <p:tav tm="100000">
                                          <p:val>
                                            <p:fltVal val="0"/>
                                          </p:val>
                                        </p:tav>
                                      </p:tavLst>
                                    </p:anim>
                                    <p:animEffect transition="out" filter="fade">
                                      <p:cBhvr>
                                        <p:cTn id="40" dur="500"/>
                                        <p:tgtEl>
                                          <p:spTgt spid="7"/>
                                        </p:tgtEl>
                                      </p:cBhvr>
                                    </p:animEffect>
                                    <p:set>
                                      <p:cBhvr>
                                        <p:cTn id="41" dur="1" fill="hold">
                                          <p:stCondLst>
                                            <p:cond delay="499"/>
                                          </p:stCondLst>
                                        </p:cTn>
                                        <p:tgtEl>
                                          <p:spTgt spid="7"/>
                                        </p:tgtEl>
                                        <p:attrNameLst>
                                          <p:attrName>style.visibility</p:attrName>
                                        </p:attrNameLst>
                                      </p:cBhvr>
                                      <p:to>
                                        <p:strVal val="hidden"/>
                                      </p:to>
                                    </p:set>
                                  </p:childTnLst>
                                </p:cTn>
                              </p:par>
                            </p:childTnLst>
                          </p:cTn>
                        </p:par>
                        <p:par>
                          <p:cTn id="42" fill="hold">
                            <p:stCondLst>
                              <p:cond delay="500"/>
                            </p:stCondLst>
                            <p:childTnLst>
                              <p:par>
                                <p:cTn id="43" presetID="42" presetClass="entr" presetSubtype="0"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1000"/>
                                        <p:tgtEl>
                                          <p:spTgt spid="8"/>
                                        </p:tgtEl>
                                      </p:cBhvr>
                                    </p:animEffect>
                                    <p:anim calcmode="lin" valueType="num">
                                      <p:cBhvr>
                                        <p:cTn id="46" dur="1000" fill="hold"/>
                                        <p:tgtEl>
                                          <p:spTgt spid="8"/>
                                        </p:tgtEl>
                                        <p:attrNameLst>
                                          <p:attrName>ppt_x</p:attrName>
                                        </p:attrNameLst>
                                      </p:cBhvr>
                                      <p:tavLst>
                                        <p:tav tm="0">
                                          <p:val>
                                            <p:strVal val="#ppt_x"/>
                                          </p:val>
                                        </p:tav>
                                        <p:tav tm="100000">
                                          <p:val>
                                            <p:strVal val="#ppt_x"/>
                                          </p:val>
                                        </p:tav>
                                      </p:tavLst>
                                    </p:anim>
                                    <p:anim calcmode="lin" valueType="num">
                                      <p:cBhvr>
                                        <p:cTn id="4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zh-CN" altLang="en-US" dirty="0"/>
              <a:t>大模型使用</a:t>
            </a:r>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02</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p:txBody>
          <a:bodyPr/>
          <a:lstStyle/>
          <a:p>
            <a:r>
              <a:rPr lang="zh-CN" altLang="en-US" dirty="0"/>
              <a:t>大模型部署</a:t>
            </a:r>
            <a:endParaRPr lang="en-US" altLang="zh-CN" dirty="0"/>
          </a:p>
          <a:p>
            <a:r>
              <a:rPr lang="zh-CN" altLang="en-US" dirty="0"/>
              <a:t>大模型调用</a:t>
            </a:r>
            <a:endParaRPr lang="en-US" altLang="zh-CN" dirty="0"/>
          </a:p>
        </p:txBody>
      </p:sp>
    </p:spTree>
    <p:custDataLst>
      <p:custData r:id="rId1"/>
    </p:custDataLst>
    <p:extLst>
      <p:ext uri="{BB962C8B-B14F-4D97-AF65-F5344CB8AC3E}">
        <p14:creationId xmlns:p14="http://schemas.microsoft.com/office/powerpoint/2010/main" val="317747412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0" fill="hold"/>
                                        <p:tgtEl>
                                          <p:spTgt spid="4">
                                            <p:txEl>
                                              <p:pRg st="1" end="1"/>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大模型调用</a:t>
            </a:r>
            <a:r>
              <a:rPr lang="en-US" altLang="zh-CN" dirty="0"/>
              <a:t>-</a:t>
            </a:r>
            <a:r>
              <a:rPr lang="zh-CN" altLang="en-US" dirty="0"/>
              <a:t>常见参数</a:t>
            </a:r>
          </a:p>
        </p:txBody>
      </p:sp>
      <p:sp>
        <p:nvSpPr>
          <p:cNvPr id="4" name="内容占位符 1">
            <a:extLst>
              <a:ext uri="{FF2B5EF4-FFF2-40B4-BE49-F238E27FC236}">
                <a16:creationId xmlns:a16="http://schemas.microsoft.com/office/drawing/2014/main" id="{D72EE7D0-607D-451D-9A23-E2825F29FF63}"/>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mn-ea"/>
                <a:ea typeface="阿里巴巴普惠体"/>
              </a:rPr>
              <a:t>使用大模型需要传递的参数，在百炼平台给出了详细说明，并且不同平台的核心参数，基本都一致</a:t>
            </a:r>
            <a:endParaRPr lang="en-US" altLang="zh-CN" dirty="0">
              <a:solidFill>
                <a:srgbClr val="262626"/>
              </a:solidFill>
              <a:latin typeface="+mn-ea"/>
              <a:ea typeface="阿里巴巴普惠体"/>
            </a:endParaRPr>
          </a:p>
        </p:txBody>
      </p:sp>
      <p:pic>
        <p:nvPicPr>
          <p:cNvPr id="5" name="图片 4">
            <a:extLst>
              <a:ext uri="{FF2B5EF4-FFF2-40B4-BE49-F238E27FC236}">
                <a16:creationId xmlns:a16="http://schemas.microsoft.com/office/drawing/2014/main" id="{ED1916E1-6087-4466-A4D5-02FC0B3475A7}"/>
              </a:ext>
            </a:extLst>
          </p:cNvPr>
          <p:cNvPicPr>
            <a:picLocks noChangeAspect="1"/>
          </p:cNvPicPr>
          <p:nvPr/>
        </p:nvPicPr>
        <p:blipFill>
          <a:blip r:embed="rId2"/>
          <a:stretch>
            <a:fillRect/>
          </a:stretch>
        </p:blipFill>
        <p:spPr>
          <a:xfrm>
            <a:off x="707011" y="1506073"/>
            <a:ext cx="10929668" cy="5036171"/>
          </a:xfrm>
          <a:prstGeom prst="rect">
            <a:avLst/>
          </a:prstGeom>
          <a:ln w="6350">
            <a:solidFill>
              <a:schemeClr val="bg1">
                <a:lumMod val="75000"/>
              </a:schemeClr>
            </a:solidFill>
          </a:ln>
        </p:spPr>
      </p:pic>
    </p:spTree>
    <p:extLst>
      <p:ext uri="{BB962C8B-B14F-4D97-AF65-F5344CB8AC3E}">
        <p14:creationId xmlns:p14="http://schemas.microsoft.com/office/powerpoint/2010/main" val="1253856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大模型调用</a:t>
            </a:r>
            <a:r>
              <a:rPr lang="en-US" altLang="zh-CN" dirty="0"/>
              <a:t>-</a:t>
            </a:r>
            <a:r>
              <a:rPr lang="zh-CN" altLang="en-US" dirty="0"/>
              <a:t>常见参数</a:t>
            </a:r>
          </a:p>
        </p:txBody>
      </p:sp>
      <p:sp>
        <p:nvSpPr>
          <p:cNvPr id="4" name="内容占位符 1">
            <a:extLst>
              <a:ext uri="{FF2B5EF4-FFF2-40B4-BE49-F238E27FC236}">
                <a16:creationId xmlns:a16="http://schemas.microsoft.com/office/drawing/2014/main" id="{D72EE7D0-607D-451D-9A23-E2825F29FF63}"/>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mn-ea"/>
                <a:ea typeface="阿里巴巴普惠体"/>
              </a:rPr>
              <a:t>使用大模型需要传递的参数，在访问大模型时都需要在请求体中以</a:t>
            </a:r>
            <a:r>
              <a:rPr lang="en-US" altLang="zh-CN" dirty="0">
                <a:solidFill>
                  <a:srgbClr val="262626"/>
                </a:solidFill>
                <a:latin typeface="+mn-ea"/>
                <a:ea typeface="阿里巴巴普惠体"/>
              </a:rPr>
              <a:t>json</a:t>
            </a:r>
            <a:r>
              <a:rPr lang="zh-CN" altLang="en-US" dirty="0">
                <a:solidFill>
                  <a:srgbClr val="262626"/>
                </a:solidFill>
                <a:latin typeface="+mn-ea"/>
                <a:ea typeface="阿里巴巴普惠体"/>
              </a:rPr>
              <a:t>的形式进行传递</a:t>
            </a:r>
            <a:endParaRPr lang="en-US" altLang="zh-CN" dirty="0">
              <a:solidFill>
                <a:srgbClr val="262626"/>
              </a:solidFill>
              <a:latin typeface="+mn-ea"/>
              <a:ea typeface="阿里巴巴普惠体"/>
            </a:endParaRPr>
          </a:p>
        </p:txBody>
      </p:sp>
      <p:grpSp>
        <p:nvGrpSpPr>
          <p:cNvPr id="9" name="组合 8">
            <a:extLst>
              <a:ext uri="{FF2B5EF4-FFF2-40B4-BE49-F238E27FC236}">
                <a16:creationId xmlns:a16="http://schemas.microsoft.com/office/drawing/2014/main" id="{706777B6-79D0-4149-AD7D-E25F4730F5D7}"/>
              </a:ext>
            </a:extLst>
          </p:cNvPr>
          <p:cNvGrpSpPr/>
          <p:nvPr/>
        </p:nvGrpSpPr>
        <p:grpSpPr>
          <a:xfrm>
            <a:off x="697586" y="1506074"/>
            <a:ext cx="4458879" cy="5083265"/>
            <a:chOff x="697584" y="1506073"/>
            <a:chExt cx="4458878" cy="5083264"/>
          </a:xfrm>
        </p:grpSpPr>
        <p:sp>
          <p:nvSpPr>
            <p:cNvPr id="6" name="矩形 5">
              <a:extLst>
                <a:ext uri="{FF2B5EF4-FFF2-40B4-BE49-F238E27FC236}">
                  <a16:creationId xmlns:a16="http://schemas.microsoft.com/office/drawing/2014/main" id="{1FD92230-7CE3-4C26-9567-1C47ED2D0DC7}"/>
                </a:ext>
              </a:extLst>
            </p:cNvPr>
            <p:cNvSpPr/>
            <p:nvPr/>
          </p:nvSpPr>
          <p:spPr>
            <a:xfrm>
              <a:off x="697584" y="1506073"/>
              <a:ext cx="4458878" cy="5083264"/>
            </a:xfrm>
            <a:prstGeom prst="rect">
              <a:avLst/>
            </a:prstGeom>
            <a:ln>
              <a:solidFill>
                <a:srgbClr val="B9EDFE"/>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351"/>
            </a:p>
          </p:txBody>
        </p:sp>
        <p:sp>
          <p:nvSpPr>
            <p:cNvPr id="8" name="文本框 7">
              <a:extLst>
                <a:ext uri="{FF2B5EF4-FFF2-40B4-BE49-F238E27FC236}">
                  <a16:creationId xmlns:a16="http://schemas.microsoft.com/office/drawing/2014/main" id="{39BF21FA-D967-4BAC-9B27-663761E5EF6F}"/>
                </a:ext>
              </a:extLst>
            </p:cNvPr>
            <p:cNvSpPr txBox="1"/>
            <p:nvPr/>
          </p:nvSpPr>
          <p:spPr>
            <a:xfrm>
              <a:off x="775355" y="1651500"/>
              <a:ext cx="4192571" cy="4633127"/>
            </a:xfrm>
            <a:prstGeom prst="rect">
              <a:avLst/>
            </a:prstGeom>
            <a:noFill/>
          </p:spPr>
          <p:txBody>
            <a:bodyPr wrap="square">
              <a:spAutoFit/>
            </a:bodyPr>
            <a:lstStyle/>
            <a:p>
              <a:pPr>
                <a:lnSpc>
                  <a:spcPct val="130000"/>
                </a:lnSpc>
              </a:pPr>
              <a:r>
                <a:rPr lang="en-US" altLang="zh-CN" sz="1200" dirty="0">
                  <a:solidFill>
                    <a:srgbClr val="000000"/>
                  </a:solidFill>
                  <a:latin typeface="Consolas" panose="020B0609020204030204" pitchFamily="49" charset="0"/>
                </a:rPr>
                <a:t>{</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"model"</a:t>
              </a:r>
              <a:r>
                <a:rPr lang="en-US" altLang="zh-CN" sz="1200" dirty="0">
                  <a:solidFill>
                    <a:srgbClr val="000000"/>
                  </a:solidFill>
                  <a:latin typeface="Consolas" panose="020B0609020204030204" pitchFamily="49" charset="0"/>
                </a:rPr>
                <a:t>: </a:t>
              </a:r>
              <a:r>
                <a:rPr lang="en-US" altLang="zh-CN" sz="1200" dirty="0">
                  <a:solidFill>
                    <a:srgbClr val="0451A5"/>
                  </a:solidFill>
                  <a:latin typeface="Consolas" panose="020B0609020204030204" pitchFamily="49" charset="0"/>
                </a:rPr>
                <a:t>"</a:t>
              </a:r>
              <a:r>
                <a:rPr lang="en-US" altLang="zh-CN" sz="1200" dirty="0" err="1">
                  <a:solidFill>
                    <a:srgbClr val="0451A5"/>
                  </a:solidFill>
                  <a:latin typeface="Consolas" panose="020B0609020204030204" pitchFamily="49" charset="0"/>
                </a:rPr>
                <a:t>qwen</a:t>
              </a:r>
              <a:r>
                <a:rPr lang="en-US" altLang="zh-CN" sz="1200" dirty="0">
                  <a:solidFill>
                    <a:srgbClr val="0451A5"/>
                  </a:solidFill>
                  <a:latin typeface="Consolas" panose="020B0609020204030204" pitchFamily="49" charset="0"/>
                </a:rPr>
                <a:t>-plus"</a:t>
              </a:r>
              <a:r>
                <a:rPr lang="en-US" altLang="zh-CN" sz="1200" dirty="0">
                  <a:solidFill>
                    <a:srgbClr val="000000"/>
                  </a:solidFill>
                  <a:latin typeface="Consolas" panose="020B0609020204030204" pitchFamily="49" charset="0"/>
                </a:rPr>
                <a:t>,</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"messages"</a:t>
              </a:r>
              <a:r>
                <a:rPr lang="en-US" altLang="zh-CN" sz="1200" dirty="0">
                  <a:solidFill>
                    <a:srgbClr val="000000"/>
                  </a:solidFill>
                  <a:latin typeface="Consolas" panose="020B0609020204030204" pitchFamily="49" charset="0"/>
                </a:rPr>
                <a:t>: [</a:t>
              </a:r>
            </a:p>
            <a:p>
              <a:pPr>
                <a:lnSpc>
                  <a:spcPct val="130000"/>
                </a:lnSpc>
              </a:pPr>
              <a:r>
                <a:rPr lang="en-US" altLang="zh-CN" sz="1200" dirty="0">
                  <a:solidFill>
                    <a:srgbClr val="000000"/>
                  </a:solidFill>
                  <a:latin typeface="Consolas" panose="020B0609020204030204" pitchFamily="49" charset="0"/>
                </a:rPr>
                <a:t>        {</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"role"</a:t>
              </a:r>
              <a:r>
                <a:rPr lang="en-US" altLang="zh-CN" sz="1200" dirty="0">
                  <a:solidFill>
                    <a:srgbClr val="000000"/>
                  </a:solidFill>
                  <a:latin typeface="Consolas" panose="020B0609020204030204" pitchFamily="49" charset="0"/>
                </a:rPr>
                <a:t>: </a:t>
              </a:r>
              <a:r>
                <a:rPr lang="en-US" altLang="zh-CN" sz="1200" dirty="0">
                  <a:solidFill>
                    <a:srgbClr val="0451A5"/>
                  </a:solidFill>
                  <a:latin typeface="Consolas" panose="020B0609020204030204" pitchFamily="49" charset="0"/>
                </a:rPr>
                <a:t>"system"</a:t>
              </a:r>
              <a:r>
                <a:rPr lang="en-US" altLang="zh-CN" sz="1200" dirty="0">
                  <a:solidFill>
                    <a:srgbClr val="000000"/>
                  </a:solidFill>
                  <a:latin typeface="Consolas" panose="020B0609020204030204" pitchFamily="49" charset="0"/>
                </a:rPr>
                <a:t>,</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"content"</a:t>
              </a:r>
              <a:r>
                <a:rPr lang="en-US" altLang="zh-CN" sz="1200" dirty="0">
                  <a:solidFill>
                    <a:srgbClr val="000000"/>
                  </a:solidFill>
                  <a:latin typeface="Consolas" panose="020B0609020204030204" pitchFamily="49" charset="0"/>
                </a:rPr>
                <a:t>: </a:t>
              </a:r>
              <a:r>
                <a:rPr lang="en-US" altLang="zh-CN" sz="1200" dirty="0">
                  <a:solidFill>
                    <a:srgbClr val="0451A5"/>
                  </a:solidFill>
                  <a:latin typeface="Consolas" panose="020B0609020204030204" pitchFamily="49" charset="0"/>
                </a:rPr>
                <a:t>"</a:t>
              </a:r>
              <a:r>
                <a:rPr lang="zh-CN" altLang="en-US" sz="1200" dirty="0">
                  <a:solidFill>
                    <a:srgbClr val="0451A5"/>
                  </a:solidFill>
                  <a:latin typeface="Consolas" panose="020B0609020204030204" pitchFamily="49" charset="0"/>
                </a:rPr>
                <a:t>你是东哥的助手小月月</a:t>
              </a:r>
              <a:r>
                <a:rPr lang="en-US" altLang="zh-CN" sz="1200" dirty="0">
                  <a:solidFill>
                    <a:srgbClr val="0451A5"/>
                  </a:solidFill>
                  <a:latin typeface="Consolas" panose="020B0609020204030204" pitchFamily="49" charset="0"/>
                </a:rPr>
                <a:t>"</a:t>
              </a:r>
              <a:endParaRPr lang="zh-CN" altLang="en-US" sz="1200" dirty="0">
                <a:solidFill>
                  <a:srgbClr val="000000"/>
                </a:solidFill>
                <a:latin typeface="Consolas" panose="020B0609020204030204" pitchFamily="49" charset="0"/>
              </a:endParaRPr>
            </a:p>
            <a:p>
              <a:pPr>
                <a:lnSpc>
                  <a:spcPct val="130000"/>
                </a:lnSpc>
              </a:pPr>
              <a:r>
                <a:rPr lang="zh-CN" altLang="en-US" sz="1200" dirty="0">
                  <a:solidFill>
                    <a:srgbClr val="000000"/>
                  </a:solidFill>
                  <a:latin typeface="Consolas" panose="020B0609020204030204" pitchFamily="49" charset="0"/>
                </a:rPr>
                <a:t>        </a:t>
              </a:r>
              <a:r>
                <a:rPr lang="en-US" altLang="zh-CN" sz="1200" dirty="0">
                  <a:solidFill>
                    <a:srgbClr val="000000"/>
                  </a:solidFill>
                  <a:latin typeface="Consolas" panose="020B0609020204030204" pitchFamily="49" charset="0"/>
                </a:rPr>
                <a:t>},</a:t>
              </a:r>
            </a:p>
            <a:p>
              <a:pPr>
                <a:lnSpc>
                  <a:spcPct val="130000"/>
                </a:lnSpc>
              </a:pPr>
              <a:r>
                <a:rPr lang="en-US" altLang="zh-CN" sz="1200" dirty="0">
                  <a:solidFill>
                    <a:srgbClr val="000000"/>
                  </a:solidFill>
                  <a:latin typeface="Consolas" panose="020B0609020204030204" pitchFamily="49" charset="0"/>
                </a:rPr>
                <a:t>        {</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"role"</a:t>
              </a:r>
              <a:r>
                <a:rPr lang="en-US" altLang="zh-CN" sz="1200" dirty="0">
                  <a:solidFill>
                    <a:srgbClr val="000000"/>
                  </a:solidFill>
                  <a:latin typeface="Consolas" panose="020B0609020204030204" pitchFamily="49" charset="0"/>
                </a:rPr>
                <a:t>: </a:t>
              </a:r>
              <a:r>
                <a:rPr lang="en-US" altLang="zh-CN" sz="1200" dirty="0">
                  <a:solidFill>
                    <a:srgbClr val="0451A5"/>
                  </a:solidFill>
                  <a:latin typeface="Consolas" panose="020B0609020204030204" pitchFamily="49" charset="0"/>
                </a:rPr>
                <a:t>"user"</a:t>
              </a:r>
              <a:r>
                <a:rPr lang="en-US" altLang="zh-CN" sz="1200" dirty="0">
                  <a:solidFill>
                    <a:srgbClr val="000000"/>
                  </a:solidFill>
                  <a:latin typeface="Consolas" panose="020B0609020204030204" pitchFamily="49" charset="0"/>
                </a:rPr>
                <a:t>, </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"content"</a:t>
              </a:r>
              <a:r>
                <a:rPr lang="en-US" altLang="zh-CN" sz="1200" dirty="0">
                  <a:solidFill>
                    <a:srgbClr val="000000"/>
                  </a:solidFill>
                  <a:latin typeface="Consolas" panose="020B0609020204030204" pitchFamily="49" charset="0"/>
                </a:rPr>
                <a:t>: </a:t>
              </a:r>
              <a:r>
                <a:rPr lang="en-US" altLang="zh-CN" sz="1200" dirty="0">
                  <a:solidFill>
                    <a:srgbClr val="0451A5"/>
                  </a:solidFill>
                  <a:latin typeface="Consolas" panose="020B0609020204030204" pitchFamily="49" charset="0"/>
                </a:rPr>
                <a:t>"</a:t>
              </a:r>
              <a:r>
                <a:rPr lang="zh-CN" altLang="en-US" sz="1200" dirty="0">
                  <a:solidFill>
                    <a:srgbClr val="0451A5"/>
                  </a:solidFill>
                  <a:latin typeface="Consolas" panose="020B0609020204030204" pitchFamily="49" charset="0"/>
                </a:rPr>
                <a:t>你是谁？</a:t>
              </a:r>
              <a:r>
                <a:rPr lang="en-US" altLang="zh-CN" sz="1200" dirty="0">
                  <a:solidFill>
                    <a:srgbClr val="0451A5"/>
                  </a:solidFill>
                  <a:latin typeface="Consolas" panose="020B0609020204030204" pitchFamily="49" charset="0"/>
                </a:rPr>
                <a:t>"</a:t>
              </a:r>
              <a:endParaRPr lang="zh-CN" altLang="en-US" sz="1200" dirty="0">
                <a:solidFill>
                  <a:srgbClr val="000000"/>
                </a:solidFill>
                <a:latin typeface="Consolas" panose="020B0609020204030204" pitchFamily="49" charset="0"/>
              </a:endParaRPr>
            </a:p>
            <a:p>
              <a:pPr>
                <a:lnSpc>
                  <a:spcPct val="130000"/>
                </a:lnSpc>
              </a:pPr>
              <a:r>
                <a:rPr lang="zh-CN" altLang="en-US" sz="1200" dirty="0">
                  <a:solidFill>
                    <a:srgbClr val="000000"/>
                  </a:solidFill>
                  <a:latin typeface="Consolas" panose="020B0609020204030204" pitchFamily="49" charset="0"/>
                </a:rPr>
                <a:t>        </a:t>
              </a:r>
              <a:r>
                <a:rPr lang="en-US" altLang="zh-CN" sz="1200" dirty="0">
                  <a:solidFill>
                    <a:srgbClr val="000000"/>
                  </a:solidFill>
                  <a:latin typeface="Consolas" panose="020B0609020204030204" pitchFamily="49" charset="0"/>
                </a:rPr>
                <a:t>},</a:t>
              </a:r>
            </a:p>
            <a:p>
              <a:pPr>
                <a:lnSpc>
                  <a:spcPct val="130000"/>
                </a:lnSpc>
              </a:pPr>
              <a:r>
                <a:rPr lang="en-US" altLang="zh-CN" sz="1200" dirty="0">
                  <a:solidFill>
                    <a:srgbClr val="000000"/>
                  </a:solidFill>
                  <a:latin typeface="Consolas" panose="020B0609020204030204" pitchFamily="49" charset="0"/>
                </a:rPr>
                <a:t>        {</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"role"</a:t>
              </a:r>
              <a:r>
                <a:rPr lang="en-US" altLang="zh-CN" sz="1200" dirty="0">
                  <a:solidFill>
                    <a:srgbClr val="000000"/>
                  </a:solidFill>
                  <a:latin typeface="Consolas" panose="020B0609020204030204" pitchFamily="49" charset="0"/>
                </a:rPr>
                <a:t>: </a:t>
              </a:r>
              <a:r>
                <a:rPr lang="en-US" altLang="zh-CN" sz="1200" dirty="0">
                  <a:solidFill>
                    <a:srgbClr val="0451A5"/>
                  </a:solidFill>
                  <a:latin typeface="Consolas" panose="020B0609020204030204" pitchFamily="49" charset="0"/>
                </a:rPr>
                <a:t>"assistant"</a:t>
              </a:r>
              <a:r>
                <a:rPr lang="en-US" altLang="zh-CN" sz="1200" dirty="0">
                  <a:solidFill>
                    <a:srgbClr val="000000"/>
                  </a:solidFill>
                  <a:latin typeface="Consolas" panose="020B0609020204030204" pitchFamily="49" charset="0"/>
                </a:rPr>
                <a:t>,</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"content"</a:t>
              </a:r>
              <a:r>
                <a:rPr lang="en-US" altLang="zh-CN" sz="1200" dirty="0">
                  <a:solidFill>
                    <a:srgbClr val="000000"/>
                  </a:solidFill>
                  <a:latin typeface="Consolas" panose="020B0609020204030204" pitchFamily="49" charset="0"/>
                </a:rPr>
                <a:t>: </a:t>
              </a:r>
              <a:r>
                <a:rPr lang="en-US" altLang="zh-CN" sz="1200" dirty="0">
                  <a:solidFill>
                    <a:srgbClr val="0451A5"/>
                  </a:solidFill>
                  <a:latin typeface="Consolas" panose="020B0609020204030204" pitchFamily="49" charset="0"/>
                </a:rPr>
                <a:t>"</a:t>
              </a:r>
              <a:r>
                <a:rPr lang="zh-CN" altLang="en-US" sz="1200" dirty="0">
                  <a:solidFill>
                    <a:srgbClr val="0451A5"/>
                  </a:solidFill>
                  <a:latin typeface="Consolas" panose="020B0609020204030204" pitchFamily="49" charset="0"/>
                </a:rPr>
                <a:t>您好，有什么可以帮助您？</a:t>
              </a:r>
              <a:r>
                <a:rPr lang="en-US" altLang="zh-CN" sz="1200" dirty="0">
                  <a:solidFill>
                    <a:srgbClr val="0451A5"/>
                  </a:solidFill>
                  <a:latin typeface="Consolas" panose="020B0609020204030204" pitchFamily="49" charset="0"/>
                </a:rPr>
                <a:t>"</a:t>
              </a:r>
              <a:endParaRPr lang="zh-CN" altLang="en-US" sz="1200" dirty="0">
                <a:solidFill>
                  <a:srgbClr val="000000"/>
                </a:solidFill>
                <a:latin typeface="Consolas" panose="020B0609020204030204" pitchFamily="49" charset="0"/>
              </a:endParaRPr>
            </a:p>
            <a:p>
              <a:pPr>
                <a:lnSpc>
                  <a:spcPct val="130000"/>
                </a:lnSpc>
              </a:pPr>
              <a:r>
                <a:rPr lang="zh-CN" altLang="en-US" sz="1200" dirty="0">
                  <a:solidFill>
                    <a:srgbClr val="000000"/>
                  </a:solidFill>
                  <a:latin typeface="Consolas" panose="020B0609020204030204" pitchFamily="49" charset="0"/>
                </a:rPr>
                <a:t>        </a:t>
              </a:r>
              <a:r>
                <a:rPr lang="en-US" altLang="zh-CN" sz="1200" dirty="0">
                  <a:solidFill>
                    <a:srgbClr val="000000"/>
                  </a:solidFill>
                  <a:latin typeface="Consolas" panose="020B0609020204030204" pitchFamily="49" charset="0"/>
                </a:rPr>
                <a:t>}</a:t>
              </a:r>
            </a:p>
            <a:p>
              <a:pPr>
                <a:lnSpc>
                  <a:spcPct val="130000"/>
                </a:lnSpc>
              </a:pPr>
              <a:r>
                <a:rPr lang="en-US" altLang="zh-CN" sz="1200" dirty="0">
                  <a:solidFill>
                    <a:srgbClr val="000000"/>
                  </a:solidFill>
                  <a:latin typeface="Consolas" panose="020B0609020204030204" pitchFamily="49" charset="0"/>
                </a:rPr>
                <a:t>    ],</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"stream"</a:t>
              </a:r>
              <a:r>
                <a:rPr lang="en-US" altLang="zh-CN" sz="1200" dirty="0">
                  <a:solidFill>
                    <a:srgbClr val="000000"/>
                  </a:solidFill>
                  <a:latin typeface="Consolas" panose="020B0609020204030204" pitchFamily="49" charset="0"/>
                </a:rPr>
                <a:t>: </a:t>
              </a:r>
              <a:r>
                <a:rPr lang="en-US" altLang="zh-CN" sz="1200" dirty="0">
                  <a:solidFill>
                    <a:srgbClr val="0451A5"/>
                  </a:solidFill>
                  <a:latin typeface="Consolas" panose="020B0609020204030204" pitchFamily="49" charset="0"/>
                </a:rPr>
                <a:t>true</a:t>
              </a:r>
              <a:r>
                <a:rPr lang="en-US" altLang="zh-CN" sz="1200" dirty="0">
                  <a:solidFill>
                    <a:srgbClr val="000000"/>
                  </a:solidFill>
                  <a:latin typeface="Consolas" panose="020B0609020204030204" pitchFamily="49" charset="0"/>
                </a:rPr>
                <a:t>, </a:t>
              </a:r>
            </a:p>
            <a:p>
              <a:pPr>
                <a:lnSpc>
                  <a:spcPct val="130000"/>
                </a:lnSpc>
              </a:pPr>
              <a:r>
                <a:rPr lang="en-US" altLang="zh-CN" sz="1200" dirty="0">
                  <a:solidFill>
                    <a:srgbClr val="000000"/>
                  </a:solidFill>
                  <a:latin typeface="Consolas" panose="020B0609020204030204" pitchFamily="49" charset="0"/>
                </a:rPr>
                <a:t>    </a:t>
              </a:r>
              <a:r>
                <a:rPr lang="en-US" altLang="zh-CN" sz="1200" dirty="0">
                  <a:solidFill>
                    <a:srgbClr val="A31515"/>
                  </a:solidFill>
                  <a:latin typeface="Consolas" panose="020B0609020204030204" pitchFamily="49" charset="0"/>
                </a:rPr>
                <a:t>"</a:t>
              </a:r>
              <a:r>
                <a:rPr lang="en-US" altLang="zh-CN" sz="1200" dirty="0" err="1">
                  <a:solidFill>
                    <a:srgbClr val="A31515"/>
                  </a:solidFill>
                  <a:latin typeface="Consolas" panose="020B0609020204030204" pitchFamily="49" charset="0"/>
                </a:rPr>
                <a:t>enable_search</a:t>
              </a:r>
              <a:r>
                <a:rPr lang="en-US" altLang="zh-CN" sz="1200" dirty="0">
                  <a:solidFill>
                    <a:srgbClr val="A31515"/>
                  </a:solidFill>
                  <a:latin typeface="Consolas" panose="020B0609020204030204" pitchFamily="49" charset="0"/>
                </a:rPr>
                <a:t>"</a:t>
              </a:r>
              <a:r>
                <a:rPr lang="en-US" altLang="zh-CN" sz="1200" dirty="0">
                  <a:solidFill>
                    <a:srgbClr val="000000"/>
                  </a:solidFill>
                  <a:latin typeface="Consolas" panose="020B0609020204030204" pitchFamily="49" charset="0"/>
                </a:rPr>
                <a:t>: </a:t>
              </a:r>
              <a:r>
                <a:rPr lang="en-US" altLang="zh-CN" sz="1200" dirty="0">
                  <a:solidFill>
                    <a:srgbClr val="0451A5"/>
                  </a:solidFill>
                  <a:latin typeface="Consolas" panose="020B0609020204030204" pitchFamily="49" charset="0"/>
                </a:rPr>
                <a:t>true</a:t>
              </a:r>
              <a:endParaRPr lang="en-US" altLang="zh-CN" sz="1200" dirty="0">
                <a:solidFill>
                  <a:srgbClr val="000000"/>
                </a:solidFill>
                <a:latin typeface="Consolas" panose="020B0609020204030204" pitchFamily="49" charset="0"/>
              </a:endParaRPr>
            </a:p>
            <a:p>
              <a:pPr>
                <a:lnSpc>
                  <a:spcPct val="130000"/>
                </a:lnSpc>
              </a:pPr>
              <a:r>
                <a:rPr lang="en-US" altLang="zh-CN" sz="1200" dirty="0">
                  <a:solidFill>
                    <a:srgbClr val="000000"/>
                  </a:solidFill>
                  <a:latin typeface="Consolas" panose="020B0609020204030204" pitchFamily="49" charset="0"/>
                </a:rPr>
                <a:t>}</a:t>
              </a:r>
            </a:p>
          </p:txBody>
        </p:sp>
      </p:grpSp>
      <p:sp>
        <p:nvSpPr>
          <p:cNvPr id="11" name="矩形 10">
            <a:extLst>
              <a:ext uri="{FF2B5EF4-FFF2-40B4-BE49-F238E27FC236}">
                <a16:creationId xmlns:a16="http://schemas.microsoft.com/office/drawing/2014/main" id="{7892884F-EBC8-41D0-A01D-E87F0FDBB196}"/>
              </a:ext>
            </a:extLst>
          </p:cNvPr>
          <p:cNvSpPr/>
          <p:nvPr/>
        </p:nvSpPr>
        <p:spPr>
          <a:xfrm>
            <a:off x="5156465" y="1506072"/>
            <a:ext cx="6260183" cy="5083264"/>
          </a:xfrm>
          <a:prstGeom prst="rect">
            <a:avLst/>
          </a:prstGeom>
          <a:ln>
            <a:solidFill>
              <a:srgbClr val="C8B4F2"/>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1351" dirty="0"/>
          </a:p>
        </p:txBody>
      </p:sp>
      <p:sp>
        <p:nvSpPr>
          <p:cNvPr id="12" name="文本框 11">
            <a:extLst>
              <a:ext uri="{FF2B5EF4-FFF2-40B4-BE49-F238E27FC236}">
                <a16:creationId xmlns:a16="http://schemas.microsoft.com/office/drawing/2014/main" id="{C547BD57-8A94-45E9-BE6C-0C53F480074D}"/>
              </a:ext>
            </a:extLst>
          </p:cNvPr>
          <p:cNvSpPr txBox="1"/>
          <p:nvPr/>
        </p:nvSpPr>
        <p:spPr>
          <a:xfrm>
            <a:off x="5234235" y="1575885"/>
            <a:ext cx="3270447" cy="307777"/>
          </a:xfrm>
          <a:prstGeom prst="rect">
            <a:avLst/>
          </a:prstGeom>
          <a:noFill/>
        </p:spPr>
        <p:txBody>
          <a:bodyPr wrap="none" rtlCol="0">
            <a:spAutoFit/>
          </a:bodyPr>
          <a:lstStyle/>
          <a:p>
            <a:r>
              <a:rPr lang="en-US" altLang="zh-CN" sz="1400" dirty="0">
                <a:solidFill>
                  <a:schemeClr val="bg1"/>
                </a:solidFill>
              </a:rPr>
              <a:t>model: </a:t>
            </a:r>
            <a:r>
              <a:rPr lang="zh-CN" altLang="en-US" sz="1400" dirty="0">
                <a:solidFill>
                  <a:schemeClr val="bg1"/>
                </a:solidFill>
              </a:rPr>
              <a:t>告诉平台，当前调用哪个模型</a:t>
            </a:r>
          </a:p>
        </p:txBody>
      </p:sp>
      <p:sp>
        <p:nvSpPr>
          <p:cNvPr id="13" name="文本框 12">
            <a:extLst>
              <a:ext uri="{FF2B5EF4-FFF2-40B4-BE49-F238E27FC236}">
                <a16:creationId xmlns:a16="http://schemas.microsoft.com/office/drawing/2014/main" id="{F60CBBDC-A232-4DBA-95C9-EBE675BE87A9}"/>
              </a:ext>
            </a:extLst>
          </p:cNvPr>
          <p:cNvSpPr txBox="1"/>
          <p:nvPr/>
        </p:nvSpPr>
        <p:spPr>
          <a:xfrm>
            <a:off x="5234234" y="1917889"/>
            <a:ext cx="5747086" cy="307777"/>
          </a:xfrm>
          <a:prstGeom prst="rect">
            <a:avLst/>
          </a:prstGeom>
          <a:noFill/>
        </p:spPr>
        <p:txBody>
          <a:bodyPr wrap="none" rtlCol="0">
            <a:spAutoFit/>
          </a:bodyPr>
          <a:lstStyle/>
          <a:p>
            <a:r>
              <a:rPr lang="en-US" altLang="zh-CN" sz="1400" dirty="0">
                <a:solidFill>
                  <a:schemeClr val="bg1"/>
                </a:solidFill>
              </a:rPr>
              <a:t>messages: </a:t>
            </a:r>
            <a:r>
              <a:rPr lang="zh-CN" altLang="en-US" sz="1400" dirty="0">
                <a:solidFill>
                  <a:schemeClr val="bg1"/>
                </a:solidFill>
              </a:rPr>
              <a:t>发送给模型的数据，模型会根据这些数据给出合适的响应</a:t>
            </a:r>
          </a:p>
        </p:txBody>
      </p:sp>
      <p:sp>
        <p:nvSpPr>
          <p:cNvPr id="14" name="文本框 13">
            <a:extLst>
              <a:ext uri="{FF2B5EF4-FFF2-40B4-BE49-F238E27FC236}">
                <a16:creationId xmlns:a16="http://schemas.microsoft.com/office/drawing/2014/main" id="{29E92931-5036-4EBC-9F72-ABFA892CFEC7}"/>
              </a:ext>
            </a:extLst>
          </p:cNvPr>
          <p:cNvSpPr txBox="1"/>
          <p:nvPr/>
        </p:nvSpPr>
        <p:spPr>
          <a:xfrm>
            <a:off x="6368338" y="2259892"/>
            <a:ext cx="1869423" cy="307777"/>
          </a:xfrm>
          <a:prstGeom prst="rect">
            <a:avLst/>
          </a:prstGeom>
          <a:noFill/>
        </p:spPr>
        <p:txBody>
          <a:bodyPr wrap="none" rtlCol="0">
            <a:spAutoFit/>
          </a:bodyPr>
          <a:lstStyle/>
          <a:p>
            <a:r>
              <a:rPr lang="en-US" altLang="zh-CN" sz="1400" dirty="0">
                <a:solidFill>
                  <a:schemeClr val="bg1"/>
                </a:solidFill>
              </a:rPr>
              <a:t>content: </a:t>
            </a:r>
            <a:r>
              <a:rPr lang="zh-CN" altLang="en-US" sz="1400" dirty="0">
                <a:solidFill>
                  <a:schemeClr val="bg1"/>
                </a:solidFill>
              </a:rPr>
              <a:t>消息内容</a:t>
            </a:r>
          </a:p>
        </p:txBody>
      </p:sp>
      <p:sp>
        <p:nvSpPr>
          <p:cNvPr id="15" name="文本框 14">
            <a:extLst>
              <a:ext uri="{FF2B5EF4-FFF2-40B4-BE49-F238E27FC236}">
                <a16:creationId xmlns:a16="http://schemas.microsoft.com/office/drawing/2014/main" id="{4D7AE4E8-CE18-4A55-B688-A449F5BDA5C9}"/>
              </a:ext>
            </a:extLst>
          </p:cNvPr>
          <p:cNvSpPr txBox="1"/>
          <p:nvPr/>
        </p:nvSpPr>
        <p:spPr>
          <a:xfrm>
            <a:off x="6368340" y="2567668"/>
            <a:ext cx="3267241" cy="1188530"/>
          </a:xfrm>
          <a:prstGeom prst="rect">
            <a:avLst/>
          </a:prstGeom>
          <a:noFill/>
        </p:spPr>
        <p:txBody>
          <a:bodyPr wrap="none" rtlCol="0">
            <a:spAutoFit/>
          </a:bodyPr>
          <a:lstStyle/>
          <a:p>
            <a:pPr>
              <a:lnSpc>
                <a:spcPct val="130000"/>
              </a:lnSpc>
            </a:pPr>
            <a:r>
              <a:rPr lang="en-US" altLang="zh-CN" sz="1400" dirty="0">
                <a:solidFill>
                  <a:schemeClr val="bg1"/>
                </a:solidFill>
              </a:rPr>
              <a:t>role: </a:t>
            </a:r>
            <a:r>
              <a:rPr lang="zh-CN" altLang="en-US" sz="1400" dirty="0">
                <a:solidFill>
                  <a:schemeClr val="bg1"/>
                </a:solidFill>
              </a:rPr>
              <a:t>消息角色</a:t>
            </a:r>
            <a:r>
              <a:rPr lang="en-US" altLang="zh-CN" sz="1400" dirty="0">
                <a:solidFill>
                  <a:schemeClr val="bg1"/>
                </a:solidFill>
              </a:rPr>
              <a:t>(</a:t>
            </a:r>
            <a:r>
              <a:rPr lang="zh-CN" altLang="en-US" sz="1400" dirty="0">
                <a:solidFill>
                  <a:schemeClr val="bg1"/>
                </a:solidFill>
              </a:rPr>
              <a:t>类型</a:t>
            </a:r>
            <a:r>
              <a:rPr lang="en-US" altLang="zh-CN" sz="1400" dirty="0">
                <a:solidFill>
                  <a:schemeClr val="bg1"/>
                </a:solidFill>
              </a:rPr>
              <a:t>)</a:t>
            </a:r>
          </a:p>
          <a:p>
            <a:pPr>
              <a:lnSpc>
                <a:spcPct val="130000"/>
              </a:lnSpc>
            </a:pPr>
            <a:r>
              <a:rPr lang="en-US" altLang="zh-CN" sz="1400" dirty="0">
                <a:solidFill>
                  <a:schemeClr val="bg1"/>
                </a:solidFill>
              </a:rPr>
              <a:t>      - user: </a:t>
            </a:r>
            <a:r>
              <a:rPr lang="zh-CN" altLang="en-US" sz="1400" dirty="0">
                <a:solidFill>
                  <a:schemeClr val="bg1"/>
                </a:solidFill>
              </a:rPr>
              <a:t>用户消息</a:t>
            </a:r>
            <a:endParaRPr lang="en-US" altLang="zh-CN" sz="1400" dirty="0">
              <a:solidFill>
                <a:schemeClr val="bg1"/>
              </a:solidFill>
            </a:endParaRPr>
          </a:p>
          <a:p>
            <a:pPr>
              <a:lnSpc>
                <a:spcPct val="130000"/>
              </a:lnSpc>
            </a:pPr>
            <a:r>
              <a:rPr lang="en-US" altLang="zh-CN" sz="1400" dirty="0">
                <a:solidFill>
                  <a:schemeClr val="bg1"/>
                </a:solidFill>
              </a:rPr>
              <a:t>      - system: </a:t>
            </a:r>
            <a:r>
              <a:rPr lang="zh-CN" altLang="en-US" sz="1400" dirty="0">
                <a:solidFill>
                  <a:schemeClr val="bg1"/>
                </a:solidFill>
              </a:rPr>
              <a:t>系统消息</a:t>
            </a:r>
            <a:endParaRPr lang="en-US" altLang="zh-CN" sz="1400" dirty="0">
              <a:solidFill>
                <a:schemeClr val="bg1"/>
              </a:solidFill>
            </a:endParaRPr>
          </a:p>
          <a:p>
            <a:pPr>
              <a:lnSpc>
                <a:spcPct val="130000"/>
              </a:lnSpc>
            </a:pPr>
            <a:r>
              <a:rPr lang="en-US" altLang="zh-CN" sz="1400" dirty="0">
                <a:solidFill>
                  <a:schemeClr val="bg1"/>
                </a:solidFill>
              </a:rPr>
              <a:t>      - assistant</a:t>
            </a:r>
            <a:r>
              <a:rPr lang="zh-CN" altLang="en-US" sz="1400" dirty="0">
                <a:solidFill>
                  <a:schemeClr val="bg1"/>
                </a:solidFill>
              </a:rPr>
              <a:t>：模型响应消息</a:t>
            </a:r>
          </a:p>
        </p:txBody>
      </p:sp>
      <p:sp>
        <p:nvSpPr>
          <p:cNvPr id="16" name="文本框 15">
            <a:extLst>
              <a:ext uri="{FF2B5EF4-FFF2-40B4-BE49-F238E27FC236}">
                <a16:creationId xmlns:a16="http://schemas.microsoft.com/office/drawing/2014/main" id="{33C79F99-5D2B-483C-89CD-DED7278846BE}"/>
              </a:ext>
            </a:extLst>
          </p:cNvPr>
          <p:cNvSpPr txBox="1"/>
          <p:nvPr/>
        </p:nvSpPr>
        <p:spPr>
          <a:xfrm>
            <a:off x="5234233" y="3971747"/>
            <a:ext cx="4487126" cy="908454"/>
          </a:xfrm>
          <a:prstGeom prst="rect">
            <a:avLst/>
          </a:prstGeom>
          <a:noFill/>
        </p:spPr>
        <p:txBody>
          <a:bodyPr wrap="none" rtlCol="0">
            <a:spAutoFit/>
          </a:bodyPr>
          <a:lstStyle/>
          <a:p>
            <a:pPr>
              <a:lnSpc>
                <a:spcPct val="130000"/>
              </a:lnSpc>
            </a:pPr>
            <a:r>
              <a:rPr lang="en-US" altLang="zh-CN" sz="1400" dirty="0">
                <a:solidFill>
                  <a:schemeClr val="bg1"/>
                </a:solidFill>
              </a:rPr>
              <a:t>stream: </a:t>
            </a:r>
            <a:r>
              <a:rPr lang="zh-CN" altLang="en-US" sz="1400" dirty="0">
                <a:solidFill>
                  <a:schemeClr val="bg1"/>
                </a:solidFill>
              </a:rPr>
              <a:t>调用方式</a:t>
            </a:r>
            <a:endParaRPr lang="en-US" altLang="zh-CN" sz="1400" dirty="0">
              <a:solidFill>
                <a:schemeClr val="bg1"/>
              </a:solidFill>
            </a:endParaRPr>
          </a:p>
          <a:p>
            <a:pPr>
              <a:lnSpc>
                <a:spcPct val="130000"/>
              </a:lnSpc>
            </a:pPr>
            <a:r>
              <a:rPr lang="en-US" altLang="zh-CN" sz="1400" dirty="0">
                <a:solidFill>
                  <a:schemeClr val="bg1"/>
                </a:solidFill>
              </a:rPr>
              <a:t>        - true: </a:t>
            </a:r>
            <a:r>
              <a:rPr lang="zh-CN" altLang="en-US" sz="1400" dirty="0">
                <a:solidFill>
                  <a:schemeClr val="bg1"/>
                </a:solidFill>
              </a:rPr>
              <a:t>非阻塞调用</a:t>
            </a:r>
            <a:r>
              <a:rPr lang="en-US" altLang="zh-CN" sz="1400" dirty="0">
                <a:solidFill>
                  <a:schemeClr val="bg1"/>
                </a:solidFill>
              </a:rPr>
              <a:t>(</a:t>
            </a:r>
            <a:r>
              <a:rPr lang="zh-CN" altLang="en-US" sz="1400" dirty="0">
                <a:solidFill>
                  <a:schemeClr val="bg1"/>
                </a:solidFill>
              </a:rPr>
              <a:t>流式调用</a:t>
            </a:r>
            <a:r>
              <a:rPr lang="en-US" altLang="zh-CN" sz="1400" dirty="0">
                <a:solidFill>
                  <a:schemeClr val="bg1"/>
                </a:solidFill>
              </a:rPr>
              <a:t>)</a:t>
            </a:r>
            <a:br>
              <a:rPr lang="en-US" altLang="zh-CN" sz="1400" dirty="0">
                <a:solidFill>
                  <a:schemeClr val="bg1"/>
                </a:solidFill>
              </a:rPr>
            </a:br>
            <a:r>
              <a:rPr lang="zh-CN" altLang="en-US" sz="1400" dirty="0">
                <a:solidFill>
                  <a:schemeClr val="bg1"/>
                </a:solidFill>
              </a:rPr>
              <a:t>        </a:t>
            </a:r>
            <a:r>
              <a:rPr lang="en-US" altLang="zh-CN" sz="1400" dirty="0">
                <a:solidFill>
                  <a:schemeClr val="bg1"/>
                </a:solidFill>
              </a:rPr>
              <a:t>-</a:t>
            </a:r>
            <a:r>
              <a:rPr lang="zh-CN" altLang="en-US" sz="1400" dirty="0">
                <a:solidFill>
                  <a:schemeClr val="bg1"/>
                </a:solidFill>
              </a:rPr>
              <a:t> </a:t>
            </a:r>
            <a:r>
              <a:rPr lang="en-US" altLang="zh-CN" sz="1400" dirty="0">
                <a:solidFill>
                  <a:schemeClr val="bg1"/>
                </a:solidFill>
              </a:rPr>
              <a:t>false: </a:t>
            </a:r>
            <a:r>
              <a:rPr lang="zh-CN" altLang="en-US" sz="1400" dirty="0">
                <a:solidFill>
                  <a:schemeClr val="bg1"/>
                </a:solidFill>
              </a:rPr>
              <a:t>阻塞调用</a:t>
            </a:r>
            <a:r>
              <a:rPr lang="en-US" altLang="zh-CN" sz="1400" dirty="0">
                <a:solidFill>
                  <a:schemeClr val="bg1"/>
                </a:solidFill>
              </a:rPr>
              <a:t>(</a:t>
            </a:r>
            <a:r>
              <a:rPr lang="zh-CN" altLang="en-US" sz="1400" dirty="0">
                <a:solidFill>
                  <a:schemeClr val="bg1"/>
                </a:solidFill>
              </a:rPr>
              <a:t>一次性响应</a:t>
            </a:r>
            <a:r>
              <a:rPr lang="en-US" altLang="zh-CN" sz="1400" dirty="0">
                <a:solidFill>
                  <a:schemeClr val="bg1"/>
                </a:solidFill>
              </a:rPr>
              <a:t>),</a:t>
            </a:r>
            <a:r>
              <a:rPr lang="zh-CN" altLang="en-US" sz="1400" dirty="0">
                <a:solidFill>
                  <a:schemeClr val="bg1"/>
                </a:solidFill>
              </a:rPr>
              <a:t>默认值</a:t>
            </a:r>
          </a:p>
        </p:txBody>
      </p:sp>
      <p:sp>
        <p:nvSpPr>
          <p:cNvPr id="18" name="文本框 17">
            <a:extLst>
              <a:ext uri="{FF2B5EF4-FFF2-40B4-BE49-F238E27FC236}">
                <a16:creationId xmlns:a16="http://schemas.microsoft.com/office/drawing/2014/main" id="{78A5B70D-77F4-464F-9F4B-992A88716C44}"/>
              </a:ext>
            </a:extLst>
          </p:cNvPr>
          <p:cNvSpPr txBox="1"/>
          <p:nvPr/>
        </p:nvSpPr>
        <p:spPr>
          <a:xfrm>
            <a:off x="5234233" y="5222203"/>
            <a:ext cx="5925020" cy="908454"/>
          </a:xfrm>
          <a:prstGeom prst="rect">
            <a:avLst/>
          </a:prstGeom>
          <a:noFill/>
        </p:spPr>
        <p:txBody>
          <a:bodyPr wrap="none" rtlCol="0">
            <a:spAutoFit/>
          </a:bodyPr>
          <a:lstStyle/>
          <a:p>
            <a:pPr>
              <a:lnSpc>
                <a:spcPct val="130000"/>
              </a:lnSpc>
            </a:pPr>
            <a:r>
              <a:rPr lang="en-US" altLang="zh-CN" sz="1400" dirty="0" err="1">
                <a:solidFill>
                  <a:schemeClr val="bg1"/>
                </a:solidFill>
              </a:rPr>
              <a:t>enable_search</a:t>
            </a:r>
            <a:r>
              <a:rPr lang="en-US" altLang="zh-CN" sz="1400" dirty="0">
                <a:solidFill>
                  <a:schemeClr val="bg1"/>
                </a:solidFill>
              </a:rPr>
              <a:t>: </a:t>
            </a:r>
            <a:r>
              <a:rPr lang="zh-CN" altLang="en-US" sz="1400" dirty="0">
                <a:solidFill>
                  <a:schemeClr val="bg1"/>
                </a:solidFill>
              </a:rPr>
              <a:t>联网搜索，启用后，模型会将搜索结果作为参考信息</a:t>
            </a:r>
            <a:endParaRPr lang="en-US" altLang="zh-CN" sz="1400" dirty="0">
              <a:solidFill>
                <a:schemeClr val="bg1"/>
              </a:solidFill>
            </a:endParaRPr>
          </a:p>
          <a:p>
            <a:pPr>
              <a:lnSpc>
                <a:spcPct val="130000"/>
              </a:lnSpc>
            </a:pPr>
            <a:r>
              <a:rPr lang="en-US" altLang="zh-CN" sz="1400" dirty="0">
                <a:solidFill>
                  <a:schemeClr val="bg1"/>
                </a:solidFill>
              </a:rPr>
              <a:t>               - true: </a:t>
            </a:r>
            <a:r>
              <a:rPr lang="zh-CN" altLang="en-US" sz="1400" dirty="0">
                <a:solidFill>
                  <a:schemeClr val="bg1"/>
                </a:solidFill>
              </a:rPr>
              <a:t>开启</a:t>
            </a:r>
            <a:endParaRPr lang="en-US" altLang="zh-CN" sz="1400" dirty="0">
              <a:solidFill>
                <a:schemeClr val="bg1"/>
              </a:solidFill>
            </a:endParaRPr>
          </a:p>
          <a:p>
            <a:pPr>
              <a:lnSpc>
                <a:spcPct val="130000"/>
              </a:lnSpc>
            </a:pPr>
            <a:r>
              <a:rPr lang="en-US" altLang="zh-CN" sz="1400" dirty="0">
                <a:solidFill>
                  <a:schemeClr val="bg1"/>
                </a:solidFill>
              </a:rPr>
              <a:t>               - false: </a:t>
            </a:r>
            <a:r>
              <a:rPr lang="zh-CN" altLang="en-US" sz="1400" dirty="0">
                <a:solidFill>
                  <a:schemeClr val="bg1"/>
                </a:solidFill>
              </a:rPr>
              <a:t>关闭</a:t>
            </a:r>
            <a:r>
              <a:rPr lang="en-US" altLang="zh-CN" sz="1400" dirty="0">
                <a:solidFill>
                  <a:schemeClr val="bg1"/>
                </a:solidFill>
              </a:rPr>
              <a:t>(</a:t>
            </a:r>
            <a:r>
              <a:rPr lang="zh-CN" altLang="en-US" sz="1400" dirty="0">
                <a:solidFill>
                  <a:schemeClr val="bg1"/>
                </a:solidFill>
              </a:rPr>
              <a:t>默认</a:t>
            </a:r>
            <a:r>
              <a:rPr lang="en-US" altLang="zh-CN" sz="1400" dirty="0">
                <a:solidFill>
                  <a:schemeClr val="bg1"/>
                </a:solidFill>
              </a:rPr>
              <a:t>)</a:t>
            </a:r>
            <a:endParaRPr lang="zh-CN" altLang="en-US" sz="1400" dirty="0">
              <a:solidFill>
                <a:schemeClr val="bg1"/>
              </a:solidFill>
            </a:endParaRPr>
          </a:p>
        </p:txBody>
      </p:sp>
      <p:pic>
        <p:nvPicPr>
          <p:cNvPr id="10" name="图片 9">
            <a:extLst>
              <a:ext uri="{FF2B5EF4-FFF2-40B4-BE49-F238E27FC236}">
                <a16:creationId xmlns:a16="http://schemas.microsoft.com/office/drawing/2014/main" id="{3810BC9A-6F26-4274-A9F5-9D0948F0EA8C}"/>
              </a:ext>
            </a:extLst>
          </p:cNvPr>
          <p:cNvPicPr>
            <a:picLocks noChangeAspect="1"/>
          </p:cNvPicPr>
          <p:nvPr/>
        </p:nvPicPr>
        <p:blipFill>
          <a:blip r:embed="rId2"/>
          <a:stretch>
            <a:fillRect/>
          </a:stretch>
        </p:blipFill>
        <p:spPr>
          <a:xfrm>
            <a:off x="5156463" y="1505361"/>
            <a:ext cx="5121436" cy="5083264"/>
          </a:xfrm>
          <a:prstGeom prst="rect">
            <a:avLst/>
          </a:prstGeom>
        </p:spPr>
      </p:pic>
      <p:pic>
        <p:nvPicPr>
          <p:cNvPr id="19" name="图片 18">
            <a:extLst>
              <a:ext uri="{FF2B5EF4-FFF2-40B4-BE49-F238E27FC236}">
                <a16:creationId xmlns:a16="http://schemas.microsoft.com/office/drawing/2014/main" id="{E2BBE62C-B84B-4095-9703-EB040F26F5A0}"/>
              </a:ext>
            </a:extLst>
          </p:cNvPr>
          <p:cNvPicPr>
            <a:picLocks noChangeAspect="1"/>
          </p:cNvPicPr>
          <p:nvPr/>
        </p:nvPicPr>
        <p:blipFill>
          <a:blip r:embed="rId3"/>
          <a:stretch>
            <a:fillRect/>
          </a:stretch>
        </p:blipFill>
        <p:spPr>
          <a:xfrm>
            <a:off x="5195807" y="1505363"/>
            <a:ext cx="5082095" cy="5069420"/>
          </a:xfrm>
          <a:prstGeom prst="rect">
            <a:avLst/>
          </a:prstGeom>
        </p:spPr>
      </p:pic>
      <p:pic>
        <p:nvPicPr>
          <p:cNvPr id="23" name="图片 22">
            <a:extLst>
              <a:ext uri="{FF2B5EF4-FFF2-40B4-BE49-F238E27FC236}">
                <a16:creationId xmlns:a16="http://schemas.microsoft.com/office/drawing/2014/main" id="{4297A744-DB94-4D46-A806-F1B0DE87CE5A}"/>
              </a:ext>
            </a:extLst>
          </p:cNvPr>
          <p:cNvPicPr>
            <a:picLocks noChangeAspect="1"/>
          </p:cNvPicPr>
          <p:nvPr/>
        </p:nvPicPr>
        <p:blipFill>
          <a:blip r:embed="rId4"/>
          <a:stretch>
            <a:fillRect/>
          </a:stretch>
        </p:blipFill>
        <p:spPr>
          <a:xfrm>
            <a:off x="692984" y="1486647"/>
            <a:ext cx="5498272" cy="5088135"/>
          </a:xfrm>
          <a:prstGeom prst="rect">
            <a:avLst/>
          </a:prstGeom>
        </p:spPr>
      </p:pic>
      <p:pic>
        <p:nvPicPr>
          <p:cNvPr id="25" name="图片 24">
            <a:extLst>
              <a:ext uri="{FF2B5EF4-FFF2-40B4-BE49-F238E27FC236}">
                <a16:creationId xmlns:a16="http://schemas.microsoft.com/office/drawing/2014/main" id="{45A84C37-9078-4FD4-9CF6-D14C13B86A1B}"/>
              </a:ext>
            </a:extLst>
          </p:cNvPr>
          <p:cNvPicPr>
            <a:picLocks noChangeAspect="1"/>
          </p:cNvPicPr>
          <p:nvPr/>
        </p:nvPicPr>
        <p:blipFill>
          <a:blip r:embed="rId5"/>
          <a:stretch>
            <a:fillRect/>
          </a:stretch>
        </p:blipFill>
        <p:spPr>
          <a:xfrm>
            <a:off x="6138407" y="1505363"/>
            <a:ext cx="5466775" cy="5092440"/>
          </a:xfrm>
          <a:prstGeom prst="rect">
            <a:avLst/>
          </a:prstGeom>
        </p:spPr>
      </p:pic>
      <p:grpSp>
        <p:nvGrpSpPr>
          <p:cNvPr id="20" name="组合 19">
            <a:extLst>
              <a:ext uri="{FF2B5EF4-FFF2-40B4-BE49-F238E27FC236}">
                <a16:creationId xmlns:a16="http://schemas.microsoft.com/office/drawing/2014/main" id="{383A80F2-ABBB-49BC-B860-12CB0B9690F6}"/>
              </a:ext>
            </a:extLst>
          </p:cNvPr>
          <p:cNvGrpSpPr/>
          <p:nvPr/>
        </p:nvGrpSpPr>
        <p:grpSpPr>
          <a:xfrm>
            <a:off x="5156465" y="3884677"/>
            <a:ext cx="6260178" cy="2704659"/>
            <a:chOff x="-5448300" y="2000250"/>
            <a:chExt cx="4549765" cy="2588630"/>
          </a:xfrm>
        </p:grpSpPr>
        <p:sp>
          <p:nvSpPr>
            <p:cNvPr id="21" name="矩形: 圆角 20">
              <a:extLst>
                <a:ext uri="{FF2B5EF4-FFF2-40B4-BE49-F238E27FC236}">
                  <a16:creationId xmlns:a16="http://schemas.microsoft.com/office/drawing/2014/main" id="{B57B27AF-9CAA-4D97-8951-EA53B29056D6}"/>
                </a:ext>
              </a:extLst>
            </p:cNvPr>
            <p:cNvSpPr/>
            <p:nvPr/>
          </p:nvSpPr>
          <p:spPr>
            <a:xfrm>
              <a:off x="-5448300" y="2000250"/>
              <a:ext cx="4549765" cy="2588630"/>
            </a:xfrm>
            <a:prstGeom prst="roundRect">
              <a:avLst>
                <a:gd name="adj" fmla="val 4157"/>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400" dirty="0"/>
            </a:p>
          </p:txBody>
        </p:sp>
        <p:sp>
          <p:nvSpPr>
            <p:cNvPr id="22" name="文本框 21">
              <a:extLst>
                <a:ext uri="{FF2B5EF4-FFF2-40B4-BE49-F238E27FC236}">
                  <a16:creationId xmlns:a16="http://schemas.microsoft.com/office/drawing/2014/main" id="{BCFE5454-1EFA-433E-9FEC-AC629C6702A7}"/>
                </a:ext>
              </a:extLst>
            </p:cNvPr>
            <p:cNvSpPr txBox="1"/>
            <p:nvPr/>
          </p:nvSpPr>
          <p:spPr>
            <a:xfrm>
              <a:off x="-2338179" y="2037813"/>
              <a:ext cx="1413130" cy="287184"/>
            </a:xfrm>
            <a:prstGeom prst="rect">
              <a:avLst/>
            </a:prstGeom>
            <a:noFill/>
          </p:spPr>
          <p:txBody>
            <a:bodyPr wrap="none" rtlCol="0">
              <a:spAutoFit/>
            </a:bodyPr>
            <a:lstStyle/>
            <a:p>
              <a:pPr>
                <a:lnSpc>
                  <a:spcPct val="120000"/>
                </a:lnSpc>
              </a:pPr>
              <a:r>
                <a:rPr lang="zh-CN" altLang="en-US" sz="1400" dirty="0">
                  <a:solidFill>
                    <a:schemeClr val="accent1">
                      <a:lumMod val="75000"/>
                    </a:schemeClr>
                  </a:solidFill>
                  <a:latin typeface="DeepSeek-CJK-patch"/>
                </a:rPr>
                <a:t>西北大学是</a:t>
              </a:r>
              <a:r>
                <a:rPr lang="en-US" altLang="zh-CN" sz="1400" dirty="0">
                  <a:solidFill>
                    <a:schemeClr val="accent1">
                      <a:lumMod val="75000"/>
                    </a:schemeClr>
                  </a:solidFill>
                  <a:latin typeface="DeepSeek-CJK-patch"/>
                </a:rPr>
                <a:t>211</a:t>
              </a:r>
              <a:r>
                <a:rPr lang="zh-CN" altLang="en-US" sz="1400" dirty="0">
                  <a:solidFill>
                    <a:schemeClr val="accent1">
                      <a:lumMod val="75000"/>
                    </a:schemeClr>
                  </a:solidFill>
                  <a:latin typeface="DeepSeek-CJK-patch"/>
                </a:rPr>
                <a:t>吗</a:t>
              </a:r>
              <a:r>
                <a:rPr lang="en-US" altLang="zh-CN" sz="1400" dirty="0">
                  <a:solidFill>
                    <a:schemeClr val="accent1">
                      <a:lumMod val="75000"/>
                    </a:schemeClr>
                  </a:solidFill>
                  <a:latin typeface="DeepSeek-CJK-patch"/>
                </a:rPr>
                <a:t>?</a:t>
              </a:r>
              <a:endParaRPr lang="zh-CN" altLang="en-US" sz="1400" dirty="0">
                <a:solidFill>
                  <a:schemeClr val="accent1">
                    <a:lumMod val="75000"/>
                  </a:schemeClr>
                </a:solidFill>
              </a:endParaRPr>
            </a:p>
          </p:txBody>
        </p:sp>
        <p:sp>
          <p:nvSpPr>
            <p:cNvPr id="24" name="文本框 23">
              <a:extLst>
                <a:ext uri="{FF2B5EF4-FFF2-40B4-BE49-F238E27FC236}">
                  <a16:creationId xmlns:a16="http://schemas.microsoft.com/office/drawing/2014/main" id="{4975B965-7E23-4D5A-8C5B-9FBEE6496DE9}"/>
                </a:ext>
              </a:extLst>
            </p:cNvPr>
            <p:cNvSpPr txBox="1"/>
            <p:nvPr/>
          </p:nvSpPr>
          <p:spPr>
            <a:xfrm>
              <a:off x="-5347537" y="2489728"/>
              <a:ext cx="317821" cy="286796"/>
            </a:xfrm>
            <a:prstGeom prst="rect">
              <a:avLst/>
            </a:prstGeom>
            <a:noFill/>
          </p:spPr>
          <p:txBody>
            <a:bodyPr wrap="none" rtlCol="0">
              <a:spAutoFit/>
            </a:bodyPr>
            <a:lstStyle/>
            <a:p>
              <a:pPr>
                <a:lnSpc>
                  <a:spcPct val="120000"/>
                </a:lnSpc>
              </a:pPr>
              <a:r>
                <a:rPr lang="zh-CN" altLang="en-US" sz="1400" dirty="0">
                  <a:solidFill>
                    <a:srgbClr val="C00000"/>
                  </a:solidFill>
                  <a:latin typeface="DeepSeek-CJK-patch"/>
                </a:rPr>
                <a:t>是</a:t>
              </a:r>
              <a:endParaRPr lang="zh-CN" altLang="en-US" sz="1400" dirty="0">
                <a:solidFill>
                  <a:srgbClr val="C00000"/>
                </a:solidFill>
              </a:endParaRPr>
            </a:p>
          </p:txBody>
        </p:sp>
        <p:sp>
          <p:nvSpPr>
            <p:cNvPr id="26" name="文本框 25">
              <a:extLst>
                <a:ext uri="{FF2B5EF4-FFF2-40B4-BE49-F238E27FC236}">
                  <a16:creationId xmlns:a16="http://schemas.microsoft.com/office/drawing/2014/main" id="{D68C8036-A89D-47E9-BBFA-FB46D506E400}"/>
                </a:ext>
              </a:extLst>
            </p:cNvPr>
            <p:cNvSpPr txBox="1"/>
            <p:nvPr/>
          </p:nvSpPr>
          <p:spPr>
            <a:xfrm>
              <a:off x="-1813475" y="2861013"/>
              <a:ext cx="849388" cy="286796"/>
            </a:xfrm>
            <a:prstGeom prst="rect">
              <a:avLst/>
            </a:prstGeom>
            <a:noFill/>
          </p:spPr>
          <p:txBody>
            <a:bodyPr wrap="none" rtlCol="0">
              <a:spAutoFit/>
            </a:bodyPr>
            <a:lstStyle/>
            <a:p>
              <a:pPr>
                <a:lnSpc>
                  <a:spcPct val="120000"/>
                </a:lnSpc>
              </a:pPr>
              <a:r>
                <a:rPr lang="zh-CN" altLang="en-US" sz="1400" dirty="0">
                  <a:solidFill>
                    <a:schemeClr val="accent1">
                      <a:lumMod val="75000"/>
                    </a:schemeClr>
                  </a:solidFill>
                </a:rPr>
                <a:t>是</a:t>
              </a:r>
              <a:r>
                <a:rPr lang="en-US" altLang="zh-CN" sz="1400" dirty="0">
                  <a:solidFill>
                    <a:schemeClr val="accent1">
                      <a:lumMod val="75000"/>
                    </a:schemeClr>
                  </a:solidFill>
                </a:rPr>
                <a:t>985</a:t>
              </a:r>
              <a:r>
                <a:rPr lang="zh-CN" altLang="en-US" sz="1400" dirty="0">
                  <a:solidFill>
                    <a:schemeClr val="accent1">
                      <a:lumMod val="75000"/>
                    </a:schemeClr>
                  </a:solidFill>
                </a:rPr>
                <a:t>吗</a:t>
              </a:r>
              <a:r>
                <a:rPr lang="en-US" altLang="zh-CN" sz="1400" dirty="0">
                  <a:solidFill>
                    <a:schemeClr val="accent1">
                      <a:lumMod val="75000"/>
                    </a:schemeClr>
                  </a:solidFill>
                </a:rPr>
                <a:t>?</a:t>
              </a:r>
              <a:endParaRPr lang="zh-CN" altLang="en-US" sz="1400" dirty="0">
                <a:solidFill>
                  <a:schemeClr val="accent1">
                    <a:lumMod val="75000"/>
                  </a:schemeClr>
                </a:solidFill>
              </a:endParaRPr>
            </a:p>
          </p:txBody>
        </p:sp>
      </p:grpSp>
      <p:grpSp>
        <p:nvGrpSpPr>
          <p:cNvPr id="2" name="组合 1">
            <a:extLst>
              <a:ext uri="{FF2B5EF4-FFF2-40B4-BE49-F238E27FC236}">
                <a16:creationId xmlns:a16="http://schemas.microsoft.com/office/drawing/2014/main" id="{D56E457D-693D-4F7C-A459-F83B8EFF4503}"/>
              </a:ext>
            </a:extLst>
          </p:cNvPr>
          <p:cNvGrpSpPr/>
          <p:nvPr/>
        </p:nvGrpSpPr>
        <p:grpSpPr>
          <a:xfrm>
            <a:off x="5154401" y="3884674"/>
            <a:ext cx="6260178" cy="2704659"/>
            <a:chOff x="5154401" y="3884674"/>
            <a:chExt cx="6260178" cy="2704659"/>
          </a:xfrm>
        </p:grpSpPr>
        <p:sp>
          <p:nvSpPr>
            <p:cNvPr id="28" name="矩形: 圆角 27">
              <a:extLst>
                <a:ext uri="{FF2B5EF4-FFF2-40B4-BE49-F238E27FC236}">
                  <a16:creationId xmlns:a16="http://schemas.microsoft.com/office/drawing/2014/main" id="{3FB3FE88-F53E-404F-A9B4-389E58A6BED4}"/>
                </a:ext>
              </a:extLst>
            </p:cNvPr>
            <p:cNvSpPr/>
            <p:nvPr/>
          </p:nvSpPr>
          <p:spPr>
            <a:xfrm>
              <a:off x="5154401" y="3884674"/>
              <a:ext cx="6260178" cy="2704659"/>
            </a:xfrm>
            <a:prstGeom prst="roundRect">
              <a:avLst>
                <a:gd name="adj" fmla="val 4157"/>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400" dirty="0"/>
            </a:p>
          </p:txBody>
        </p:sp>
        <p:sp>
          <p:nvSpPr>
            <p:cNvPr id="29" name="文本框 28">
              <a:extLst>
                <a:ext uri="{FF2B5EF4-FFF2-40B4-BE49-F238E27FC236}">
                  <a16:creationId xmlns:a16="http://schemas.microsoft.com/office/drawing/2014/main" id="{16E1D180-6AE1-4A84-9413-56E1DCBB0EC5}"/>
                </a:ext>
              </a:extLst>
            </p:cNvPr>
            <p:cNvSpPr txBox="1"/>
            <p:nvPr/>
          </p:nvSpPr>
          <p:spPr>
            <a:xfrm>
              <a:off x="9944293" y="3923921"/>
              <a:ext cx="1165704" cy="332592"/>
            </a:xfrm>
            <a:prstGeom prst="rect">
              <a:avLst/>
            </a:prstGeom>
            <a:noFill/>
          </p:spPr>
          <p:txBody>
            <a:bodyPr wrap="none" rtlCol="0">
              <a:spAutoFit/>
            </a:bodyPr>
            <a:lstStyle/>
            <a:p>
              <a:pPr>
                <a:lnSpc>
                  <a:spcPct val="120000"/>
                </a:lnSpc>
              </a:pPr>
              <a:r>
                <a:rPr lang="zh-CN" altLang="en-US" sz="1400" dirty="0">
                  <a:solidFill>
                    <a:schemeClr val="accent1">
                      <a:lumMod val="75000"/>
                    </a:schemeClr>
                  </a:solidFill>
                  <a:latin typeface="DeepSeek-CJK-patch"/>
                </a:rPr>
                <a:t>东哥帅不帅</a:t>
              </a:r>
              <a:r>
                <a:rPr lang="en-US" altLang="zh-CN" sz="1400" dirty="0">
                  <a:solidFill>
                    <a:schemeClr val="accent1">
                      <a:lumMod val="75000"/>
                    </a:schemeClr>
                  </a:solidFill>
                  <a:latin typeface="DeepSeek-CJK-patch"/>
                </a:rPr>
                <a:t>?</a:t>
              </a:r>
              <a:endParaRPr lang="zh-CN" altLang="en-US" sz="1400" dirty="0">
                <a:solidFill>
                  <a:schemeClr val="accent1">
                    <a:lumMod val="75000"/>
                  </a:schemeClr>
                </a:solidFill>
              </a:endParaRPr>
            </a:p>
          </p:txBody>
        </p:sp>
      </p:grpSp>
      <p:sp>
        <p:nvSpPr>
          <p:cNvPr id="30" name="文本框 29">
            <a:extLst>
              <a:ext uri="{FF2B5EF4-FFF2-40B4-BE49-F238E27FC236}">
                <a16:creationId xmlns:a16="http://schemas.microsoft.com/office/drawing/2014/main" id="{986A3D02-C43A-45A3-B526-80647CB6CF6A}"/>
              </a:ext>
            </a:extLst>
          </p:cNvPr>
          <p:cNvSpPr txBox="1"/>
          <p:nvPr/>
        </p:nvSpPr>
        <p:spPr>
          <a:xfrm>
            <a:off x="5293044" y="4396092"/>
            <a:ext cx="3914854" cy="849207"/>
          </a:xfrm>
          <a:prstGeom prst="rect">
            <a:avLst/>
          </a:prstGeom>
          <a:noFill/>
        </p:spPr>
        <p:txBody>
          <a:bodyPr wrap="none" rtlCol="0">
            <a:spAutoFit/>
          </a:bodyPr>
          <a:lstStyle/>
          <a:p>
            <a:pPr>
              <a:lnSpc>
                <a:spcPct val="120000"/>
              </a:lnSpc>
            </a:pPr>
            <a:r>
              <a:rPr lang="zh-CN" altLang="en-US" sz="1400" dirty="0">
                <a:solidFill>
                  <a:srgbClr val="C00000"/>
                </a:solidFill>
                <a:latin typeface="DeepSeek-CJK-patch"/>
              </a:rPr>
              <a:t>作为一个</a:t>
            </a:r>
            <a:r>
              <a:rPr lang="en-US" altLang="zh-CN" sz="1400" dirty="0">
                <a:solidFill>
                  <a:srgbClr val="C00000"/>
                </a:solidFill>
                <a:latin typeface="DeepSeek-CJK-patch"/>
              </a:rPr>
              <a:t>AI</a:t>
            </a:r>
            <a:r>
              <a:rPr lang="zh-CN" altLang="en-US" sz="1400" dirty="0">
                <a:solidFill>
                  <a:srgbClr val="C00000"/>
                </a:solidFill>
                <a:latin typeface="DeepSeek-CJK-patch"/>
              </a:rPr>
              <a:t>助手</a:t>
            </a:r>
            <a:r>
              <a:rPr lang="en-US" altLang="zh-CN" sz="1400" dirty="0">
                <a:solidFill>
                  <a:srgbClr val="C00000"/>
                </a:solidFill>
                <a:latin typeface="DeepSeek-CJK-patch"/>
              </a:rPr>
              <a:t>, </a:t>
            </a:r>
            <a:r>
              <a:rPr lang="zh-CN" altLang="en-US" sz="1400" dirty="0">
                <a:solidFill>
                  <a:srgbClr val="C00000"/>
                </a:solidFill>
                <a:latin typeface="DeepSeek-CJK-patch"/>
              </a:rPr>
              <a:t>我并不能直接判断东哥帅不帅</a:t>
            </a:r>
            <a:r>
              <a:rPr lang="en-US" altLang="zh-CN" sz="1400" dirty="0">
                <a:solidFill>
                  <a:srgbClr val="C00000"/>
                </a:solidFill>
                <a:latin typeface="DeepSeek-CJK-patch"/>
              </a:rPr>
              <a:t>,</a:t>
            </a:r>
            <a:r>
              <a:rPr lang="zh-CN" altLang="en-US" sz="1400" dirty="0">
                <a:solidFill>
                  <a:srgbClr val="C00000"/>
                </a:solidFill>
                <a:latin typeface="DeepSeek-CJK-patch"/>
              </a:rPr>
              <a:t> </a:t>
            </a:r>
            <a:endParaRPr lang="en-US" altLang="zh-CN" sz="1400" dirty="0">
              <a:solidFill>
                <a:srgbClr val="C00000"/>
              </a:solidFill>
              <a:latin typeface="DeepSeek-CJK-patch"/>
            </a:endParaRPr>
          </a:p>
          <a:p>
            <a:pPr>
              <a:lnSpc>
                <a:spcPct val="120000"/>
              </a:lnSpc>
            </a:pPr>
            <a:r>
              <a:rPr lang="zh-CN" altLang="en-US" sz="1400" dirty="0">
                <a:solidFill>
                  <a:srgbClr val="C00000"/>
                </a:solidFill>
                <a:latin typeface="DeepSeek-CJK-patch"/>
              </a:rPr>
              <a:t>你可以提供给我更多有关东哥的信息</a:t>
            </a:r>
            <a:r>
              <a:rPr lang="en-US" altLang="zh-CN" sz="1400" dirty="0">
                <a:solidFill>
                  <a:srgbClr val="C00000"/>
                </a:solidFill>
                <a:latin typeface="DeepSeek-CJK-patch"/>
              </a:rPr>
              <a:t>,</a:t>
            </a:r>
            <a:r>
              <a:rPr lang="zh-CN" altLang="en-US" sz="1400" dirty="0">
                <a:solidFill>
                  <a:srgbClr val="C00000"/>
                </a:solidFill>
                <a:latin typeface="DeepSeek-CJK-patch"/>
              </a:rPr>
              <a:t>我帮你把</a:t>
            </a:r>
            <a:endParaRPr lang="en-US" altLang="zh-CN" sz="1400" dirty="0">
              <a:solidFill>
                <a:srgbClr val="C00000"/>
              </a:solidFill>
              <a:latin typeface="DeepSeek-CJK-patch"/>
            </a:endParaRPr>
          </a:p>
          <a:p>
            <a:pPr>
              <a:lnSpc>
                <a:spcPct val="120000"/>
              </a:lnSpc>
            </a:pPr>
            <a:r>
              <a:rPr lang="zh-CN" altLang="en-US" sz="1400" dirty="0">
                <a:solidFill>
                  <a:srgbClr val="C00000"/>
                </a:solidFill>
                <a:latin typeface="DeepSeek-CJK-patch"/>
              </a:rPr>
              <a:t>把关</a:t>
            </a:r>
            <a:endParaRPr lang="zh-CN" altLang="en-US" sz="1400" dirty="0">
              <a:solidFill>
                <a:srgbClr val="C00000"/>
              </a:solidFill>
            </a:endParaRPr>
          </a:p>
        </p:txBody>
      </p:sp>
    </p:spTree>
    <p:extLst>
      <p:ext uri="{BB962C8B-B14F-4D97-AF65-F5344CB8AC3E}">
        <p14:creationId xmlns:p14="http://schemas.microsoft.com/office/powerpoint/2010/main" val="220709627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anim calcmode="lin" valueType="num">
                                      <p:cBhvr>
                                        <p:cTn id="27" dur="1000" fill="hold"/>
                                        <p:tgtEl>
                                          <p:spTgt spid="13"/>
                                        </p:tgtEl>
                                        <p:attrNameLst>
                                          <p:attrName>ppt_x</p:attrName>
                                        </p:attrNameLst>
                                      </p:cBhvr>
                                      <p:tavLst>
                                        <p:tav tm="0">
                                          <p:val>
                                            <p:strVal val="#ppt_x"/>
                                          </p:val>
                                        </p:tav>
                                        <p:tav tm="100000">
                                          <p:val>
                                            <p:strVal val="#ppt_x"/>
                                          </p:val>
                                        </p:tav>
                                      </p:tavLst>
                                    </p:anim>
                                    <p:anim calcmode="lin" valueType="num">
                                      <p:cBhvr>
                                        <p:cTn id="2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0"/>
                                        <p:tgtEl>
                                          <p:spTgt spid="15"/>
                                        </p:tgtEl>
                                      </p:cBhvr>
                                    </p:animEffec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1000" fill="hold"/>
                                        <p:tgtEl>
                                          <p:spTgt spid="15"/>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anim calcmode="lin" valueType="num">
                                      <p:cBhvr>
                                        <p:cTn id="39" dur="1000" fill="hold"/>
                                        <p:tgtEl>
                                          <p:spTgt spid="14"/>
                                        </p:tgtEl>
                                        <p:attrNameLst>
                                          <p:attrName>ppt_x</p:attrName>
                                        </p:attrNameLst>
                                      </p:cBhvr>
                                      <p:tavLst>
                                        <p:tav tm="0">
                                          <p:val>
                                            <p:strVal val="#ppt_x"/>
                                          </p:val>
                                        </p:tav>
                                        <p:tav tm="100000">
                                          <p:val>
                                            <p:strVal val="#ppt_x"/>
                                          </p:val>
                                        </p:tav>
                                      </p:tavLst>
                                    </p:anim>
                                    <p:anim calcmode="lin" valueType="num">
                                      <p:cBhvr>
                                        <p:cTn id="4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xit" presetSubtype="32" fill="hold" nodeType="clickEffect">
                                  <p:stCondLst>
                                    <p:cond delay="0"/>
                                  </p:stCondLst>
                                  <p:childTnLst>
                                    <p:anim calcmode="lin" valueType="num">
                                      <p:cBhvr>
                                        <p:cTn id="50" dur="500"/>
                                        <p:tgtEl>
                                          <p:spTgt spid="10"/>
                                        </p:tgtEl>
                                        <p:attrNameLst>
                                          <p:attrName>ppt_w</p:attrName>
                                        </p:attrNameLst>
                                      </p:cBhvr>
                                      <p:tavLst>
                                        <p:tav tm="0">
                                          <p:val>
                                            <p:strVal val="ppt_w"/>
                                          </p:val>
                                        </p:tav>
                                        <p:tav tm="100000">
                                          <p:val>
                                            <p:fltVal val="0"/>
                                          </p:val>
                                        </p:tav>
                                      </p:tavLst>
                                    </p:anim>
                                    <p:anim calcmode="lin" valueType="num">
                                      <p:cBhvr>
                                        <p:cTn id="51" dur="500"/>
                                        <p:tgtEl>
                                          <p:spTgt spid="10"/>
                                        </p:tgtEl>
                                        <p:attrNameLst>
                                          <p:attrName>ppt_h</p:attrName>
                                        </p:attrNameLst>
                                      </p:cBhvr>
                                      <p:tavLst>
                                        <p:tav tm="0">
                                          <p:val>
                                            <p:strVal val="ppt_h"/>
                                          </p:val>
                                        </p:tav>
                                        <p:tav tm="100000">
                                          <p:val>
                                            <p:fltVal val="0"/>
                                          </p:val>
                                        </p:tav>
                                      </p:tavLst>
                                    </p:anim>
                                    <p:set>
                                      <p:cBhvr>
                                        <p:cTn id="52" dur="1" fill="hold">
                                          <p:stCondLst>
                                            <p:cond delay="499"/>
                                          </p:stCondLst>
                                        </p:cTn>
                                        <p:tgtEl>
                                          <p:spTgt spid="10"/>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3" presetClass="entr" presetSubtype="16"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p:cTn id="57" dur="500" fill="hold"/>
                                        <p:tgtEl>
                                          <p:spTgt spid="23"/>
                                        </p:tgtEl>
                                        <p:attrNameLst>
                                          <p:attrName>ppt_w</p:attrName>
                                        </p:attrNameLst>
                                      </p:cBhvr>
                                      <p:tavLst>
                                        <p:tav tm="0">
                                          <p:val>
                                            <p:fltVal val="0"/>
                                          </p:val>
                                        </p:tav>
                                        <p:tav tm="100000">
                                          <p:val>
                                            <p:strVal val="#ppt_w"/>
                                          </p:val>
                                        </p:tav>
                                      </p:tavLst>
                                    </p:anim>
                                    <p:anim calcmode="lin" valueType="num">
                                      <p:cBhvr>
                                        <p:cTn id="58"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nodeType="clickEffect">
                                  <p:stCondLst>
                                    <p:cond delay="0"/>
                                  </p:stCondLst>
                                  <p:childTnLst>
                                    <p:set>
                                      <p:cBhvr>
                                        <p:cTn id="62" dur="1" fill="hold">
                                          <p:stCondLst>
                                            <p:cond delay="0"/>
                                          </p:stCondLst>
                                        </p:cTn>
                                        <p:tgtEl>
                                          <p:spTgt spid="25"/>
                                        </p:tgtEl>
                                        <p:attrNameLst>
                                          <p:attrName>style.visibility</p:attrName>
                                        </p:attrNameLst>
                                      </p:cBhvr>
                                      <p:to>
                                        <p:strVal val="visible"/>
                                      </p:to>
                                    </p:set>
                                    <p:anim calcmode="lin" valueType="num">
                                      <p:cBhvr>
                                        <p:cTn id="63" dur="500" fill="hold"/>
                                        <p:tgtEl>
                                          <p:spTgt spid="25"/>
                                        </p:tgtEl>
                                        <p:attrNameLst>
                                          <p:attrName>ppt_w</p:attrName>
                                        </p:attrNameLst>
                                      </p:cBhvr>
                                      <p:tavLst>
                                        <p:tav tm="0">
                                          <p:val>
                                            <p:fltVal val="0"/>
                                          </p:val>
                                        </p:tav>
                                        <p:tav tm="100000">
                                          <p:val>
                                            <p:strVal val="#ppt_w"/>
                                          </p:val>
                                        </p:tav>
                                      </p:tavLst>
                                    </p:anim>
                                    <p:anim calcmode="lin" valueType="num">
                                      <p:cBhvr>
                                        <p:cTn id="64" dur="500" fill="hold"/>
                                        <p:tgtEl>
                                          <p:spTgt spid="25"/>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3" presetClass="exit" presetSubtype="32" fill="hold" nodeType="clickEffect">
                                  <p:stCondLst>
                                    <p:cond delay="0"/>
                                  </p:stCondLst>
                                  <p:childTnLst>
                                    <p:anim calcmode="lin" valueType="num">
                                      <p:cBhvr>
                                        <p:cTn id="68" dur="500"/>
                                        <p:tgtEl>
                                          <p:spTgt spid="23"/>
                                        </p:tgtEl>
                                        <p:attrNameLst>
                                          <p:attrName>ppt_w</p:attrName>
                                        </p:attrNameLst>
                                      </p:cBhvr>
                                      <p:tavLst>
                                        <p:tav tm="0">
                                          <p:val>
                                            <p:strVal val="ppt_w"/>
                                          </p:val>
                                        </p:tav>
                                        <p:tav tm="100000">
                                          <p:val>
                                            <p:fltVal val="0"/>
                                          </p:val>
                                        </p:tav>
                                      </p:tavLst>
                                    </p:anim>
                                    <p:anim calcmode="lin" valueType="num">
                                      <p:cBhvr>
                                        <p:cTn id="69" dur="500"/>
                                        <p:tgtEl>
                                          <p:spTgt spid="23"/>
                                        </p:tgtEl>
                                        <p:attrNameLst>
                                          <p:attrName>ppt_h</p:attrName>
                                        </p:attrNameLst>
                                      </p:cBhvr>
                                      <p:tavLst>
                                        <p:tav tm="0">
                                          <p:val>
                                            <p:strVal val="ppt_h"/>
                                          </p:val>
                                        </p:tav>
                                        <p:tav tm="100000">
                                          <p:val>
                                            <p:fltVal val="0"/>
                                          </p:val>
                                        </p:tav>
                                      </p:tavLst>
                                    </p:anim>
                                    <p:set>
                                      <p:cBhvr>
                                        <p:cTn id="70" dur="1" fill="hold">
                                          <p:stCondLst>
                                            <p:cond delay="499"/>
                                          </p:stCondLst>
                                        </p:cTn>
                                        <p:tgtEl>
                                          <p:spTgt spid="23"/>
                                        </p:tgtEl>
                                        <p:attrNameLst>
                                          <p:attrName>style.visibility</p:attrName>
                                        </p:attrNameLst>
                                      </p:cBhvr>
                                      <p:to>
                                        <p:strVal val="hidden"/>
                                      </p:to>
                                    </p:set>
                                  </p:childTnLst>
                                </p:cTn>
                              </p:par>
                              <p:par>
                                <p:cTn id="71" presetID="23" presetClass="exit" presetSubtype="32" fill="hold" nodeType="withEffect">
                                  <p:stCondLst>
                                    <p:cond delay="0"/>
                                  </p:stCondLst>
                                  <p:childTnLst>
                                    <p:anim calcmode="lin" valueType="num">
                                      <p:cBhvr>
                                        <p:cTn id="72" dur="500"/>
                                        <p:tgtEl>
                                          <p:spTgt spid="25"/>
                                        </p:tgtEl>
                                        <p:attrNameLst>
                                          <p:attrName>ppt_w</p:attrName>
                                        </p:attrNameLst>
                                      </p:cBhvr>
                                      <p:tavLst>
                                        <p:tav tm="0">
                                          <p:val>
                                            <p:strVal val="ppt_w"/>
                                          </p:val>
                                        </p:tav>
                                        <p:tav tm="100000">
                                          <p:val>
                                            <p:fltVal val="0"/>
                                          </p:val>
                                        </p:tav>
                                      </p:tavLst>
                                    </p:anim>
                                    <p:anim calcmode="lin" valueType="num">
                                      <p:cBhvr>
                                        <p:cTn id="73" dur="500"/>
                                        <p:tgtEl>
                                          <p:spTgt spid="25"/>
                                        </p:tgtEl>
                                        <p:attrNameLst>
                                          <p:attrName>ppt_h</p:attrName>
                                        </p:attrNameLst>
                                      </p:cBhvr>
                                      <p:tavLst>
                                        <p:tav tm="0">
                                          <p:val>
                                            <p:strVal val="ppt_h"/>
                                          </p:val>
                                        </p:tav>
                                        <p:tav tm="100000">
                                          <p:val>
                                            <p:fltVal val="0"/>
                                          </p:val>
                                        </p:tav>
                                      </p:tavLst>
                                    </p:anim>
                                    <p:set>
                                      <p:cBhvr>
                                        <p:cTn id="74" dur="1" fill="hold">
                                          <p:stCondLst>
                                            <p:cond delay="499"/>
                                          </p:stCondLst>
                                        </p:cTn>
                                        <p:tgtEl>
                                          <p:spTgt spid="25"/>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3" presetClass="entr" presetSubtype="16"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p:cTn id="79" dur="500" fill="hold"/>
                                        <p:tgtEl>
                                          <p:spTgt spid="19"/>
                                        </p:tgtEl>
                                        <p:attrNameLst>
                                          <p:attrName>ppt_w</p:attrName>
                                        </p:attrNameLst>
                                      </p:cBhvr>
                                      <p:tavLst>
                                        <p:tav tm="0">
                                          <p:val>
                                            <p:fltVal val="0"/>
                                          </p:val>
                                        </p:tav>
                                        <p:tav tm="100000">
                                          <p:val>
                                            <p:strVal val="#ppt_w"/>
                                          </p:val>
                                        </p:tav>
                                      </p:tavLst>
                                    </p:anim>
                                    <p:anim calcmode="lin" valueType="num">
                                      <p:cBhvr>
                                        <p:cTn id="8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3" presetClass="exit" presetSubtype="32" fill="hold" nodeType="clickEffect">
                                  <p:stCondLst>
                                    <p:cond delay="0"/>
                                  </p:stCondLst>
                                  <p:childTnLst>
                                    <p:anim calcmode="lin" valueType="num">
                                      <p:cBhvr>
                                        <p:cTn id="84" dur="500"/>
                                        <p:tgtEl>
                                          <p:spTgt spid="19"/>
                                        </p:tgtEl>
                                        <p:attrNameLst>
                                          <p:attrName>ppt_w</p:attrName>
                                        </p:attrNameLst>
                                      </p:cBhvr>
                                      <p:tavLst>
                                        <p:tav tm="0">
                                          <p:val>
                                            <p:strVal val="ppt_w"/>
                                          </p:val>
                                        </p:tav>
                                        <p:tav tm="100000">
                                          <p:val>
                                            <p:fltVal val="0"/>
                                          </p:val>
                                        </p:tav>
                                      </p:tavLst>
                                    </p:anim>
                                    <p:anim calcmode="lin" valueType="num">
                                      <p:cBhvr>
                                        <p:cTn id="85" dur="500"/>
                                        <p:tgtEl>
                                          <p:spTgt spid="19"/>
                                        </p:tgtEl>
                                        <p:attrNameLst>
                                          <p:attrName>ppt_h</p:attrName>
                                        </p:attrNameLst>
                                      </p:cBhvr>
                                      <p:tavLst>
                                        <p:tav tm="0">
                                          <p:val>
                                            <p:strVal val="ppt_h"/>
                                          </p:val>
                                        </p:tav>
                                        <p:tav tm="100000">
                                          <p:val>
                                            <p:fltVal val="0"/>
                                          </p:val>
                                        </p:tav>
                                      </p:tavLst>
                                    </p:anim>
                                    <p:set>
                                      <p:cBhvr>
                                        <p:cTn id="86" dur="1" fill="hold">
                                          <p:stCondLst>
                                            <p:cond delay="499"/>
                                          </p:stCondLst>
                                        </p:cTn>
                                        <p:tgtEl>
                                          <p:spTgt spid="19"/>
                                        </p:tgtEl>
                                        <p:attrNameLst>
                                          <p:attrName>style.visibility</p:attrName>
                                        </p:attrNameLst>
                                      </p:cBhvr>
                                      <p:to>
                                        <p:strVal val="hidden"/>
                                      </p:to>
                                    </p:set>
                                  </p:childTnLst>
                                </p:cTn>
                              </p:par>
                            </p:childTnLst>
                          </p:cTn>
                        </p:par>
                        <p:par>
                          <p:cTn id="87" fill="hold">
                            <p:stCondLst>
                              <p:cond delay="500"/>
                            </p:stCondLst>
                            <p:childTnLst>
                              <p:par>
                                <p:cTn id="88" presetID="23" presetClass="entr" presetSubtype="16" fill="hold" nodeType="after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p:cTn id="90" dur="500" fill="hold"/>
                                        <p:tgtEl>
                                          <p:spTgt spid="20"/>
                                        </p:tgtEl>
                                        <p:attrNameLst>
                                          <p:attrName>ppt_w</p:attrName>
                                        </p:attrNameLst>
                                      </p:cBhvr>
                                      <p:tavLst>
                                        <p:tav tm="0">
                                          <p:val>
                                            <p:fltVal val="0"/>
                                          </p:val>
                                        </p:tav>
                                        <p:tav tm="100000">
                                          <p:val>
                                            <p:strVal val="#ppt_w"/>
                                          </p:val>
                                        </p:tav>
                                      </p:tavLst>
                                    </p:anim>
                                    <p:anim calcmode="lin" valueType="num">
                                      <p:cBhvr>
                                        <p:cTn id="91" dur="500" fill="hold"/>
                                        <p:tgtEl>
                                          <p:spTgt spid="20"/>
                                        </p:tgtEl>
                                        <p:attrNameLst>
                                          <p:attrName>ppt_h</p:attrName>
                                        </p:attrNameLst>
                                      </p:cBhvr>
                                      <p:tavLst>
                                        <p:tav tm="0">
                                          <p:val>
                                            <p:fltVal val="0"/>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23" presetClass="exit" presetSubtype="32" fill="hold" nodeType="clickEffect">
                                  <p:stCondLst>
                                    <p:cond delay="0"/>
                                  </p:stCondLst>
                                  <p:childTnLst>
                                    <p:anim calcmode="lin" valueType="num">
                                      <p:cBhvr>
                                        <p:cTn id="95" dur="500"/>
                                        <p:tgtEl>
                                          <p:spTgt spid="20"/>
                                        </p:tgtEl>
                                        <p:attrNameLst>
                                          <p:attrName>ppt_w</p:attrName>
                                        </p:attrNameLst>
                                      </p:cBhvr>
                                      <p:tavLst>
                                        <p:tav tm="0">
                                          <p:val>
                                            <p:strVal val="ppt_w"/>
                                          </p:val>
                                        </p:tav>
                                        <p:tav tm="100000">
                                          <p:val>
                                            <p:fltVal val="0"/>
                                          </p:val>
                                        </p:tav>
                                      </p:tavLst>
                                    </p:anim>
                                    <p:anim calcmode="lin" valueType="num">
                                      <p:cBhvr>
                                        <p:cTn id="96" dur="500"/>
                                        <p:tgtEl>
                                          <p:spTgt spid="20"/>
                                        </p:tgtEl>
                                        <p:attrNameLst>
                                          <p:attrName>ppt_h</p:attrName>
                                        </p:attrNameLst>
                                      </p:cBhvr>
                                      <p:tavLst>
                                        <p:tav tm="0">
                                          <p:val>
                                            <p:strVal val="ppt_h"/>
                                          </p:val>
                                        </p:tav>
                                        <p:tav tm="100000">
                                          <p:val>
                                            <p:fltVal val="0"/>
                                          </p:val>
                                        </p:tav>
                                      </p:tavLst>
                                    </p:anim>
                                    <p:set>
                                      <p:cBhvr>
                                        <p:cTn id="97" dur="1" fill="hold">
                                          <p:stCondLst>
                                            <p:cond delay="499"/>
                                          </p:stCondLst>
                                        </p:cTn>
                                        <p:tgtEl>
                                          <p:spTgt spid="20"/>
                                        </p:tgtEl>
                                        <p:attrNameLst>
                                          <p:attrName>style.visibility</p:attrName>
                                        </p:attrNameLst>
                                      </p:cBhvr>
                                      <p:to>
                                        <p:strVal val="hidden"/>
                                      </p:to>
                                    </p:set>
                                  </p:childTnLst>
                                </p:cTn>
                              </p:par>
                            </p:childTnLst>
                          </p:cTn>
                        </p:par>
                        <p:par>
                          <p:cTn id="98" fill="hold">
                            <p:stCondLst>
                              <p:cond delay="500"/>
                            </p:stCondLst>
                            <p:childTnLst>
                              <p:par>
                                <p:cTn id="99" presetID="42" presetClass="entr" presetSubtype="0" fill="hold" grpId="0" nodeType="afterEffect">
                                  <p:stCondLst>
                                    <p:cond delay="0"/>
                                  </p:stCondLst>
                                  <p:childTnLst>
                                    <p:set>
                                      <p:cBhvr>
                                        <p:cTn id="100" dur="1" fill="hold">
                                          <p:stCondLst>
                                            <p:cond delay="0"/>
                                          </p:stCondLst>
                                        </p:cTn>
                                        <p:tgtEl>
                                          <p:spTgt spid="16"/>
                                        </p:tgtEl>
                                        <p:attrNameLst>
                                          <p:attrName>style.visibility</p:attrName>
                                        </p:attrNameLst>
                                      </p:cBhvr>
                                      <p:to>
                                        <p:strVal val="visible"/>
                                      </p:to>
                                    </p:set>
                                    <p:animEffect transition="in" filter="fade">
                                      <p:cBhvr>
                                        <p:cTn id="101" dur="1000"/>
                                        <p:tgtEl>
                                          <p:spTgt spid="16"/>
                                        </p:tgtEl>
                                      </p:cBhvr>
                                    </p:animEffect>
                                    <p:anim calcmode="lin" valueType="num">
                                      <p:cBhvr>
                                        <p:cTn id="102" dur="1000" fill="hold"/>
                                        <p:tgtEl>
                                          <p:spTgt spid="16"/>
                                        </p:tgtEl>
                                        <p:attrNameLst>
                                          <p:attrName>ppt_x</p:attrName>
                                        </p:attrNameLst>
                                      </p:cBhvr>
                                      <p:tavLst>
                                        <p:tav tm="0">
                                          <p:val>
                                            <p:strVal val="#ppt_x"/>
                                          </p:val>
                                        </p:tav>
                                        <p:tav tm="100000">
                                          <p:val>
                                            <p:strVal val="#ppt_x"/>
                                          </p:val>
                                        </p:tav>
                                      </p:tavLst>
                                    </p:anim>
                                    <p:anim calcmode="lin" valueType="num">
                                      <p:cBhvr>
                                        <p:cTn id="10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3" presetClass="entr" presetSubtype="16" fill="hold" nodeType="clickEffect">
                                  <p:stCondLst>
                                    <p:cond delay="0"/>
                                  </p:stCondLst>
                                  <p:childTnLst>
                                    <p:set>
                                      <p:cBhvr>
                                        <p:cTn id="107" dur="1" fill="hold">
                                          <p:stCondLst>
                                            <p:cond delay="0"/>
                                          </p:stCondLst>
                                        </p:cTn>
                                        <p:tgtEl>
                                          <p:spTgt spid="2"/>
                                        </p:tgtEl>
                                        <p:attrNameLst>
                                          <p:attrName>style.visibility</p:attrName>
                                        </p:attrNameLst>
                                      </p:cBhvr>
                                      <p:to>
                                        <p:strVal val="visible"/>
                                      </p:to>
                                    </p:set>
                                    <p:anim calcmode="lin" valueType="num">
                                      <p:cBhvr>
                                        <p:cTn id="108" dur="500" fill="hold"/>
                                        <p:tgtEl>
                                          <p:spTgt spid="2"/>
                                        </p:tgtEl>
                                        <p:attrNameLst>
                                          <p:attrName>ppt_w</p:attrName>
                                        </p:attrNameLst>
                                      </p:cBhvr>
                                      <p:tavLst>
                                        <p:tav tm="0">
                                          <p:val>
                                            <p:fltVal val="0"/>
                                          </p:val>
                                        </p:tav>
                                        <p:tav tm="100000">
                                          <p:val>
                                            <p:strVal val="#ppt_w"/>
                                          </p:val>
                                        </p:tav>
                                      </p:tavLst>
                                    </p:anim>
                                    <p:anim calcmode="lin" valueType="num">
                                      <p:cBhvr>
                                        <p:cTn id="109" dur="500" fill="hold"/>
                                        <p:tgtEl>
                                          <p:spTgt spid="2"/>
                                        </p:tgtEl>
                                        <p:attrNameLst>
                                          <p:attrName>ppt_h</p:attrName>
                                        </p:attrNameLst>
                                      </p:cBhvr>
                                      <p:tavLst>
                                        <p:tav tm="0">
                                          <p:val>
                                            <p:fltVal val="0"/>
                                          </p:val>
                                        </p:tav>
                                        <p:tav tm="100000">
                                          <p:val>
                                            <p:strVal val="#ppt_h"/>
                                          </p:val>
                                        </p:tav>
                                      </p:tavLst>
                                    </p:anim>
                                  </p:childTnLst>
                                </p:cTn>
                              </p:par>
                            </p:childTnLst>
                          </p:cTn>
                        </p:par>
                        <p:par>
                          <p:cTn id="110" fill="hold">
                            <p:stCondLst>
                              <p:cond delay="500"/>
                            </p:stCondLst>
                            <p:childTnLst>
                              <p:par>
                                <p:cTn id="111" presetID="0" presetClass="entr" presetSubtype="0" fill="hold" grpId="0" nodeType="afterEffect">
                                  <p:stCondLst>
                                    <p:cond delay="0"/>
                                  </p:stCondLst>
                                  <p:iterate type="wd">
                                    <p:tmPct val="10000"/>
                                  </p:iterate>
                                  <p:childTnLst>
                                    <p:set>
                                      <p:cBhvr>
                                        <p:cTn id="112" dur="1" fill="hold">
                                          <p:stCondLst>
                                            <p:cond delay="0"/>
                                          </p:stCondLst>
                                        </p:cTn>
                                        <p:tgtEl>
                                          <p:spTgt spid="30"/>
                                        </p:tgtEl>
                                        <p:attrNameLst>
                                          <p:attrName>style.visibility</p:attrName>
                                        </p:attrNameLst>
                                      </p:cBhvr>
                                      <p:to>
                                        <p:strVal val="visible"/>
                                      </p:to>
                                    </p:set>
                                    <p:anim to="" calcmode="discrete" valueType="num">
                                      <p:cBhvr>
                                        <p:cTn id="113" dur="5000" fill="hold">
                                          <p:stCondLst>
                                            <p:cond delay="0"/>
                                          </p:stCondLst>
                                        </p:cTn>
                                        <p:tgtEl>
                                          <p:spTgt spid="30"/>
                                        </p:tgtEl>
                                        <p:attrNameLst>
                                          <p:attrName>style.textDecorationUnderline</p:attrName>
                                        </p:attrNameLst>
                                      </p:cBhvr>
                                      <p:tavLst>
                                        <p:tav tm="0">
                                          <p:val>
                                            <p:strVal val="true"/>
                                          </p:val>
                                        </p:tav>
                                        <p:tav tm="100000">
                                          <p:val>
                                            <p:strVal val="false"/>
                                          </p:val>
                                        </p:tav>
                                      </p:tavLst>
                                    </p:anim>
                                    <p:anim to="" calcmode="lin" valueType="num">
                                      <p:cBhvr>
                                        <p:cTn id="114" dur="5000" fill="hold">
                                          <p:stCondLst>
                                            <p:cond delay="0"/>
                                          </p:stCondLst>
                                        </p:cTn>
                                        <p:tgtEl>
                                          <p:spTgt spid="30"/>
                                        </p:tgtEl>
                                        <p:attrNameLst>
                                          <p:attrName>shadow.opacity</p:attrName>
                                        </p:attrNameLst>
                                      </p:cBhvr>
                                      <p:tavLst>
                                        <p:tav tm="0">
                                          <p:val>
                                            <p:strVal val="1"/>
                                          </p:val>
                                        </p:tav>
                                        <p:tav tm="50000">
                                          <p:val>
                                            <p:strVal val="0"/>
                                          </p:val>
                                        </p:tav>
                                        <p:tav tm="100000">
                                          <p:val>
                                            <p:strVal val="1"/>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18"/>
                                        </p:tgtEl>
                                        <p:attrNameLst>
                                          <p:attrName>style.visibility</p:attrName>
                                        </p:attrNameLst>
                                      </p:cBhvr>
                                      <p:to>
                                        <p:strVal val="visible"/>
                                      </p:to>
                                    </p:set>
                                    <p:animEffect transition="in" filter="fade">
                                      <p:cBhvr>
                                        <p:cTn id="119" dur="1000"/>
                                        <p:tgtEl>
                                          <p:spTgt spid="18"/>
                                        </p:tgtEl>
                                      </p:cBhvr>
                                    </p:animEffect>
                                    <p:anim calcmode="lin" valueType="num">
                                      <p:cBhvr>
                                        <p:cTn id="120" dur="1000" fill="hold"/>
                                        <p:tgtEl>
                                          <p:spTgt spid="18"/>
                                        </p:tgtEl>
                                        <p:attrNameLst>
                                          <p:attrName>ppt_x</p:attrName>
                                        </p:attrNameLst>
                                      </p:cBhvr>
                                      <p:tavLst>
                                        <p:tav tm="0">
                                          <p:val>
                                            <p:strVal val="#ppt_x"/>
                                          </p:val>
                                        </p:tav>
                                        <p:tav tm="100000">
                                          <p:val>
                                            <p:strVal val="#ppt_x"/>
                                          </p:val>
                                        </p:tav>
                                      </p:tavLst>
                                    </p:anim>
                                    <p:anim calcmode="lin" valueType="num">
                                      <p:cBhvr>
                                        <p:cTn id="1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23" presetClass="exit" presetSubtype="32" fill="hold" nodeType="clickEffect">
                                  <p:stCondLst>
                                    <p:cond delay="0"/>
                                  </p:stCondLst>
                                  <p:childTnLst>
                                    <p:anim calcmode="lin" valueType="num">
                                      <p:cBhvr>
                                        <p:cTn id="125" dur="500"/>
                                        <p:tgtEl>
                                          <p:spTgt spid="2"/>
                                        </p:tgtEl>
                                        <p:attrNameLst>
                                          <p:attrName>ppt_w</p:attrName>
                                        </p:attrNameLst>
                                      </p:cBhvr>
                                      <p:tavLst>
                                        <p:tav tm="0">
                                          <p:val>
                                            <p:strVal val="ppt_w"/>
                                          </p:val>
                                        </p:tav>
                                        <p:tav tm="100000">
                                          <p:val>
                                            <p:fltVal val="0"/>
                                          </p:val>
                                        </p:tav>
                                      </p:tavLst>
                                    </p:anim>
                                    <p:anim calcmode="lin" valueType="num">
                                      <p:cBhvr>
                                        <p:cTn id="126" dur="500"/>
                                        <p:tgtEl>
                                          <p:spTgt spid="2"/>
                                        </p:tgtEl>
                                        <p:attrNameLst>
                                          <p:attrName>ppt_h</p:attrName>
                                        </p:attrNameLst>
                                      </p:cBhvr>
                                      <p:tavLst>
                                        <p:tav tm="0">
                                          <p:val>
                                            <p:strVal val="ppt_h"/>
                                          </p:val>
                                        </p:tav>
                                        <p:tav tm="100000">
                                          <p:val>
                                            <p:fltVal val="0"/>
                                          </p:val>
                                        </p:tav>
                                      </p:tavLst>
                                    </p:anim>
                                    <p:set>
                                      <p:cBhvr>
                                        <p:cTn id="127" dur="1" fill="hold">
                                          <p:stCondLst>
                                            <p:cond delay="499"/>
                                          </p:stCondLst>
                                        </p:cTn>
                                        <p:tgtEl>
                                          <p:spTgt spid="2"/>
                                        </p:tgtEl>
                                        <p:attrNameLst>
                                          <p:attrName>style.visibility</p:attrName>
                                        </p:attrNameLst>
                                      </p:cBhvr>
                                      <p:to>
                                        <p:strVal val="hidden"/>
                                      </p:to>
                                    </p:set>
                                  </p:childTnLst>
                                </p:cTn>
                              </p:par>
                              <p:par>
                                <p:cTn id="128" presetID="23" presetClass="exit" presetSubtype="32" fill="hold" grpId="1" nodeType="withEffect">
                                  <p:stCondLst>
                                    <p:cond delay="0"/>
                                  </p:stCondLst>
                                  <p:iterate type="wd">
                                    <p:tmPct val="0"/>
                                  </p:iterate>
                                  <p:childTnLst>
                                    <p:anim calcmode="lin" valueType="num">
                                      <p:cBhvr>
                                        <p:cTn id="129" dur="500"/>
                                        <p:tgtEl>
                                          <p:spTgt spid="30"/>
                                        </p:tgtEl>
                                        <p:attrNameLst>
                                          <p:attrName>ppt_w</p:attrName>
                                        </p:attrNameLst>
                                      </p:cBhvr>
                                      <p:tavLst>
                                        <p:tav tm="0">
                                          <p:val>
                                            <p:strVal val="ppt_w"/>
                                          </p:val>
                                        </p:tav>
                                        <p:tav tm="100000">
                                          <p:val>
                                            <p:fltVal val="0"/>
                                          </p:val>
                                        </p:tav>
                                      </p:tavLst>
                                    </p:anim>
                                    <p:anim calcmode="lin" valueType="num">
                                      <p:cBhvr>
                                        <p:cTn id="130" dur="500"/>
                                        <p:tgtEl>
                                          <p:spTgt spid="30"/>
                                        </p:tgtEl>
                                        <p:attrNameLst>
                                          <p:attrName>ppt_h</p:attrName>
                                        </p:attrNameLst>
                                      </p:cBhvr>
                                      <p:tavLst>
                                        <p:tav tm="0">
                                          <p:val>
                                            <p:strVal val="ppt_h"/>
                                          </p:val>
                                        </p:tav>
                                        <p:tav tm="100000">
                                          <p:val>
                                            <p:fltVal val="0"/>
                                          </p:val>
                                        </p:tav>
                                      </p:tavLst>
                                    </p:anim>
                                    <p:set>
                                      <p:cBhvr>
                                        <p:cTn id="13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p:bldP spid="15" grpId="0"/>
      <p:bldP spid="16" grpId="0"/>
      <p:bldP spid="18" grpId="0"/>
      <p:bldP spid="30" grpId="0"/>
      <p:bldP spid="30" grpId="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C4D64717-C653-9015-0672-AD2C8CA15A06}"/>
              </a:ext>
            </a:extLst>
          </p:cNvPr>
          <p:cNvSpPr>
            <a:spLocks noGrp="1"/>
          </p:cNvSpPr>
          <p:nvPr>
            <p:ph type="body" sz="quarter" idx="10"/>
          </p:nvPr>
        </p:nvSpPr>
        <p:spPr/>
        <p:txBody>
          <a:bodyPr/>
          <a:lstStyle/>
          <a:p>
            <a:pPr marL="342882" indent="-342882">
              <a:buFont typeface="+mj-lt"/>
              <a:buAutoNum type="arabicPeriod"/>
            </a:pPr>
            <a:r>
              <a:rPr lang="en-US" altLang="zh-CN" sz="1800" dirty="0"/>
              <a:t>model</a:t>
            </a:r>
          </a:p>
          <a:p>
            <a:pPr marL="342882" indent="-342882">
              <a:buFont typeface="+mj-lt"/>
              <a:buAutoNum type="arabicPeriod"/>
            </a:pPr>
            <a:r>
              <a:rPr lang="en-US" altLang="zh-CN" sz="1800" dirty="0"/>
              <a:t>messages</a:t>
            </a:r>
          </a:p>
          <a:p>
            <a:pPr lvl="1" indent="0">
              <a:buNone/>
            </a:pPr>
            <a:r>
              <a:rPr lang="en-US" altLang="zh-CN" sz="1600" dirty="0"/>
              <a:t>role: user/system/assistant</a:t>
            </a:r>
          </a:p>
          <a:p>
            <a:pPr marL="342882" indent="-342882">
              <a:buFont typeface="+mj-lt"/>
              <a:buAutoNum type="arabicPeriod"/>
            </a:pPr>
            <a:r>
              <a:rPr lang="en-US" altLang="zh-CN" sz="1800" dirty="0"/>
              <a:t>stream</a:t>
            </a:r>
          </a:p>
          <a:p>
            <a:pPr lvl="1" indent="0">
              <a:buNone/>
            </a:pPr>
            <a:r>
              <a:rPr lang="zh-CN" altLang="en-US" sz="1600" dirty="0"/>
              <a:t>默认为</a:t>
            </a:r>
            <a:r>
              <a:rPr lang="en-US" altLang="zh-CN" sz="1600" dirty="0"/>
              <a:t>false</a:t>
            </a:r>
          </a:p>
          <a:p>
            <a:pPr marL="342882" indent="-342882">
              <a:buFont typeface="+mj-lt"/>
              <a:buAutoNum type="arabicPeriod"/>
            </a:pPr>
            <a:r>
              <a:rPr lang="en-US" altLang="zh-CN" sz="1800" dirty="0" err="1"/>
              <a:t>enbale_search</a:t>
            </a:r>
            <a:endParaRPr lang="en-US" altLang="zh-CN" sz="1800" dirty="0"/>
          </a:p>
          <a:p>
            <a:pPr lvl="1" indent="0">
              <a:buNone/>
            </a:pPr>
            <a:r>
              <a:rPr lang="zh-CN" altLang="en-US" sz="1600" dirty="0"/>
              <a:t>默认为</a:t>
            </a:r>
            <a:r>
              <a:rPr lang="en-US" altLang="zh-CN" sz="1600" dirty="0"/>
              <a:t>false</a:t>
            </a:r>
          </a:p>
          <a:p>
            <a:pPr lvl="1" indent="0">
              <a:buNone/>
            </a:pPr>
            <a:endParaRPr lang="en-US" altLang="zh-CN" sz="1600" dirty="0"/>
          </a:p>
        </p:txBody>
      </p:sp>
    </p:spTree>
    <p:extLst>
      <p:ext uri="{BB962C8B-B14F-4D97-AF65-F5344CB8AC3E}">
        <p14:creationId xmlns:p14="http://schemas.microsoft.com/office/powerpoint/2010/main" val="166855168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wipe(left)">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wipe(left)">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大模型调用</a:t>
            </a:r>
            <a:r>
              <a:rPr lang="en-US" altLang="zh-CN" dirty="0"/>
              <a:t>-</a:t>
            </a:r>
            <a:r>
              <a:rPr lang="zh-CN" altLang="en-US" dirty="0"/>
              <a:t>响应数据</a:t>
            </a:r>
          </a:p>
        </p:txBody>
      </p:sp>
      <p:sp>
        <p:nvSpPr>
          <p:cNvPr id="4" name="内容占位符 1">
            <a:extLst>
              <a:ext uri="{FF2B5EF4-FFF2-40B4-BE49-F238E27FC236}">
                <a16:creationId xmlns:a16="http://schemas.microsoft.com/office/drawing/2014/main" id="{D72EE7D0-607D-451D-9A23-E2825F29FF63}"/>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mn-ea"/>
                <a:ea typeface="阿里巴巴普惠体"/>
              </a:rPr>
              <a:t>在与大模型交互的过程中，大模型响应的数据是</a:t>
            </a:r>
            <a:r>
              <a:rPr lang="en-US" altLang="zh-CN" dirty="0">
                <a:solidFill>
                  <a:srgbClr val="262626"/>
                </a:solidFill>
                <a:latin typeface="+mn-ea"/>
                <a:ea typeface="阿里巴巴普惠体"/>
              </a:rPr>
              <a:t>json</a:t>
            </a:r>
            <a:r>
              <a:rPr lang="zh-CN" altLang="en-US" dirty="0">
                <a:solidFill>
                  <a:srgbClr val="262626"/>
                </a:solidFill>
                <a:latin typeface="+mn-ea"/>
                <a:ea typeface="阿里巴巴普惠体"/>
              </a:rPr>
              <a:t>格式的数据</a:t>
            </a:r>
            <a:endParaRPr lang="en-US" altLang="zh-CN" dirty="0">
              <a:solidFill>
                <a:srgbClr val="262626"/>
              </a:solidFill>
              <a:latin typeface="+mn-ea"/>
              <a:ea typeface="阿里巴巴普惠体"/>
            </a:endParaRPr>
          </a:p>
        </p:txBody>
      </p:sp>
      <p:pic>
        <p:nvPicPr>
          <p:cNvPr id="7" name="图片 6">
            <a:extLst>
              <a:ext uri="{FF2B5EF4-FFF2-40B4-BE49-F238E27FC236}">
                <a16:creationId xmlns:a16="http://schemas.microsoft.com/office/drawing/2014/main" id="{5E19CAB8-433A-478D-8AB3-C4B2A1F7D615}"/>
              </a:ext>
            </a:extLst>
          </p:cNvPr>
          <p:cNvPicPr>
            <a:picLocks noChangeAspect="1"/>
          </p:cNvPicPr>
          <p:nvPr/>
        </p:nvPicPr>
        <p:blipFill>
          <a:blip r:embed="rId2"/>
          <a:stretch>
            <a:fillRect/>
          </a:stretch>
        </p:blipFill>
        <p:spPr>
          <a:xfrm>
            <a:off x="716437" y="1506073"/>
            <a:ext cx="10663819" cy="5026435"/>
          </a:xfrm>
          <a:prstGeom prst="rect">
            <a:avLst/>
          </a:prstGeom>
          <a:ln w="6350">
            <a:solidFill>
              <a:schemeClr val="bg1">
                <a:lumMod val="75000"/>
              </a:schemeClr>
            </a:solidFill>
          </a:ln>
        </p:spPr>
      </p:pic>
    </p:spTree>
    <p:extLst>
      <p:ext uri="{BB962C8B-B14F-4D97-AF65-F5344CB8AC3E}">
        <p14:creationId xmlns:p14="http://schemas.microsoft.com/office/powerpoint/2010/main" val="317717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50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大模型调用</a:t>
            </a:r>
            <a:r>
              <a:rPr lang="en-US" altLang="zh-CN" dirty="0"/>
              <a:t>-</a:t>
            </a:r>
            <a:r>
              <a:rPr lang="zh-CN" altLang="en-US" dirty="0"/>
              <a:t>响应数据</a:t>
            </a:r>
          </a:p>
        </p:txBody>
      </p:sp>
      <p:sp>
        <p:nvSpPr>
          <p:cNvPr id="4" name="内容占位符 1">
            <a:extLst>
              <a:ext uri="{FF2B5EF4-FFF2-40B4-BE49-F238E27FC236}">
                <a16:creationId xmlns:a16="http://schemas.microsoft.com/office/drawing/2014/main" id="{D72EE7D0-607D-451D-9A23-E2825F29FF63}"/>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mn-ea"/>
                <a:ea typeface="阿里巴巴普惠体"/>
              </a:rPr>
              <a:t>在与大模型交互的过程中，大模型响应的数据是</a:t>
            </a:r>
            <a:r>
              <a:rPr lang="en-US" altLang="zh-CN" dirty="0">
                <a:solidFill>
                  <a:srgbClr val="262626"/>
                </a:solidFill>
                <a:latin typeface="+mn-ea"/>
                <a:ea typeface="阿里巴巴普惠体"/>
              </a:rPr>
              <a:t>json</a:t>
            </a:r>
            <a:r>
              <a:rPr lang="zh-CN" altLang="en-US" dirty="0">
                <a:solidFill>
                  <a:srgbClr val="262626"/>
                </a:solidFill>
                <a:latin typeface="+mn-ea"/>
                <a:ea typeface="阿里巴巴普惠体"/>
              </a:rPr>
              <a:t>格式的数据</a:t>
            </a:r>
            <a:endParaRPr lang="en-US" altLang="zh-CN" dirty="0">
              <a:solidFill>
                <a:srgbClr val="262626"/>
              </a:solidFill>
              <a:latin typeface="+mn-ea"/>
              <a:ea typeface="阿里巴巴普惠体"/>
            </a:endParaRPr>
          </a:p>
        </p:txBody>
      </p:sp>
      <p:grpSp>
        <p:nvGrpSpPr>
          <p:cNvPr id="7" name="组合 6">
            <a:extLst>
              <a:ext uri="{FF2B5EF4-FFF2-40B4-BE49-F238E27FC236}">
                <a16:creationId xmlns:a16="http://schemas.microsoft.com/office/drawing/2014/main" id="{1D605F71-C2A2-45DA-8AA6-5AC6DD8C4E86}"/>
              </a:ext>
            </a:extLst>
          </p:cNvPr>
          <p:cNvGrpSpPr/>
          <p:nvPr/>
        </p:nvGrpSpPr>
        <p:grpSpPr>
          <a:xfrm>
            <a:off x="697586" y="1444798"/>
            <a:ext cx="4458879" cy="5353325"/>
            <a:chOff x="697584" y="1444795"/>
            <a:chExt cx="4458878" cy="5353325"/>
          </a:xfrm>
        </p:grpSpPr>
        <p:sp>
          <p:nvSpPr>
            <p:cNvPr id="19" name="矩形 18">
              <a:extLst>
                <a:ext uri="{FF2B5EF4-FFF2-40B4-BE49-F238E27FC236}">
                  <a16:creationId xmlns:a16="http://schemas.microsoft.com/office/drawing/2014/main" id="{467D98DC-CA3A-400E-BB04-52547831D1FA}"/>
                </a:ext>
              </a:extLst>
            </p:cNvPr>
            <p:cNvSpPr/>
            <p:nvPr/>
          </p:nvSpPr>
          <p:spPr>
            <a:xfrm>
              <a:off x="697584" y="1506073"/>
              <a:ext cx="4458878" cy="5083264"/>
            </a:xfrm>
            <a:prstGeom prst="rect">
              <a:avLst/>
            </a:prstGeom>
            <a:ln>
              <a:solidFill>
                <a:srgbClr val="B9EDFE"/>
              </a:solidFill>
            </a:ln>
          </p:spPr>
          <p:style>
            <a:lnRef idx="1">
              <a:schemeClr val="accent5"/>
            </a:lnRef>
            <a:fillRef idx="2">
              <a:schemeClr val="accent5"/>
            </a:fillRef>
            <a:effectRef idx="1">
              <a:schemeClr val="accent5"/>
            </a:effectRef>
            <a:fontRef idx="minor">
              <a:schemeClr val="dk1"/>
            </a:fontRef>
          </p:style>
          <p:txBody>
            <a:bodyPr rtlCol="0" anchor="ctr"/>
            <a:lstStyle/>
            <a:p>
              <a:pPr algn="ctr">
                <a:defRPr/>
              </a:pPr>
              <a:endParaRPr lang="zh-CN" altLang="en-US" sz="2400">
                <a:solidFill>
                  <a:srgbClr val="2F2F2F"/>
                </a:solidFill>
                <a:latin typeface="Source Code Pro"/>
                <a:ea typeface="阿里巴巴普惠体"/>
              </a:endParaRPr>
            </a:p>
          </p:txBody>
        </p:sp>
        <p:sp>
          <p:nvSpPr>
            <p:cNvPr id="20" name="文本框 19">
              <a:extLst>
                <a:ext uri="{FF2B5EF4-FFF2-40B4-BE49-F238E27FC236}">
                  <a16:creationId xmlns:a16="http://schemas.microsoft.com/office/drawing/2014/main" id="{35712A4A-E3D3-4C03-A851-9FBD3BFC9D5D}"/>
                </a:ext>
              </a:extLst>
            </p:cNvPr>
            <p:cNvSpPr txBox="1"/>
            <p:nvPr/>
          </p:nvSpPr>
          <p:spPr>
            <a:xfrm>
              <a:off x="697584" y="1444795"/>
              <a:ext cx="4458878" cy="5353325"/>
            </a:xfrm>
            <a:prstGeom prst="rect">
              <a:avLst/>
            </a:prstGeom>
            <a:noFill/>
          </p:spPr>
          <p:txBody>
            <a:bodyPr wrap="square">
              <a:spAutoFit/>
            </a:bodyPr>
            <a:lstStyle/>
            <a:p>
              <a:pPr>
                <a:lnSpc>
                  <a:spcPct val="125000"/>
                </a:lnSpc>
                <a:defRPr/>
              </a:pP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"choices"</a:t>
              </a:r>
              <a:r>
                <a:rPr lang="en-US" altLang="zh-CN" sz="1200" dirty="0">
                  <a:solidFill>
                    <a:srgbClr val="000000"/>
                  </a:solidFill>
                  <a:latin typeface="Consolas" panose="020B0609020204030204" pitchFamily="49" charset="0"/>
                  <a:ea typeface="阿里巴巴普惠体"/>
                </a:rPr>
                <a:t>: [</a:t>
              </a:r>
            </a:p>
            <a:p>
              <a:pPr>
                <a:lnSpc>
                  <a:spcPct val="125000"/>
                </a:lnSpc>
                <a:defRPr/>
              </a:pPr>
              <a:r>
                <a:rPr lang="en-US" altLang="zh-CN" sz="1200" dirty="0">
                  <a:solidFill>
                    <a:srgbClr val="000000"/>
                  </a:solidFill>
                  <a:latin typeface="Consolas" panose="020B0609020204030204" pitchFamily="49" charset="0"/>
                  <a:ea typeface="阿里巴巴普惠体"/>
                </a:rPr>
                <a:t>        {</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"message"</a:t>
              </a:r>
              <a:r>
                <a:rPr lang="en-US" altLang="zh-CN" sz="1200" dirty="0">
                  <a:solidFill>
                    <a:srgbClr val="000000"/>
                  </a:solidFill>
                  <a:latin typeface="Consolas" panose="020B0609020204030204" pitchFamily="49" charset="0"/>
                  <a:ea typeface="阿里巴巴普惠体"/>
                </a:rPr>
                <a:t>: {</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"role"</a:t>
              </a:r>
              <a:r>
                <a:rPr lang="en-US" altLang="zh-CN" sz="1200" dirty="0">
                  <a:solidFill>
                    <a:srgbClr val="000000"/>
                  </a:solidFill>
                  <a:latin typeface="Consolas" panose="020B0609020204030204" pitchFamily="49" charset="0"/>
                  <a:ea typeface="阿里巴巴普惠体"/>
                </a:rPr>
                <a:t>: </a:t>
              </a:r>
              <a:r>
                <a:rPr lang="en-US" altLang="zh-CN" sz="1200" dirty="0">
                  <a:solidFill>
                    <a:srgbClr val="0451A5"/>
                  </a:solidFill>
                  <a:latin typeface="Consolas" panose="020B0609020204030204" pitchFamily="49" charset="0"/>
                  <a:ea typeface="阿里巴巴普惠体"/>
                </a:rPr>
                <a:t>"assistant"</a:t>
              </a: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“content”</a:t>
              </a:r>
              <a:r>
                <a:rPr lang="en-US" altLang="zh-CN" sz="1200" dirty="0">
                  <a:solidFill>
                    <a:srgbClr val="000000"/>
                  </a:solidFill>
                  <a:latin typeface="Consolas" panose="020B0609020204030204" pitchFamily="49" charset="0"/>
                  <a:ea typeface="阿里巴巴普惠体"/>
                </a:rPr>
                <a:t>: </a:t>
              </a:r>
              <a:r>
                <a:rPr lang="en-US" altLang="zh-CN" sz="1200" dirty="0">
                  <a:solidFill>
                    <a:srgbClr val="0451A5"/>
                  </a:solidFill>
                  <a:latin typeface="Consolas" panose="020B0609020204030204" pitchFamily="49" charset="0"/>
                  <a:ea typeface="阿里巴巴普惠体"/>
                </a:rPr>
                <a:t>“</a:t>
              </a:r>
              <a:r>
                <a:rPr lang="zh-CN" altLang="en-US" sz="1200" dirty="0">
                  <a:solidFill>
                    <a:srgbClr val="0451A5"/>
                  </a:solidFill>
                  <a:latin typeface="Consolas" panose="020B0609020204030204" pitchFamily="49" charset="0"/>
                  <a:ea typeface="阿里巴巴普惠体"/>
                </a:rPr>
                <a:t>我是通义千问，阿里巴巴</a:t>
              </a:r>
              <a:r>
                <a:rPr lang="en-US" altLang="zh-CN" sz="1200" dirty="0">
                  <a:solidFill>
                    <a:srgbClr val="0451A5"/>
                  </a:solidFill>
                  <a:latin typeface="Consolas" panose="020B0609020204030204" pitchFamily="49" charset="0"/>
                  <a:ea typeface="阿里巴巴普惠体"/>
                </a:rPr>
                <a:t>…"</a:t>
              </a:r>
              <a:endParaRPr lang="zh-CN" altLang="en-US" sz="1200" dirty="0">
                <a:solidFill>
                  <a:srgbClr val="000000"/>
                </a:solidFill>
                <a:latin typeface="Consolas" panose="020B0609020204030204" pitchFamily="49" charset="0"/>
                <a:ea typeface="阿里巴巴普惠体"/>
              </a:endParaRPr>
            </a:p>
            <a:p>
              <a:pPr>
                <a:lnSpc>
                  <a:spcPct val="125000"/>
                </a:lnSpc>
                <a:defRPr/>
              </a:pPr>
              <a:r>
                <a:rPr lang="zh-CN" altLang="en-US" sz="1200" dirty="0">
                  <a:solidFill>
                    <a:srgbClr val="000000"/>
                  </a:solidFill>
                  <a:latin typeface="Consolas" panose="020B0609020204030204" pitchFamily="49" charset="0"/>
                  <a:ea typeface="阿里巴巴普惠体"/>
                </a:rPr>
                <a:t>            </a:t>
              </a: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a:t>
              </a:r>
              <a:r>
                <a:rPr lang="en-US" altLang="zh-CN" sz="1200" dirty="0" err="1">
                  <a:solidFill>
                    <a:srgbClr val="A31515"/>
                  </a:solidFill>
                  <a:latin typeface="Consolas" panose="020B0609020204030204" pitchFamily="49" charset="0"/>
                  <a:ea typeface="阿里巴巴普惠体"/>
                </a:rPr>
                <a:t>finish_reason</a:t>
              </a:r>
              <a:r>
                <a:rPr lang="en-US" altLang="zh-CN" sz="1200" dirty="0">
                  <a:solidFill>
                    <a:srgbClr val="A31515"/>
                  </a:solidFill>
                  <a:latin typeface="Consolas" panose="020B0609020204030204" pitchFamily="49" charset="0"/>
                  <a:ea typeface="阿里巴巴普惠体"/>
                </a:rPr>
                <a:t>"</a:t>
              </a:r>
              <a:r>
                <a:rPr lang="en-US" altLang="zh-CN" sz="1200" dirty="0">
                  <a:solidFill>
                    <a:srgbClr val="000000"/>
                  </a:solidFill>
                  <a:latin typeface="Consolas" panose="020B0609020204030204" pitchFamily="49" charset="0"/>
                  <a:ea typeface="阿里巴巴普惠体"/>
                </a:rPr>
                <a:t>: </a:t>
              </a:r>
              <a:r>
                <a:rPr lang="en-US" altLang="zh-CN" sz="1200" dirty="0">
                  <a:solidFill>
                    <a:srgbClr val="0451A5"/>
                  </a:solidFill>
                  <a:latin typeface="Consolas" panose="020B0609020204030204" pitchFamily="49" charset="0"/>
                  <a:ea typeface="阿里巴巴普惠体"/>
                </a:rPr>
                <a:t>"stop"</a:t>
              </a: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"index"</a:t>
              </a:r>
              <a:r>
                <a:rPr lang="en-US" altLang="zh-CN" sz="1200" dirty="0">
                  <a:solidFill>
                    <a:srgbClr val="000000"/>
                  </a:solidFill>
                  <a:latin typeface="Consolas" panose="020B0609020204030204" pitchFamily="49" charset="0"/>
                  <a:ea typeface="阿里巴巴普惠体"/>
                </a:rPr>
                <a:t>: </a:t>
              </a:r>
              <a:r>
                <a:rPr lang="en-US" altLang="zh-CN" sz="1200" dirty="0">
                  <a:solidFill>
                    <a:srgbClr val="098658"/>
                  </a:solidFill>
                  <a:latin typeface="Consolas" panose="020B0609020204030204" pitchFamily="49" charset="0"/>
                  <a:ea typeface="阿里巴巴普惠体"/>
                </a:rPr>
                <a:t>0</a:t>
              </a:r>
            </a:p>
            <a:p>
              <a:pPr>
                <a:lnSpc>
                  <a:spcPct val="125000"/>
                </a:lnSpc>
                <a:defRPr/>
              </a:pPr>
              <a:r>
                <a:rPr lang="en-US" altLang="zh-CN" sz="1200" dirty="0">
                  <a:solidFill>
                    <a:srgbClr val="000000"/>
                  </a:solidFill>
                  <a:latin typeface="Consolas" panose="020B0609020204030204" pitchFamily="49" charset="0"/>
                  <a:ea typeface="阿里巴巴普惠体"/>
                </a:rPr>
                <a:t>        }</a:t>
              </a:r>
            </a:p>
            <a:p>
              <a:pPr>
                <a:lnSpc>
                  <a:spcPct val="125000"/>
                </a:lnSpc>
                <a:defRPr/>
              </a:pPr>
              <a:r>
                <a:rPr lang="en-US" altLang="zh-CN" sz="1200" dirty="0">
                  <a:solidFill>
                    <a:srgbClr val="000000"/>
                  </a:solidFill>
                  <a:latin typeface="Consolas" panose="020B0609020204030204" pitchFamily="49" charset="0"/>
                  <a:ea typeface="阿里巴巴普惠体"/>
                </a:rPr>
                <a:t>    ],</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"object"</a:t>
              </a:r>
              <a:r>
                <a:rPr lang="en-US" altLang="zh-CN" sz="1200" dirty="0">
                  <a:solidFill>
                    <a:srgbClr val="000000"/>
                  </a:solidFill>
                  <a:latin typeface="Consolas" panose="020B0609020204030204" pitchFamily="49" charset="0"/>
                  <a:ea typeface="阿里巴巴普惠体"/>
                </a:rPr>
                <a:t>: </a:t>
              </a:r>
              <a:r>
                <a:rPr lang="en-US" altLang="zh-CN" sz="1200" dirty="0">
                  <a:solidFill>
                    <a:srgbClr val="0451A5"/>
                  </a:solidFill>
                  <a:latin typeface="Consolas" panose="020B0609020204030204" pitchFamily="49" charset="0"/>
                  <a:ea typeface="阿里巴巴普惠体"/>
                </a:rPr>
                <a:t>"</a:t>
              </a:r>
              <a:r>
                <a:rPr lang="en-US" altLang="zh-CN" sz="1200" dirty="0" err="1">
                  <a:solidFill>
                    <a:srgbClr val="0451A5"/>
                  </a:solidFill>
                  <a:latin typeface="Consolas" panose="020B0609020204030204" pitchFamily="49" charset="0"/>
                  <a:ea typeface="阿里巴巴普惠体"/>
                </a:rPr>
                <a:t>chat.completion</a:t>
              </a:r>
              <a:r>
                <a:rPr lang="en-US" altLang="zh-CN" sz="1200" dirty="0">
                  <a:solidFill>
                    <a:srgbClr val="0451A5"/>
                  </a:solidFill>
                  <a:latin typeface="Consolas" panose="020B0609020204030204" pitchFamily="49" charset="0"/>
                  <a:ea typeface="阿里巴巴普惠体"/>
                </a:rPr>
                <a:t>"</a:t>
              </a: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"usage"</a:t>
              </a:r>
              <a:r>
                <a:rPr lang="en-US" altLang="zh-CN" sz="1200" dirty="0">
                  <a:solidFill>
                    <a:srgbClr val="000000"/>
                  </a:solidFill>
                  <a:latin typeface="Consolas" panose="020B0609020204030204" pitchFamily="49" charset="0"/>
                  <a:ea typeface="阿里巴巴普惠体"/>
                </a:rPr>
                <a:t>: {</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a:t>
              </a:r>
              <a:r>
                <a:rPr lang="en-US" altLang="zh-CN" sz="1200" dirty="0" err="1">
                  <a:solidFill>
                    <a:srgbClr val="A31515"/>
                  </a:solidFill>
                  <a:latin typeface="Consolas" panose="020B0609020204030204" pitchFamily="49" charset="0"/>
                  <a:ea typeface="阿里巴巴普惠体"/>
                </a:rPr>
                <a:t>prompt_tokens</a:t>
              </a:r>
              <a:r>
                <a:rPr lang="en-US" altLang="zh-CN" sz="1200" dirty="0">
                  <a:solidFill>
                    <a:srgbClr val="A31515"/>
                  </a:solidFill>
                  <a:latin typeface="Consolas" panose="020B0609020204030204" pitchFamily="49" charset="0"/>
                  <a:ea typeface="阿里巴巴普惠体"/>
                </a:rPr>
                <a:t>"</a:t>
              </a:r>
              <a:r>
                <a:rPr lang="en-US" altLang="zh-CN" sz="1200" dirty="0">
                  <a:solidFill>
                    <a:srgbClr val="000000"/>
                  </a:solidFill>
                  <a:latin typeface="Consolas" panose="020B0609020204030204" pitchFamily="49" charset="0"/>
                  <a:ea typeface="阿里巴巴普惠体"/>
                </a:rPr>
                <a:t>: </a:t>
              </a:r>
              <a:r>
                <a:rPr lang="en-US" altLang="zh-CN" sz="1200" dirty="0">
                  <a:solidFill>
                    <a:srgbClr val="098658"/>
                  </a:solidFill>
                  <a:latin typeface="Consolas" panose="020B0609020204030204" pitchFamily="49" charset="0"/>
                  <a:ea typeface="阿里巴巴普惠体"/>
                </a:rPr>
                <a:t>22</a:t>
              </a: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a:t>
              </a:r>
              <a:r>
                <a:rPr lang="en-US" altLang="zh-CN" sz="1200" dirty="0" err="1">
                  <a:solidFill>
                    <a:srgbClr val="A31515"/>
                  </a:solidFill>
                  <a:latin typeface="Consolas" panose="020B0609020204030204" pitchFamily="49" charset="0"/>
                  <a:ea typeface="阿里巴巴普惠体"/>
                </a:rPr>
                <a:t>completion_tokens</a:t>
              </a:r>
              <a:r>
                <a:rPr lang="en-US" altLang="zh-CN" sz="1200" dirty="0">
                  <a:solidFill>
                    <a:srgbClr val="A31515"/>
                  </a:solidFill>
                  <a:latin typeface="Consolas" panose="020B0609020204030204" pitchFamily="49" charset="0"/>
                  <a:ea typeface="阿里巴巴普惠体"/>
                </a:rPr>
                <a:t>"</a:t>
              </a:r>
              <a:r>
                <a:rPr lang="en-US" altLang="zh-CN" sz="1200" dirty="0">
                  <a:solidFill>
                    <a:srgbClr val="000000"/>
                  </a:solidFill>
                  <a:latin typeface="Consolas" panose="020B0609020204030204" pitchFamily="49" charset="0"/>
                  <a:ea typeface="阿里巴巴普惠体"/>
                </a:rPr>
                <a:t>: </a:t>
              </a:r>
              <a:r>
                <a:rPr lang="en-US" altLang="zh-CN" sz="1200" dirty="0">
                  <a:solidFill>
                    <a:srgbClr val="098658"/>
                  </a:solidFill>
                  <a:latin typeface="Consolas" panose="020B0609020204030204" pitchFamily="49" charset="0"/>
                  <a:ea typeface="阿里巴巴普惠体"/>
                </a:rPr>
                <a:t>80</a:t>
              </a: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a:t>
              </a:r>
              <a:r>
                <a:rPr lang="en-US" altLang="zh-CN" sz="1200" dirty="0" err="1">
                  <a:solidFill>
                    <a:srgbClr val="A31515"/>
                  </a:solidFill>
                  <a:latin typeface="Consolas" panose="020B0609020204030204" pitchFamily="49" charset="0"/>
                  <a:ea typeface="阿里巴巴普惠体"/>
                </a:rPr>
                <a:t>total_tokens</a:t>
              </a:r>
              <a:r>
                <a:rPr lang="en-US" altLang="zh-CN" sz="1200" dirty="0">
                  <a:solidFill>
                    <a:srgbClr val="A31515"/>
                  </a:solidFill>
                  <a:latin typeface="Consolas" panose="020B0609020204030204" pitchFamily="49" charset="0"/>
                  <a:ea typeface="阿里巴巴普惠体"/>
                </a:rPr>
                <a:t>"</a:t>
              </a:r>
              <a:r>
                <a:rPr lang="en-US" altLang="zh-CN" sz="1200" dirty="0">
                  <a:solidFill>
                    <a:srgbClr val="000000"/>
                  </a:solidFill>
                  <a:latin typeface="Consolas" panose="020B0609020204030204" pitchFamily="49" charset="0"/>
                  <a:ea typeface="阿里巴巴普惠体"/>
                </a:rPr>
                <a:t>: </a:t>
              </a:r>
              <a:r>
                <a:rPr lang="en-US" altLang="zh-CN" sz="1200" dirty="0">
                  <a:solidFill>
                    <a:srgbClr val="098658"/>
                  </a:solidFill>
                  <a:latin typeface="Consolas" panose="020B0609020204030204" pitchFamily="49" charset="0"/>
                  <a:ea typeface="阿里巴巴普惠体"/>
                </a:rPr>
                <a:t>102</a:t>
              </a:r>
              <a:r>
                <a:rPr lang="en-US" altLang="zh-CN" sz="1200" dirty="0">
                  <a:solidFill>
                    <a:srgbClr val="000000"/>
                  </a:solidFill>
                  <a:latin typeface="Consolas" panose="020B0609020204030204" pitchFamily="49" charset="0"/>
                  <a:ea typeface="阿里巴巴普惠体"/>
                </a:rPr>
                <a:t>, </a:t>
              </a:r>
            </a:p>
            <a:p>
              <a:pPr>
                <a:lnSpc>
                  <a:spcPct val="125000"/>
                </a:lnSpc>
                <a:defRPr/>
              </a:pPr>
              <a:r>
                <a:rPr lang="en-US" altLang="zh-CN" sz="1200" dirty="0">
                  <a:solidFill>
                    <a:srgbClr val="000000"/>
                  </a:solidFill>
                  <a:latin typeface="Consolas" panose="020B0609020204030204" pitchFamily="49" charset="0"/>
                  <a:ea typeface="阿里巴巴普惠体"/>
                </a:rPr>
                <a:t>    },</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"created"</a:t>
              </a:r>
              <a:r>
                <a:rPr lang="en-US" altLang="zh-CN" sz="1200" dirty="0">
                  <a:solidFill>
                    <a:srgbClr val="000000"/>
                  </a:solidFill>
                  <a:latin typeface="Consolas" panose="020B0609020204030204" pitchFamily="49" charset="0"/>
                  <a:ea typeface="阿里巴巴普惠体"/>
                </a:rPr>
                <a:t>: </a:t>
              </a:r>
              <a:r>
                <a:rPr lang="en-US" altLang="zh-CN" sz="1200" dirty="0">
                  <a:solidFill>
                    <a:srgbClr val="098658"/>
                  </a:solidFill>
                  <a:latin typeface="Consolas" panose="020B0609020204030204" pitchFamily="49" charset="0"/>
                  <a:ea typeface="阿里巴巴普惠体"/>
                </a:rPr>
                <a:t>1748068508</a:t>
              </a: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a:t>
              </a:r>
              <a:r>
                <a:rPr lang="en-US" altLang="zh-CN" sz="1200" dirty="0" err="1">
                  <a:solidFill>
                    <a:srgbClr val="A31515"/>
                  </a:solidFill>
                  <a:latin typeface="Consolas" panose="020B0609020204030204" pitchFamily="49" charset="0"/>
                  <a:ea typeface="阿里巴巴普惠体"/>
                </a:rPr>
                <a:t>system_fingerprint</a:t>
              </a:r>
              <a:r>
                <a:rPr lang="en-US" altLang="zh-CN" sz="1200" dirty="0">
                  <a:solidFill>
                    <a:srgbClr val="A31515"/>
                  </a:solidFill>
                  <a:latin typeface="Consolas" panose="020B0609020204030204" pitchFamily="49" charset="0"/>
                  <a:ea typeface="阿里巴巴普惠体"/>
                </a:rPr>
                <a:t>"</a:t>
              </a:r>
              <a:r>
                <a:rPr lang="en-US" altLang="zh-CN" sz="1200" dirty="0">
                  <a:solidFill>
                    <a:srgbClr val="000000"/>
                  </a:solidFill>
                  <a:latin typeface="Consolas" panose="020B0609020204030204" pitchFamily="49" charset="0"/>
                  <a:ea typeface="阿里巴巴普惠体"/>
                </a:rPr>
                <a:t>: </a:t>
              </a:r>
              <a:r>
                <a:rPr lang="en-US" altLang="zh-CN" sz="1200" dirty="0">
                  <a:solidFill>
                    <a:srgbClr val="0451A5"/>
                  </a:solidFill>
                  <a:latin typeface="Consolas" panose="020B0609020204030204" pitchFamily="49" charset="0"/>
                  <a:ea typeface="阿里巴巴普惠体"/>
                </a:rPr>
                <a:t>null</a:t>
              </a: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"model"</a:t>
              </a:r>
              <a:r>
                <a:rPr lang="en-US" altLang="zh-CN" sz="1200" dirty="0">
                  <a:solidFill>
                    <a:srgbClr val="000000"/>
                  </a:solidFill>
                  <a:latin typeface="Consolas" panose="020B0609020204030204" pitchFamily="49" charset="0"/>
                  <a:ea typeface="阿里巴巴普惠体"/>
                </a:rPr>
                <a:t>: </a:t>
              </a:r>
              <a:r>
                <a:rPr lang="en-US" altLang="zh-CN" sz="1200" dirty="0">
                  <a:solidFill>
                    <a:srgbClr val="0451A5"/>
                  </a:solidFill>
                  <a:latin typeface="Consolas" panose="020B0609020204030204" pitchFamily="49" charset="0"/>
                  <a:ea typeface="阿里巴巴普惠体"/>
                </a:rPr>
                <a:t>"</a:t>
              </a:r>
              <a:r>
                <a:rPr lang="en-US" altLang="zh-CN" sz="1200" dirty="0" err="1">
                  <a:solidFill>
                    <a:srgbClr val="0451A5"/>
                  </a:solidFill>
                  <a:latin typeface="Consolas" panose="020B0609020204030204" pitchFamily="49" charset="0"/>
                  <a:ea typeface="阿里巴巴普惠体"/>
                </a:rPr>
                <a:t>qwen</a:t>
              </a:r>
              <a:r>
                <a:rPr lang="en-US" altLang="zh-CN" sz="1200" dirty="0">
                  <a:solidFill>
                    <a:srgbClr val="0451A5"/>
                  </a:solidFill>
                  <a:latin typeface="Consolas" panose="020B0609020204030204" pitchFamily="49" charset="0"/>
                  <a:ea typeface="阿里巴巴普惠体"/>
                </a:rPr>
                <a:t>-plus"</a:t>
              </a:r>
              <a:r>
                <a:rPr lang="en-US" altLang="zh-CN" sz="1200" dirty="0">
                  <a:solidFill>
                    <a:srgbClr val="000000"/>
                  </a:solidFill>
                  <a:latin typeface="Consolas" panose="020B0609020204030204" pitchFamily="49" charset="0"/>
                  <a:ea typeface="阿里巴巴普惠体"/>
                </a:rPr>
                <a:t>,</a:t>
              </a:r>
            </a:p>
            <a:p>
              <a:pPr>
                <a:lnSpc>
                  <a:spcPct val="125000"/>
                </a:lnSpc>
                <a:defRPr/>
              </a:pPr>
              <a:r>
                <a:rPr lang="en-US" altLang="zh-CN" sz="1200" dirty="0">
                  <a:solidFill>
                    <a:srgbClr val="000000"/>
                  </a:solidFill>
                  <a:latin typeface="Consolas" panose="020B0609020204030204" pitchFamily="49" charset="0"/>
                  <a:ea typeface="阿里巴巴普惠体"/>
                </a:rPr>
                <a:t>    </a:t>
              </a:r>
              <a:r>
                <a:rPr lang="en-US" altLang="zh-CN" sz="1200" dirty="0">
                  <a:solidFill>
                    <a:srgbClr val="A31515"/>
                  </a:solidFill>
                  <a:latin typeface="Consolas" panose="020B0609020204030204" pitchFamily="49" charset="0"/>
                  <a:ea typeface="阿里巴巴普惠体"/>
                </a:rPr>
                <a:t>"id"</a:t>
              </a:r>
              <a:r>
                <a:rPr lang="en-US" altLang="zh-CN" sz="1200" dirty="0">
                  <a:solidFill>
                    <a:srgbClr val="000000"/>
                  </a:solidFill>
                  <a:latin typeface="Consolas" panose="020B0609020204030204" pitchFamily="49" charset="0"/>
                  <a:ea typeface="阿里巴巴普惠体"/>
                </a:rPr>
                <a:t>: </a:t>
              </a:r>
              <a:r>
                <a:rPr lang="en-US" altLang="zh-CN" sz="1200" dirty="0">
                  <a:solidFill>
                    <a:srgbClr val="0451A5"/>
                  </a:solidFill>
                  <a:latin typeface="Consolas" panose="020B0609020204030204" pitchFamily="49" charset="0"/>
                  <a:ea typeface="阿里巴巴普惠体"/>
                </a:rPr>
                <a:t>"chatcmpl-99f8d040-0f49-955b-943a-21c83"</a:t>
              </a:r>
              <a:endParaRPr lang="en-US" altLang="zh-CN" sz="1200" dirty="0">
                <a:solidFill>
                  <a:srgbClr val="000000"/>
                </a:solidFill>
                <a:latin typeface="Consolas" panose="020B0609020204030204" pitchFamily="49" charset="0"/>
                <a:ea typeface="阿里巴巴普惠体"/>
              </a:endParaRPr>
            </a:p>
            <a:p>
              <a:pPr>
                <a:lnSpc>
                  <a:spcPct val="125000"/>
                </a:lnSpc>
                <a:defRPr/>
              </a:pPr>
              <a:r>
                <a:rPr lang="en-US" altLang="zh-CN" sz="1200" dirty="0">
                  <a:solidFill>
                    <a:srgbClr val="000000"/>
                  </a:solidFill>
                  <a:latin typeface="Consolas" panose="020B0609020204030204" pitchFamily="49" charset="0"/>
                  <a:ea typeface="阿里巴巴普惠体"/>
                </a:rPr>
                <a:t>}</a:t>
              </a:r>
            </a:p>
          </p:txBody>
        </p:sp>
      </p:grpSp>
      <p:sp>
        <p:nvSpPr>
          <p:cNvPr id="21" name="矩形 20">
            <a:extLst>
              <a:ext uri="{FF2B5EF4-FFF2-40B4-BE49-F238E27FC236}">
                <a16:creationId xmlns:a16="http://schemas.microsoft.com/office/drawing/2014/main" id="{D11D9C87-6490-4D03-98AC-04C0FF89DD72}"/>
              </a:ext>
            </a:extLst>
          </p:cNvPr>
          <p:cNvSpPr/>
          <p:nvPr/>
        </p:nvSpPr>
        <p:spPr>
          <a:xfrm>
            <a:off x="5121111" y="1506072"/>
            <a:ext cx="6260183" cy="5083264"/>
          </a:xfrm>
          <a:prstGeom prst="rect">
            <a:avLst/>
          </a:prstGeom>
          <a:ln>
            <a:solidFill>
              <a:srgbClr val="C8B4F2"/>
            </a:solidFill>
          </a:ln>
        </p:spPr>
        <p:style>
          <a:lnRef idx="1">
            <a:schemeClr val="accent2"/>
          </a:lnRef>
          <a:fillRef idx="2">
            <a:schemeClr val="accent2"/>
          </a:fillRef>
          <a:effectRef idx="1">
            <a:schemeClr val="accent2"/>
          </a:effectRef>
          <a:fontRef idx="minor">
            <a:schemeClr val="dk1"/>
          </a:fontRef>
        </p:style>
        <p:txBody>
          <a:bodyPr rtlCol="0" anchor="ctr"/>
          <a:lstStyle/>
          <a:p>
            <a:pPr>
              <a:defRPr/>
            </a:pPr>
            <a:endParaRPr lang="zh-CN" altLang="en-US" sz="2400" dirty="0">
              <a:solidFill>
                <a:srgbClr val="2F2F2F"/>
              </a:solidFill>
              <a:latin typeface="Source Code Pro"/>
              <a:ea typeface="阿里巴巴普惠体"/>
            </a:endParaRPr>
          </a:p>
        </p:txBody>
      </p:sp>
      <p:sp>
        <p:nvSpPr>
          <p:cNvPr id="22" name="文本框 21">
            <a:extLst>
              <a:ext uri="{FF2B5EF4-FFF2-40B4-BE49-F238E27FC236}">
                <a16:creationId xmlns:a16="http://schemas.microsoft.com/office/drawing/2014/main" id="{D2CD5A2C-5D2E-4235-B792-E1D6E2A635A4}"/>
              </a:ext>
            </a:extLst>
          </p:cNvPr>
          <p:cNvSpPr txBox="1"/>
          <p:nvPr/>
        </p:nvSpPr>
        <p:spPr>
          <a:xfrm>
            <a:off x="5121111" y="1575885"/>
            <a:ext cx="6455613" cy="1107739"/>
          </a:xfrm>
          <a:prstGeom prst="rect">
            <a:avLst/>
          </a:prstGeom>
          <a:noFill/>
        </p:spPr>
        <p:txBody>
          <a:bodyPr wrap="none" rtlCol="0">
            <a:spAutoFit/>
          </a:bodyPr>
          <a:lstStyle/>
          <a:p>
            <a:pPr>
              <a:lnSpc>
                <a:spcPct val="120000"/>
              </a:lnSpc>
              <a:defRPr/>
            </a:pPr>
            <a:r>
              <a:rPr lang="en-US" altLang="zh-CN" sz="1400" dirty="0">
                <a:solidFill>
                  <a:srgbClr val="FFFFFF"/>
                </a:solidFill>
                <a:latin typeface="Source Code Pro"/>
                <a:ea typeface="阿里巴巴普惠体"/>
              </a:rPr>
              <a:t>choices: </a:t>
            </a:r>
            <a:r>
              <a:rPr lang="zh-CN" altLang="en-US" sz="1400" dirty="0">
                <a:solidFill>
                  <a:srgbClr val="FFFFFF"/>
                </a:solidFill>
                <a:latin typeface="Source Code Pro"/>
                <a:ea typeface="阿里巴巴普惠体"/>
              </a:rPr>
              <a:t>模型生成的内容数组，可以包含一条或多条内容</a:t>
            </a:r>
            <a:endParaRPr lang="en-US" altLang="zh-CN" sz="1400" dirty="0">
              <a:solidFill>
                <a:srgbClr val="FFFFFF"/>
              </a:solidFill>
              <a:latin typeface="Source Code Pro"/>
              <a:ea typeface="阿里巴巴普惠体"/>
            </a:endParaRPr>
          </a:p>
          <a:p>
            <a:pPr>
              <a:lnSpc>
                <a:spcPct val="120000"/>
              </a:lnSpc>
              <a:defRPr/>
            </a:pPr>
            <a:r>
              <a:rPr lang="en-US" altLang="zh-CN" sz="1400" dirty="0">
                <a:solidFill>
                  <a:srgbClr val="FFFFFF"/>
                </a:solidFill>
                <a:latin typeface="Source Code Pro"/>
                <a:ea typeface="阿里巴巴普惠体"/>
              </a:rPr>
              <a:t>         - message: </a:t>
            </a:r>
            <a:r>
              <a:rPr lang="zh-CN" altLang="en-US" sz="1400" dirty="0">
                <a:solidFill>
                  <a:srgbClr val="FFFFFF"/>
                </a:solidFill>
                <a:latin typeface="Source Code Pro"/>
                <a:ea typeface="阿里巴巴普惠体"/>
              </a:rPr>
              <a:t>本次调用模型输出的消息</a:t>
            </a:r>
            <a:endParaRPr lang="en-US" altLang="zh-CN" sz="1400" dirty="0">
              <a:solidFill>
                <a:srgbClr val="FFFFFF"/>
              </a:solidFill>
              <a:latin typeface="Source Code Pro"/>
              <a:ea typeface="阿里巴巴普惠体"/>
            </a:endParaRPr>
          </a:p>
          <a:p>
            <a:pPr>
              <a:lnSpc>
                <a:spcPct val="120000"/>
              </a:lnSpc>
              <a:defRPr/>
            </a:pPr>
            <a:r>
              <a:rPr lang="en-US" altLang="zh-CN" sz="1400" dirty="0">
                <a:solidFill>
                  <a:srgbClr val="FFFFFF"/>
                </a:solidFill>
                <a:latin typeface="Source Code Pro"/>
                <a:ea typeface="阿里巴巴普惠体"/>
              </a:rPr>
              <a:t>         - </a:t>
            </a:r>
            <a:r>
              <a:rPr lang="en-US" altLang="zh-CN" sz="1400" dirty="0" err="1">
                <a:solidFill>
                  <a:srgbClr val="FFFFFF"/>
                </a:solidFill>
                <a:latin typeface="Source Code Pro"/>
                <a:ea typeface="阿里巴巴普惠体"/>
              </a:rPr>
              <a:t>finish_reason</a:t>
            </a:r>
            <a:r>
              <a:rPr lang="en-US" altLang="zh-CN" sz="1400" dirty="0">
                <a:solidFill>
                  <a:srgbClr val="FFFFFF"/>
                </a:solidFill>
                <a:latin typeface="Source Code Pro"/>
                <a:ea typeface="阿里巴巴普惠体"/>
              </a:rPr>
              <a:t>: </a:t>
            </a:r>
            <a:r>
              <a:rPr lang="zh-CN" altLang="en-US" sz="1400" dirty="0">
                <a:solidFill>
                  <a:srgbClr val="FFFFFF"/>
                </a:solidFill>
                <a:latin typeface="Source Code Pro"/>
                <a:ea typeface="阿里巴巴普惠体"/>
              </a:rPr>
              <a:t>自然结束</a:t>
            </a:r>
            <a:r>
              <a:rPr lang="en-US" altLang="zh-CN" sz="1400" dirty="0">
                <a:solidFill>
                  <a:srgbClr val="FFFFFF"/>
                </a:solidFill>
                <a:latin typeface="Source Code Pro"/>
                <a:ea typeface="阿里巴巴普惠体"/>
              </a:rPr>
              <a:t>(stop)</a:t>
            </a:r>
            <a:r>
              <a:rPr lang="zh-CN" altLang="en-US" sz="1400" dirty="0">
                <a:solidFill>
                  <a:srgbClr val="FFFFFF"/>
                </a:solidFill>
                <a:latin typeface="Source Code Pro"/>
                <a:ea typeface="阿里巴巴普惠体"/>
              </a:rPr>
              <a:t>，生成内容过长</a:t>
            </a:r>
            <a:r>
              <a:rPr lang="en-US" altLang="zh-CN" sz="1400" dirty="0">
                <a:solidFill>
                  <a:srgbClr val="FFFFFF"/>
                </a:solidFill>
                <a:latin typeface="Source Code Pro"/>
                <a:ea typeface="阿里巴巴普惠体"/>
              </a:rPr>
              <a:t>(length)</a:t>
            </a:r>
          </a:p>
          <a:p>
            <a:pPr>
              <a:lnSpc>
                <a:spcPct val="120000"/>
              </a:lnSpc>
              <a:defRPr/>
            </a:pPr>
            <a:r>
              <a:rPr lang="en-US" altLang="zh-CN" sz="1400" dirty="0">
                <a:solidFill>
                  <a:srgbClr val="FFFFFF"/>
                </a:solidFill>
                <a:latin typeface="Source Code Pro"/>
                <a:ea typeface="阿里巴巴普惠体"/>
              </a:rPr>
              <a:t>         - index: </a:t>
            </a:r>
            <a:r>
              <a:rPr lang="zh-CN" altLang="en-US" sz="1400" dirty="0">
                <a:solidFill>
                  <a:srgbClr val="FFFFFF"/>
                </a:solidFill>
                <a:latin typeface="Source Code Pro"/>
                <a:ea typeface="阿里巴巴普惠体"/>
              </a:rPr>
              <a:t>当前内容在</a:t>
            </a:r>
            <a:r>
              <a:rPr lang="en-US" altLang="zh-CN" sz="1400" dirty="0">
                <a:solidFill>
                  <a:srgbClr val="FFFFFF"/>
                </a:solidFill>
                <a:latin typeface="Source Code Pro"/>
                <a:ea typeface="阿里巴巴普惠体"/>
              </a:rPr>
              <a:t>choices</a:t>
            </a:r>
            <a:r>
              <a:rPr lang="zh-CN" altLang="en-US" sz="1400" dirty="0">
                <a:solidFill>
                  <a:srgbClr val="FFFFFF"/>
                </a:solidFill>
                <a:latin typeface="Source Code Pro"/>
                <a:ea typeface="阿里巴巴普惠体"/>
              </a:rPr>
              <a:t>数组中的索引</a:t>
            </a:r>
          </a:p>
        </p:txBody>
      </p:sp>
      <p:sp>
        <p:nvSpPr>
          <p:cNvPr id="23" name="文本框 22">
            <a:extLst>
              <a:ext uri="{FF2B5EF4-FFF2-40B4-BE49-F238E27FC236}">
                <a16:creationId xmlns:a16="http://schemas.microsoft.com/office/drawing/2014/main" id="{BB9088FC-3BBC-430E-B1FF-DE01ED1155C6}"/>
              </a:ext>
            </a:extLst>
          </p:cNvPr>
          <p:cNvSpPr txBox="1"/>
          <p:nvPr/>
        </p:nvSpPr>
        <p:spPr>
          <a:xfrm>
            <a:off x="5121111" y="2797879"/>
            <a:ext cx="4126451" cy="332142"/>
          </a:xfrm>
          <a:prstGeom prst="rect">
            <a:avLst/>
          </a:prstGeom>
          <a:noFill/>
        </p:spPr>
        <p:txBody>
          <a:bodyPr wrap="none" rtlCol="0">
            <a:spAutoFit/>
          </a:bodyPr>
          <a:lstStyle/>
          <a:p>
            <a:pPr>
              <a:lnSpc>
                <a:spcPct val="120000"/>
              </a:lnSpc>
              <a:defRPr/>
            </a:pPr>
            <a:r>
              <a:rPr lang="en-US" altLang="zh-CN" sz="1400" dirty="0">
                <a:solidFill>
                  <a:srgbClr val="FFFFFF"/>
                </a:solidFill>
                <a:latin typeface="Source Code Pro"/>
                <a:ea typeface="阿里巴巴普惠体"/>
              </a:rPr>
              <a:t>object: </a:t>
            </a:r>
            <a:r>
              <a:rPr lang="zh-CN" altLang="en-US" sz="1400" dirty="0">
                <a:solidFill>
                  <a:srgbClr val="FFFFFF"/>
                </a:solidFill>
                <a:latin typeface="Source Code Pro"/>
                <a:ea typeface="阿里巴巴普惠体"/>
              </a:rPr>
              <a:t>始终为</a:t>
            </a:r>
            <a:r>
              <a:rPr lang="en-US" altLang="zh-CN" sz="1400" dirty="0" err="1">
                <a:solidFill>
                  <a:srgbClr val="FFFFFF"/>
                </a:solidFill>
                <a:latin typeface="Source Code Pro"/>
                <a:ea typeface="阿里巴巴普惠体"/>
              </a:rPr>
              <a:t>chat.completion</a:t>
            </a:r>
            <a:r>
              <a:rPr lang="en-US" altLang="zh-CN" sz="1400" dirty="0">
                <a:solidFill>
                  <a:srgbClr val="FFFFFF"/>
                </a:solidFill>
                <a:latin typeface="Source Code Pro"/>
                <a:ea typeface="阿里巴巴普惠体"/>
              </a:rPr>
              <a:t>, </a:t>
            </a:r>
            <a:r>
              <a:rPr lang="zh-CN" altLang="en-US" sz="1400" dirty="0">
                <a:solidFill>
                  <a:srgbClr val="FFFFFF"/>
                </a:solidFill>
                <a:latin typeface="Source Code Pro"/>
                <a:ea typeface="阿里巴巴普惠体"/>
              </a:rPr>
              <a:t>无需关注</a:t>
            </a:r>
          </a:p>
        </p:txBody>
      </p:sp>
      <p:sp>
        <p:nvSpPr>
          <p:cNvPr id="24" name="文本框 23">
            <a:extLst>
              <a:ext uri="{FF2B5EF4-FFF2-40B4-BE49-F238E27FC236}">
                <a16:creationId xmlns:a16="http://schemas.microsoft.com/office/drawing/2014/main" id="{E25454B7-ADD9-410A-9BF1-E334AD8A10BC}"/>
              </a:ext>
            </a:extLst>
          </p:cNvPr>
          <p:cNvSpPr txBox="1"/>
          <p:nvPr/>
        </p:nvSpPr>
        <p:spPr>
          <a:xfrm>
            <a:off x="5121111" y="3257730"/>
            <a:ext cx="6062878" cy="1107739"/>
          </a:xfrm>
          <a:prstGeom prst="rect">
            <a:avLst/>
          </a:prstGeom>
          <a:noFill/>
        </p:spPr>
        <p:txBody>
          <a:bodyPr wrap="none" rtlCol="0">
            <a:spAutoFit/>
          </a:bodyPr>
          <a:lstStyle/>
          <a:p>
            <a:pPr>
              <a:lnSpc>
                <a:spcPct val="120000"/>
              </a:lnSpc>
              <a:defRPr/>
            </a:pPr>
            <a:r>
              <a:rPr lang="en-US" altLang="zh-CN" sz="1400" dirty="0">
                <a:solidFill>
                  <a:srgbClr val="FFFFFF"/>
                </a:solidFill>
                <a:latin typeface="Source Code Pro"/>
                <a:ea typeface="阿里巴巴普惠体"/>
              </a:rPr>
              <a:t>usage: </a:t>
            </a:r>
            <a:r>
              <a:rPr lang="zh-CN" altLang="en-US" sz="1400" dirty="0">
                <a:solidFill>
                  <a:srgbClr val="FFFFFF"/>
                </a:solidFill>
                <a:latin typeface="Source Code Pro"/>
                <a:ea typeface="阿里巴巴普惠体"/>
              </a:rPr>
              <a:t>本次对话过程中使用的</a:t>
            </a:r>
            <a:r>
              <a:rPr lang="en-US" altLang="zh-CN" sz="1400" dirty="0">
                <a:solidFill>
                  <a:srgbClr val="FFFFFF"/>
                </a:solidFill>
                <a:latin typeface="Source Code Pro"/>
                <a:ea typeface="阿里巴巴普惠体"/>
              </a:rPr>
              <a:t>token</a:t>
            </a:r>
            <a:r>
              <a:rPr lang="zh-CN" altLang="en-US" sz="1400" dirty="0">
                <a:solidFill>
                  <a:srgbClr val="FFFFFF"/>
                </a:solidFill>
                <a:latin typeface="Source Code Pro"/>
                <a:ea typeface="阿里巴巴普惠体"/>
              </a:rPr>
              <a:t>信息</a:t>
            </a:r>
            <a:endParaRPr lang="en-US" altLang="zh-CN" sz="1400" dirty="0">
              <a:solidFill>
                <a:srgbClr val="FFFFFF"/>
              </a:solidFill>
              <a:latin typeface="Source Code Pro"/>
              <a:ea typeface="阿里巴巴普惠体"/>
            </a:endParaRPr>
          </a:p>
          <a:p>
            <a:pPr>
              <a:lnSpc>
                <a:spcPct val="120000"/>
              </a:lnSpc>
              <a:defRPr/>
            </a:pPr>
            <a:r>
              <a:rPr lang="en-US" altLang="zh-CN" sz="1400" dirty="0">
                <a:solidFill>
                  <a:srgbClr val="FFFFFF"/>
                </a:solidFill>
                <a:latin typeface="Source Code Pro"/>
                <a:ea typeface="阿里巴巴普惠体"/>
              </a:rPr>
              <a:t>       - </a:t>
            </a:r>
            <a:r>
              <a:rPr lang="en-US" altLang="zh-CN" sz="1400" dirty="0" err="1">
                <a:solidFill>
                  <a:srgbClr val="FFFFFF"/>
                </a:solidFill>
                <a:latin typeface="Source Code Pro"/>
                <a:ea typeface="阿里巴巴普惠体"/>
              </a:rPr>
              <a:t>prompt_tokens</a:t>
            </a:r>
            <a:r>
              <a:rPr lang="en-US" altLang="zh-CN" sz="1400" dirty="0">
                <a:solidFill>
                  <a:srgbClr val="FFFFFF"/>
                </a:solidFill>
                <a:latin typeface="Source Code Pro"/>
                <a:ea typeface="阿里巴巴普惠体"/>
              </a:rPr>
              <a:t>: </a:t>
            </a:r>
            <a:r>
              <a:rPr lang="zh-CN" altLang="en-US" sz="1400" dirty="0">
                <a:solidFill>
                  <a:srgbClr val="FFFFFF"/>
                </a:solidFill>
                <a:latin typeface="Source Code Pro"/>
                <a:ea typeface="阿里巴巴普惠体"/>
              </a:rPr>
              <a:t>用户的输入转换成</a:t>
            </a:r>
            <a:r>
              <a:rPr lang="en-US" altLang="zh-CN" sz="1400" dirty="0">
                <a:solidFill>
                  <a:srgbClr val="FFFFFF"/>
                </a:solidFill>
                <a:latin typeface="Source Code Pro"/>
                <a:ea typeface="阿里巴巴普惠体"/>
              </a:rPr>
              <a:t>token</a:t>
            </a:r>
            <a:r>
              <a:rPr lang="zh-CN" altLang="en-US" sz="1400" dirty="0">
                <a:solidFill>
                  <a:srgbClr val="FFFFFF"/>
                </a:solidFill>
                <a:latin typeface="Source Code Pro"/>
                <a:ea typeface="阿里巴巴普惠体"/>
              </a:rPr>
              <a:t>的个数</a:t>
            </a:r>
            <a:endParaRPr lang="en-US" altLang="zh-CN" sz="1400" dirty="0">
              <a:solidFill>
                <a:srgbClr val="FFFFFF"/>
              </a:solidFill>
              <a:latin typeface="Source Code Pro"/>
              <a:ea typeface="阿里巴巴普惠体"/>
            </a:endParaRPr>
          </a:p>
          <a:p>
            <a:pPr>
              <a:lnSpc>
                <a:spcPct val="120000"/>
              </a:lnSpc>
              <a:defRPr/>
            </a:pPr>
            <a:r>
              <a:rPr lang="en-US" altLang="zh-CN" sz="1400" dirty="0">
                <a:solidFill>
                  <a:srgbClr val="FFFFFF"/>
                </a:solidFill>
                <a:latin typeface="Source Code Pro"/>
                <a:ea typeface="阿里巴巴普惠体"/>
              </a:rPr>
              <a:t>       - </a:t>
            </a:r>
            <a:r>
              <a:rPr lang="en-US" altLang="zh-CN" sz="1400" dirty="0" err="1">
                <a:solidFill>
                  <a:srgbClr val="FFFFFF"/>
                </a:solidFill>
                <a:latin typeface="Source Code Pro"/>
                <a:ea typeface="阿里巴巴普惠体"/>
              </a:rPr>
              <a:t>completion_tokens</a:t>
            </a:r>
            <a:r>
              <a:rPr lang="en-US" altLang="zh-CN" sz="1400" dirty="0">
                <a:solidFill>
                  <a:srgbClr val="FFFFFF"/>
                </a:solidFill>
                <a:latin typeface="Source Code Pro"/>
                <a:ea typeface="阿里巴巴普惠体"/>
              </a:rPr>
              <a:t>: </a:t>
            </a:r>
            <a:r>
              <a:rPr lang="zh-CN" altLang="en-US" sz="1400" dirty="0">
                <a:solidFill>
                  <a:srgbClr val="FFFFFF"/>
                </a:solidFill>
                <a:latin typeface="Source Code Pro"/>
                <a:ea typeface="阿里巴巴普惠体"/>
              </a:rPr>
              <a:t>模型生成的回复转换成</a:t>
            </a:r>
            <a:r>
              <a:rPr lang="en-US" altLang="zh-CN" sz="1400" dirty="0">
                <a:solidFill>
                  <a:srgbClr val="FFFFFF"/>
                </a:solidFill>
                <a:latin typeface="Source Code Pro"/>
                <a:ea typeface="阿里巴巴普惠体"/>
              </a:rPr>
              <a:t>token</a:t>
            </a:r>
            <a:r>
              <a:rPr lang="zh-CN" altLang="en-US" sz="1400" dirty="0">
                <a:solidFill>
                  <a:srgbClr val="FFFFFF"/>
                </a:solidFill>
                <a:latin typeface="Source Code Pro"/>
                <a:ea typeface="阿里巴巴普惠体"/>
              </a:rPr>
              <a:t>的个数</a:t>
            </a:r>
            <a:endParaRPr lang="en-US" altLang="zh-CN" sz="1400" dirty="0">
              <a:solidFill>
                <a:srgbClr val="FFFFFF"/>
              </a:solidFill>
              <a:latin typeface="Source Code Pro"/>
              <a:ea typeface="阿里巴巴普惠体"/>
            </a:endParaRPr>
          </a:p>
          <a:p>
            <a:pPr>
              <a:lnSpc>
                <a:spcPct val="120000"/>
              </a:lnSpc>
              <a:defRPr/>
            </a:pPr>
            <a:r>
              <a:rPr lang="en-US" altLang="zh-CN" sz="1400" dirty="0">
                <a:solidFill>
                  <a:srgbClr val="FFFFFF"/>
                </a:solidFill>
                <a:latin typeface="Source Code Pro"/>
                <a:ea typeface="阿里巴巴普惠体"/>
              </a:rPr>
              <a:t>       - </a:t>
            </a:r>
            <a:r>
              <a:rPr lang="en-US" altLang="zh-CN" sz="1400" dirty="0" err="1">
                <a:solidFill>
                  <a:srgbClr val="FFFFFF"/>
                </a:solidFill>
                <a:latin typeface="Source Code Pro"/>
                <a:ea typeface="阿里巴巴普惠体"/>
              </a:rPr>
              <a:t>total_tokens</a:t>
            </a:r>
            <a:r>
              <a:rPr lang="en-US" altLang="zh-CN" sz="1400" dirty="0">
                <a:solidFill>
                  <a:srgbClr val="FFFFFF"/>
                </a:solidFill>
                <a:latin typeface="Source Code Pro"/>
                <a:ea typeface="阿里巴巴普惠体"/>
              </a:rPr>
              <a:t>: </a:t>
            </a:r>
            <a:r>
              <a:rPr lang="zh-CN" altLang="en-US" sz="1400" dirty="0">
                <a:solidFill>
                  <a:srgbClr val="FFFFFF"/>
                </a:solidFill>
                <a:latin typeface="Source Code Pro"/>
                <a:ea typeface="阿里巴巴普惠体"/>
              </a:rPr>
              <a:t>用户输入和模型生成的总</a:t>
            </a:r>
            <a:r>
              <a:rPr lang="en-US" altLang="zh-CN" sz="1400" dirty="0">
                <a:solidFill>
                  <a:srgbClr val="FFFFFF"/>
                </a:solidFill>
                <a:latin typeface="Source Code Pro"/>
                <a:ea typeface="阿里巴巴普惠体"/>
              </a:rPr>
              <a:t>token</a:t>
            </a:r>
            <a:r>
              <a:rPr lang="zh-CN" altLang="en-US" sz="1400" dirty="0">
                <a:solidFill>
                  <a:srgbClr val="FFFFFF"/>
                </a:solidFill>
                <a:latin typeface="Source Code Pro"/>
                <a:ea typeface="阿里巴巴普惠体"/>
              </a:rPr>
              <a:t>个数</a:t>
            </a:r>
          </a:p>
        </p:txBody>
      </p:sp>
      <p:sp>
        <p:nvSpPr>
          <p:cNvPr id="25" name="文本框 24">
            <a:extLst>
              <a:ext uri="{FF2B5EF4-FFF2-40B4-BE49-F238E27FC236}">
                <a16:creationId xmlns:a16="http://schemas.microsoft.com/office/drawing/2014/main" id="{6A1F3E7B-4F58-4BC3-B01F-49EC8A8B12AE}"/>
              </a:ext>
            </a:extLst>
          </p:cNvPr>
          <p:cNvSpPr txBox="1"/>
          <p:nvPr/>
        </p:nvSpPr>
        <p:spPr>
          <a:xfrm>
            <a:off x="5121112" y="4588880"/>
            <a:ext cx="3305713" cy="332142"/>
          </a:xfrm>
          <a:prstGeom prst="rect">
            <a:avLst/>
          </a:prstGeom>
          <a:noFill/>
        </p:spPr>
        <p:txBody>
          <a:bodyPr wrap="none" rtlCol="0">
            <a:spAutoFit/>
          </a:bodyPr>
          <a:lstStyle/>
          <a:p>
            <a:pPr>
              <a:lnSpc>
                <a:spcPct val="120000"/>
              </a:lnSpc>
              <a:defRPr/>
            </a:pPr>
            <a:r>
              <a:rPr lang="en-US" altLang="zh-CN" sz="1400" dirty="0">
                <a:solidFill>
                  <a:srgbClr val="FFFFFF"/>
                </a:solidFill>
                <a:latin typeface="Source Code Pro"/>
                <a:ea typeface="阿里巴巴普惠体"/>
              </a:rPr>
              <a:t>created: </a:t>
            </a:r>
            <a:r>
              <a:rPr lang="zh-CN" altLang="en-US" sz="1400" dirty="0">
                <a:solidFill>
                  <a:srgbClr val="FFFFFF"/>
                </a:solidFill>
                <a:latin typeface="Source Code Pro"/>
                <a:ea typeface="阿里巴巴普惠体"/>
              </a:rPr>
              <a:t>本次会话被创建时的时间戳</a:t>
            </a:r>
          </a:p>
        </p:txBody>
      </p:sp>
      <p:sp>
        <p:nvSpPr>
          <p:cNvPr id="26" name="文本框 25">
            <a:extLst>
              <a:ext uri="{FF2B5EF4-FFF2-40B4-BE49-F238E27FC236}">
                <a16:creationId xmlns:a16="http://schemas.microsoft.com/office/drawing/2014/main" id="{B7F50563-AC27-4EA9-9D86-101903C5BB3C}"/>
              </a:ext>
            </a:extLst>
          </p:cNvPr>
          <p:cNvSpPr txBox="1"/>
          <p:nvPr/>
        </p:nvSpPr>
        <p:spPr>
          <a:xfrm>
            <a:off x="5121112" y="4949975"/>
            <a:ext cx="4198585" cy="332142"/>
          </a:xfrm>
          <a:prstGeom prst="rect">
            <a:avLst/>
          </a:prstGeom>
          <a:noFill/>
        </p:spPr>
        <p:txBody>
          <a:bodyPr wrap="none" rtlCol="0">
            <a:spAutoFit/>
          </a:bodyPr>
          <a:lstStyle/>
          <a:p>
            <a:pPr>
              <a:lnSpc>
                <a:spcPct val="120000"/>
              </a:lnSpc>
              <a:defRPr/>
            </a:pPr>
            <a:r>
              <a:rPr lang="en-US" altLang="zh-CN" sz="1400" dirty="0" err="1">
                <a:solidFill>
                  <a:srgbClr val="FFFFFF"/>
                </a:solidFill>
                <a:latin typeface="Source Code Pro"/>
                <a:ea typeface="阿里巴巴普惠体"/>
              </a:rPr>
              <a:t>system_fingerprint</a:t>
            </a:r>
            <a:r>
              <a:rPr lang="en-US" altLang="zh-CN" sz="1400" dirty="0">
                <a:solidFill>
                  <a:srgbClr val="FFFFFF"/>
                </a:solidFill>
                <a:latin typeface="Source Code Pro"/>
                <a:ea typeface="阿里巴巴普惠体"/>
              </a:rPr>
              <a:t>: </a:t>
            </a:r>
            <a:r>
              <a:rPr lang="zh-CN" altLang="en-US" sz="1400" dirty="0">
                <a:solidFill>
                  <a:srgbClr val="FFFFFF"/>
                </a:solidFill>
                <a:latin typeface="Source Code Pro"/>
                <a:ea typeface="阿里巴巴普惠体"/>
              </a:rPr>
              <a:t>固定为</a:t>
            </a:r>
            <a:r>
              <a:rPr lang="en-US" altLang="zh-CN" sz="1400" dirty="0">
                <a:solidFill>
                  <a:srgbClr val="FFFFFF"/>
                </a:solidFill>
                <a:latin typeface="Source Code Pro"/>
                <a:ea typeface="阿里巴巴普惠体"/>
              </a:rPr>
              <a:t>null</a:t>
            </a:r>
            <a:r>
              <a:rPr lang="zh-CN" altLang="en-US" sz="1400" dirty="0">
                <a:solidFill>
                  <a:srgbClr val="FFFFFF"/>
                </a:solidFill>
                <a:latin typeface="Source Code Pro"/>
                <a:ea typeface="阿里巴巴普惠体"/>
              </a:rPr>
              <a:t>，无需关注</a:t>
            </a:r>
          </a:p>
        </p:txBody>
      </p:sp>
      <p:sp>
        <p:nvSpPr>
          <p:cNvPr id="27" name="文本框 26">
            <a:extLst>
              <a:ext uri="{FF2B5EF4-FFF2-40B4-BE49-F238E27FC236}">
                <a16:creationId xmlns:a16="http://schemas.microsoft.com/office/drawing/2014/main" id="{AB530199-5F60-455A-9AC7-5AEF9CBD7E60}"/>
              </a:ext>
            </a:extLst>
          </p:cNvPr>
          <p:cNvSpPr txBox="1"/>
          <p:nvPr/>
        </p:nvSpPr>
        <p:spPr>
          <a:xfrm>
            <a:off x="5121109" y="5282117"/>
            <a:ext cx="2911374" cy="332142"/>
          </a:xfrm>
          <a:prstGeom prst="rect">
            <a:avLst/>
          </a:prstGeom>
          <a:noFill/>
        </p:spPr>
        <p:txBody>
          <a:bodyPr wrap="none" rtlCol="0">
            <a:spAutoFit/>
          </a:bodyPr>
          <a:lstStyle/>
          <a:p>
            <a:pPr>
              <a:lnSpc>
                <a:spcPct val="120000"/>
              </a:lnSpc>
              <a:defRPr/>
            </a:pPr>
            <a:r>
              <a:rPr lang="en-US" altLang="zh-CN" sz="1400" dirty="0">
                <a:solidFill>
                  <a:srgbClr val="FFFFFF"/>
                </a:solidFill>
                <a:latin typeface="Source Code Pro"/>
                <a:ea typeface="阿里巴巴普惠体"/>
              </a:rPr>
              <a:t>model: </a:t>
            </a:r>
            <a:r>
              <a:rPr lang="zh-CN" altLang="en-US" sz="1400" dirty="0">
                <a:solidFill>
                  <a:srgbClr val="FFFFFF"/>
                </a:solidFill>
                <a:latin typeface="Source Code Pro"/>
                <a:ea typeface="阿里巴巴普惠体"/>
              </a:rPr>
              <a:t>本次会话使用的模型名称</a:t>
            </a:r>
          </a:p>
        </p:txBody>
      </p:sp>
      <p:sp>
        <p:nvSpPr>
          <p:cNvPr id="28" name="文本框 27">
            <a:extLst>
              <a:ext uri="{FF2B5EF4-FFF2-40B4-BE49-F238E27FC236}">
                <a16:creationId xmlns:a16="http://schemas.microsoft.com/office/drawing/2014/main" id="{DF91B9C2-6CC9-4531-B431-130F32776D38}"/>
              </a:ext>
            </a:extLst>
          </p:cNvPr>
          <p:cNvSpPr txBox="1"/>
          <p:nvPr/>
        </p:nvSpPr>
        <p:spPr>
          <a:xfrm>
            <a:off x="5121111" y="5643212"/>
            <a:ext cx="2409634" cy="332142"/>
          </a:xfrm>
          <a:prstGeom prst="rect">
            <a:avLst/>
          </a:prstGeom>
          <a:noFill/>
        </p:spPr>
        <p:txBody>
          <a:bodyPr wrap="none" rtlCol="0">
            <a:spAutoFit/>
          </a:bodyPr>
          <a:lstStyle/>
          <a:p>
            <a:pPr>
              <a:lnSpc>
                <a:spcPct val="120000"/>
              </a:lnSpc>
              <a:defRPr/>
            </a:pPr>
            <a:r>
              <a:rPr lang="en-US" altLang="zh-CN" sz="1400" dirty="0">
                <a:solidFill>
                  <a:srgbClr val="FFFFFF"/>
                </a:solidFill>
                <a:latin typeface="Source Code Pro"/>
                <a:ea typeface="阿里巴巴普惠体"/>
              </a:rPr>
              <a:t>id: </a:t>
            </a:r>
            <a:r>
              <a:rPr lang="zh-CN" altLang="en-US" sz="1400" dirty="0">
                <a:solidFill>
                  <a:srgbClr val="FFFFFF"/>
                </a:solidFill>
                <a:latin typeface="Source Code Pro"/>
                <a:ea typeface="阿里巴巴普惠体"/>
              </a:rPr>
              <a:t>本次调用的唯一标识符</a:t>
            </a:r>
          </a:p>
        </p:txBody>
      </p:sp>
      <p:grpSp>
        <p:nvGrpSpPr>
          <p:cNvPr id="6" name="组合 5">
            <a:extLst>
              <a:ext uri="{FF2B5EF4-FFF2-40B4-BE49-F238E27FC236}">
                <a16:creationId xmlns:a16="http://schemas.microsoft.com/office/drawing/2014/main" id="{AE6AB42A-125C-475E-A85A-69878969D667}"/>
              </a:ext>
            </a:extLst>
          </p:cNvPr>
          <p:cNvGrpSpPr/>
          <p:nvPr/>
        </p:nvGrpSpPr>
        <p:grpSpPr>
          <a:xfrm>
            <a:off x="5904226" y="3429002"/>
            <a:ext cx="5213733" cy="2997927"/>
            <a:chOff x="-5448300" y="2000250"/>
            <a:chExt cx="4549765" cy="2588630"/>
          </a:xfrm>
        </p:grpSpPr>
        <p:sp>
          <p:nvSpPr>
            <p:cNvPr id="2" name="矩形: 圆角 1">
              <a:extLst>
                <a:ext uri="{FF2B5EF4-FFF2-40B4-BE49-F238E27FC236}">
                  <a16:creationId xmlns:a16="http://schemas.microsoft.com/office/drawing/2014/main" id="{23F10762-A74D-405B-9417-4C1D102C4707}"/>
                </a:ext>
              </a:extLst>
            </p:cNvPr>
            <p:cNvSpPr/>
            <p:nvPr/>
          </p:nvSpPr>
          <p:spPr>
            <a:xfrm>
              <a:off x="-5448300" y="2000250"/>
              <a:ext cx="4549765" cy="2588630"/>
            </a:xfrm>
            <a:prstGeom prst="roundRect">
              <a:avLst>
                <a:gd name="adj" fmla="val 4157"/>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400" dirty="0"/>
            </a:p>
          </p:txBody>
        </p:sp>
        <p:sp>
          <p:nvSpPr>
            <p:cNvPr id="5" name="文本框 4">
              <a:extLst>
                <a:ext uri="{FF2B5EF4-FFF2-40B4-BE49-F238E27FC236}">
                  <a16:creationId xmlns:a16="http://schemas.microsoft.com/office/drawing/2014/main" id="{3F8CD246-E94E-45A5-84E6-EFBBD8CEB01F}"/>
                </a:ext>
              </a:extLst>
            </p:cNvPr>
            <p:cNvSpPr txBox="1"/>
            <p:nvPr/>
          </p:nvSpPr>
          <p:spPr>
            <a:xfrm>
              <a:off x="-5329941" y="2129751"/>
              <a:ext cx="4023740" cy="510420"/>
            </a:xfrm>
            <a:prstGeom prst="rect">
              <a:avLst/>
            </a:prstGeom>
            <a:noFill/>
          </p:spPr>
          <p:txBody>
            <a:bodyPr wrap="none" rtlCol="0">
              <a:spAutoFit/>
            </a:bodyPr>
            <a:lstStyle/>
            <a:p>
              <a:pPr>
                <a:lnSpc>
                  <a:spcPct val="120000"/>
                </a:lnSpc>
              </a:pPr>
              <a:r>
                <a:rPr lang="zh-CN" altLang="en-US" sz="1400" dirty="0">
                  <a:solidFill>
                    <a:srgbClr val="404040"/>
                  </a:solidFill>
                  <a:latin typeface="DeepSeek-CJK-patch"/>
                </a:rPr>
                <a:t>在大语言模型中，</a:t>
              </a:r>
              <a:r>
                <a:rPr lang="en-US" altLang="zh-CN" sz="1400" b="1" dirty="0">
                  <a:solidFill>
                    <a:srgbClr val="404040"/>
                  </a:solidFill>
                  <a:latin typeface="DeepSeek-CJK-patch"/>
                </a:rPr>
                <a:t>Token</a:t>
              </a:r>
              <a:r>
                <a:rPr lang="zh-CN" altLang="en-US" sz="1400" dirty="0">
                  <a:solidFill>
                    <a:srgbClr val="404040"/>
                  </a:solidFill>
                  <a:latin typeface="DeepSeek-CJK-patch"/>
                </a:rPr>
                <a:t> 是大模型处理文本的基本单位，</a:t>
              </a:r>
              <a:endParaRPr lang="en-US" altLang="zh-CN" sz="1400" dirty="0">
                <a:solidFill>
                  <a:srgbClr val="404040"/>
                </a:solidFill>
                <a:latin typeface="DeepSeek-CJK-patch"/>
              </a:endParaRPr>
            </a:p>
            <a:p>
              <a:pPr>
                <a:lnSpc>
                  <a:spcPct val="120000"/>
                </a:lnSpc>
              </a:pPr>
              <a:r>
                <a:rPr lang="zh-CN" altLang="en-US" sz="1400" dirty="0">
                  <a:solidFill>
                    <a:srgbClr val="404040"/>
                  </a:solidFill>
                  <a:latin typeface="DeepSeek-CJK-patch"/>
                </a:rPr>
                <a:t>可以理解为模型“看得懂”的最小文本片段</a:t>
              </a:r>
              <a:endParaRPr lang="zh-CN" altLang="en-US" sz="1400" dirty="0"/>
            </a:p>
          </p:txBody>
        </p:sp>
        <p:sp>
          <p:nvSpPr>
            <p:cNvPr id="16" name="文本框 15">
              <a:extLst>
                <a:ext uri="{FF2B5EF4-FFF2-40B4-BE49-F238E27FC236}">
                  <a16:creationId xmlns:a16="http://schemas.microsoft.com/office/drawing/2014/main" id="{C5CD8F89-F564-4D72-926A-9731435F5F2E}"/>
                </a:ext>
              </a:extLst>
            </p:cNvPr>
            <p:cNvSpPr txBox="1"/>
            <p:nvPr/>
          </p:nvSpPr>
          <p:spPr>
            <a:xfrm>
              <a:off x="-5329941" y="2859739"/>
              <a:ext cx="3655951" cy="510032"/>
            </a:xfrm>
            <a:prstGeom prst="rect">
              <a:avLst/>
            </a:prstGeom>
            <a:noFill/>
          </p:spPr>
          <p:txBody>
            <a:bodyPr wrap="none" rtlCol="0">
              <a:spAutoFit/>
            </a:bodyPr>
            <a:lstStyle/>
            <a:p>
              <a:pPr>
                <a:lnSpc>
                  <a:spcPct val="120000"/>
                </a:lnSpc>
              </a:pPr>
              <a:r>
                <a:rPr lang="zh-CN" altLang="en-US" sz="1400" dirty="0">
                  <a:solidFill>
                    <a:srgbClr val="404040"/>
                  </a:solidFill>
                  <a:latin typeface="DeepSeek-CJK-patch"/>
                </a:rPr>
                <a:t>用户输入的内容都需要转换成</a:t>
              </a:r>
              <a:r>
                <a:rPr lang="en-US" altLang="zh-CN" sz="1400" dirty="0">
                  <a:solidFill>
                    <a:srgbClr val="404040"/>
                  </a:solidFill>
                  <a:latin typeface="DeepSeek-CJK-patch"/>
                </a:rPr>
                <a:t>token</a:t>
              </a:r>
              <a:r>
                <a:rPr lang="zh-CN" altLang="en-US" sz="1400" dirty="0">
                  <a:solidFill>
                    <a:srgbClr val="404040"/>
                  </a:solidFill>
                  <a:latin typeface="DeepSeek-CJK-patch"/>
                </a:rPr>
                <a:t>，才能让大模型</a:t>
              </a:r>
              <a:endParaRPr lang="en-US" altLang="zh-CN" sz="1400" dirty="0">
                <a:solidFill>
                  <a:srgbClr val="404040"/>
                </a:solidFill>
                <a:latin typeface="DeepSeek-CJK-patch"/>
              </a:endParaRPr>
            </a:p>
            <a:p>
              <a:pPr>
                <a:lnSpc>
                  <a:spcPct val="120000"/>
                </a:lnSpc>
              </a:pPr>
              <a:r>
                <a:rPr lang="zh-CN" altLang="en-US" sz="1400" dirty="0">
                  <a:solidFill>
                    <a:srgbClr val="404040"/>
                  </a:solidFill>
                  <a:latin typeface="DeepSeek-CJK-patch"/>
                </a:rPr>
                <a:t>更好的处理</a:t>
              </a:r>
              <a:endParaRPr lang="zh-CN" altLang="en-US" sz="1400" dirty="0"/>
            </a:p>
          </p:txBody>
        </p:sp>
        <p:sp>
          <p:nvSpPr>
            <p:cNvPr id="17" name="文本框 16">
              <a:extLst>
                <a:ext uri="{FF2B5EF4-FFF2-40B4-BE49-F238E27FC236}">
                  <a16:creationId xmlns:a16="http://schemas.microsoft.com/office/drawing/2014/main" id="{285D0D22-31A1-48E4-AB3B-31200E34DBE4}"/>
                </a:ext>
              </a:extLst>
            </p:cNvPr>
            <p:cNvSpPr txBox="1"/>
            <p:nvPr/>
          </p:nvSpPr>
          <p:spPr>
            <a:xfrm>
              <a:off x="-5329941" y="3590560"/>
              <a:ext cx="2161967" cy="510420"/>
            </a:xfrm>
            <a:prstGeom prst="rect">
              <a:avLst/>
            </a:prstGeom>
            <a:noFill/>
          </p:spPr>
          <p:txBody>
            <a:bodyPr wrap="none" rtlCol="0">
              <a:spAutoFit/>
            </a:bodyPr>
            <a:lstStyle/>
            <a:p>
              <a:pPr>
                <a:lnSpc>
                  <a:spcPct val="120000"/>
                </a:lnSpc>
              </a:pPr>
              <a:r>
                <a:rPr lang="zh-CN" altLang="en-US" sz="1400" dirty="0">
                  <a:solidFill>
                    <a:srgbClr val="404040"/>
                  </a:solidFill>
                  <a:latin typeface="DeepSeek-CJK-patch"/>
                </a:rPr>
                <a:t>英文： 一个</a:t>
              </a:r>
              <a:r>
                <a:rPr lang="en-US" altLang="zh-CN" sz="1400" dirty="0">
                  <a:solidFill>
                    <a:srgbClr val="404040"/>
                  </a:solidFill>
                  <a:latin typeface="DeepSeek-CJK-patch"/>
                </a:rPr>
                <a:t>token </a:t>
              </a:r>
              <a:r>
                <a:rPr lang="zh-CN" altLang="en-US" sz="1400" dirty="0">
                  <a:solidFill>
                    <a:srgbClr val="404040"/>
                  </a:solidFill>
                  <a:latin typeface="DeepSeek-CJK-patch"/>
                </a:rPr>
                <a:t>≈ </a:t>
              </a:r>
              <a:r>
                <a:rPr lang="en-US" altLang="zh-CN" sz="1400" dirty="0">
                  <a:solidFill>
                    <a:srgbClr val="404040"/>
                  </a:solidFill>
                  <a:latin typeface="DeepSeek-CJK-patch"/>
                </a:rPr>
                <a:t>4</a:t>
              </a:r>
              <a:r>
                <a:rPr lang="zh-CN" altLang="en-US" sz="1400" dirty="0">
                  <a:solidFill>
                    <a:srgbClr val="404040"/>
                  </a:solidFill>
                  <a:latin typeface="DeepSeek-CJK-patch"/>
                </a:rPr>
                <a:t>个字符</a:t>
              </a:r>
              <a:endParaRPr lang="en-US" altLang="zh-CN" sz="1400" dirty="0">
                <a:solidFill>
                  <a:srgbClr val="404040"/>
                </a:solidFill>
                <a:latin typeface="DeepSeek-CJK-patch"/>
              </a:endParaRPr>
            </a:p>
            <a:p>
              <a:pPr>
                <a:lnSpc>
                  <a:spcPct val="120000"/>
                </a:lnSpc>
              </a:pPr>
              <a:r>
                <a:rPr lang="zh-CN" altLang="en-US" sz="1400" dirty="0">
                  <a:solidFill>
                    <a:srgbClr val="404040"/>
                  </a:solidFill>
                  <a:latin typeface="DeepSeek-CJK-patch"/>
                </a:rPr>
                <a:t>中文：一个汉字 ≈ </a:t>
              </a:r>
              <a:r>
                <a:rPr lang="en-US" altLang="zh-CN" sz="1400" dirty="0">
                  <a:solidFill>
                    <a:srgbClr val="404040"/>
                  </a:solidFill>
                  <a:latin typeface="DeepSeek-CJK-patch"/>
                </a:rPr>
                <a:t>1~2</a:t>
              </a:r>
              <a:r>
                <a:rPr lang="zh-CN" altLang="en-US" sz="1400" dirty="0">
                  <a:solidFill>
                    <a:srgbClr val="404040"/>
                  </a:solidFill>
                  <a:latin typeface="DeepSeek-CJK-patch"/>
                </a:rPr>
                <a:t>个</a:t>
              </a:r>
              <a:r>
                <a:rPr lang="en-US" altLang="zh-CN" sz="1400" dirty="0">
                  <a:solidFill>
                    <a:srgbClr val="404040"/>
                  </a:solidFill>
                  <a:latin typeface="DeepSeek-CJK-patch"/>
                </a:rPr>
                <a:t>token</a:t>
              </a:r>
              <a:endParaRPr lang="zh-CN" altLang="en-US" sz="1400" dirty="0"/>
            </a:p>
          </p:txBody>
        </p:sp>
      </p:grpSp>
    </p:spTree>
    <p:extLst>
      <p:ext uri="{BB962C8B-B14F-4D97-AF65-F5344CB8AC3E}">
        <p14:creationId xmlns:p14="http://schemas.microsoft.com/office/powerpoint/2010/main" val="4784224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1000"/>
                                        <p:tgtEl>
                                          <p:spTgt spid="23"/>
                                        </p:tgtEl>
                                      </p:cBhvr>
                                    </p:animEffect>
                                    <p:anim calcmode="lin" valueType="num">
                                      <p:cBhvr>
                                        <p:cTn id="20" dur="1000" fill="hold"/>
                                        <p:tgtEl>
                                          <p:spTgt spid="23"/>
                                        </p:tgtEl>
                                        <p:attrNameLst>
                                          <p:attrName>ppt_x</p:attrName>
                                        </p:attrNameLst>
                                      </p:cBhvr>
                                      <p:tavLst>
                                        <p:tav tm="0">
                                          <p:val>
                                            <p:strVal val="#ppt_x"/>
                                          </p:val>
                                        </p:tav>
                                        <p:tav tm="100000">
                                          <p:val>
                                            <p:strVal val="#ppt_x"/>
                                          </p:val>
                                        </p:tav>
                                      </p:tavLst>
                                    </p:anim>
                                    <p:anim calcmode="lin" valueType="num">
                                      <p:cBhvr>
                                        <p:cTn id="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1000"/>
                                        <p:tgtEl>
                                          <p:spTgt spid="24"/>
                                        </p:tgtEl>
                                      </p:cBhvr>
                                    </p:animEffect>
                                    <p:anim calcmode="lin" valueType="num">
                                      <p:cBhvr>
                                        <p:cTn id="27" dur="1000" fill="hold"/>
                                        <p:tgtEl>
                                          <p:spTgt spid="24"/>
                                        </p:tgtEl>
                                        <p:attrNameLst>
                                          <p:attrName>ppt_x</p:attrName>
                                        </p:attrNameLst>
                                      </p:cBhvr>
                                      <p:tavLst>
                                        <p:tav tm="0">
                                          <p:val>
                                            <p:strVal val="#ppt_x"/>
                                          </p:val>
                                        </p:tav>
                                        <p:tav tm="100000">
                                          <p:val>
                                            <p:strVal val="#ppt_x"/>
                                          </p:val>
                                        </p:tav>
                                      </p:tavLst>
                                    </p:anim>
                                    <p:anim calcmode="lin" valueType="num">
                                      <p:cBhvr>
                                        <p:cTn id="2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500" fill="hold"/>
                                        <p:tgtEl>
                                          <p:spTgt spid="6"/>
                                        </p:tgtEl>
                                        <p:attrNameLst>
                                          <p:attrName>ppt_w</p:attrName>
                                        </p:attrNameLst>
                                      </p:cBhvr>
                                      <p:tavLst>
                                        <p:tav tm="0">
                                          <p:val>
                                            <p:fltVal val="0"/>
                                          </p:val>
                                        </p:tav>
                                        <p:tav tm="100000">
                                          <p:val>
                                            <p:strVal val="#ppt_w"/>
                                          </p:val>
                                        </p:tav>
                                      </p:tavLst>
                                    </p:anim>
                                    <p:anim calcmode="lin" valueType="num">
                                      <p:cBhvr>
                                        <p:cTn id="34"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xit" presetSubtype="32" fill="hold" nodeType="clickEffect">
                                  <p:stCondLst>
                                    <p:cond delay="0"/>
                                  </p:stCondLst>
                                  <p:childTnLst>
                                    <p:anim calcmode="lin" valueType="num">
                                      <p:cBhvr>
                                        <p:cTn id="38" dur="500"/>
                                        <p:tgtEl>
                                          <p:spTgt spid="6"/>
                                        </p:tgtEl>
                                        <p:attrNameLst>
                                          <p:attrName>ppt_w</p:attrName>
                                        </p:attrNameLst>
                                      </p:cBhvr>
                                      <p:tavLst>
                                        <p:tav tm="0">
                                          <p:val>
                                            <p:strVal val="ppt_w"/>
                                          </p:val>
                                        </p:tav>
                                        <p:tav tm="100000">
                                          <p:val>
                                            <p:fltVal val="0"/>
                                          </p:val>
                                        </p:tav>
                                      </p:tavLst>
                                    </p:anim>
                                    <p:anim calcmode="lin" valueType="num">
                                      <p:cBhvr>
                                        <p:cTn id="39" dur="500"/>
                                        <p:tgtEl>
                                          <p:spTgt spid="6"/>
                                        </p:tgtEl>
                                        <p:attrNameLst>
                                          <p:attrName>ppt_h</p:attrName>
                                        </p:attrNameLst>
                                      </p:cBhvr>
                                      <p:tavLst>
                                        <p:tav tm="0">
                                          <p:val>
                                            <p:strVal val="ppt_h"/>
                                          </p:val>
                                        </p:tav>
                                        <p:tav tm="100000">
                                          <p:val>
                                            <p:fltVal val="0"/>
                                          </p:val>
                                        </p:tav>
                                      </p:tavLst>
                                    </p:anim>
                                    <p:set>
                                      <p:cBhvr>
                                        <p:cTn id="40" dur="1" fill="hold">
                                          <p:stCondLst>
                                            <p:cond delay="499"/>
                                          </p:stCondLst>
                                        </p:cTn>
                                        <p:tgtEl>
                                          <p:spTgt spid="6"/>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1000"/>
                                        <p:tgtEl>
                                          <p:spTgt spid="25"/>
                                        </p:tgtEl>
                                      </p:cBhvr>
                                    </p:animEffect>
                                    <p:anim calcmode="lin" valueType="num">
                                      <p:cBhvr>
                                        <p:cTn id="46" dur="1000" fill="hold"/>
                                        <p:tgtEl>
                                          <p:spTgt spid="25"/>
                                        </p:tgtEl>
                                        <p:attrNameLst>
                                          <p:attrName>ppt_x</p:attrName>
                                        </p:attrNameLst>
                                      </p:cBhvr>
                                      <p:tavLst>
                                        <p:tav tm="0">
                                          <p:val>
                                            <p:strVal val="#ppt_x"/>
                                          </p:val>
                                        </p:tav>
                                        <p:tav tm="100000">
                                          <p:val>
                                            <p:strVal val="#ppt_x"/>
                                          </p:val>
                                        </p:tav>
                                      </p:tavLst>
                                    </p:anim>
                                    <p:anim calcmode="lin" valueType="num">
                                      <p:cBhvr>
                                        <p:cTn id="4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1000"/>
                                        <p:tgtEl>
                                          <p:spTgt spid="26"/>
                                        </p:tgtEl>
                                      </p:cBhvr>
                                    </p:animEffect>
                                    <p:anim calcmode="lin" valueType="num">
                                      <p:cBhvr>
                                        <p:cTn id="53" dur="1000" fill="hold"/>
                                        <p:tgtEl>
                                          <p:spTgt spid="26"/>
                                        </p:tgtEl>
                                        <p:attrNameLst>
                                          <p:attrName>ppt_x</p:attrName>
                                        </p:attrNameLst>
                                      </p:cBhvr>
                                      <p:tavLst>
                                        <p:tav tm="0">
                                          <p:val>
                                            <p:strVal val="#ppt_x"/>
                                          </p:val>
                                        </p:tav>
                                        <p:tav tm="100000">
                                          <p:val>
                                            <p:strVal val="#ppt_x"/>
                                          </p:val>
                                        </p:tav>
                                      </p:tavLst>
                                    </p:anim>
                                    <p:anim calcmode="lin" valueType="num">
                                      <p:cBhvr>
                                        <p:cTn id="5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1000"/>
                                        <p:tgtEl>
                                          <p:spTgt spid="27"/>
                                        </p:tgtEl>
                                      </p:cBhvr>
                                    </p:animEffect>
                                    <p:anim calcmode="lin" valueType="num">
                                      <p:cBhvr>
                                        <p:cTn id="60" dur="1000" fill="hold"/>
                                        <p:tgtEl>
                                          <p:spTgt spid="27"/>
                                        </p:tgtEl>
                                        <p:attrNameLst>
                                          <p:attrName>ppt_x</p:attrName>
                                        </p:attrNameLst>
                                      </p:cBhvr>
                                      <p:tavLst>
                                        <p:tav tm="0">
                                          <p:val>
                                            <p:strVal val="#ppt_x"/>
                                          </p:val>
                                        </p:tav>
                                        <p:tav tm="100000">
                                          <p:val>
                                            <p:strVal val="#ppt_x"/>
                                          </p:val>
                                        </p:tav>
                                      </p:tavLst>
                                    </p:anim>
                                    <p:anim calcmode="lin" valueType="num">
                                      <p:cBhvr>
                                        <p:cTn id="6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1000"/>
                                        <p:tgtEl>
                                          <p:spTgt spid="28"/>
                                        </p:tgtEl>
                                      </p:cBhvr>
                                    </p:animEffect>
                                    <p:anim calcmode="lin" valueType="num">
                                      <p:cBhvr>
                                        <p:cTn id="67" dur="1000" fill="hold"/>
                                        <p:tgtEl>
                                          <p:spTgt spid="28"/>
                                        </p:tgtEl>
                                        <p:attrNameLst>
                                          <p:attrName>ppt_x</p:attrName>
                                        </p:attrNameLst>
                                      </p:cBhvr>
                                      <p:tavLst>
                                        <p:tav tm="0">
                                          <p:val>
                                            <p:strVal val="#ppt_x"/>
                                          </p:val>
                                        </p:tav>
                                        <p:tav tm="100000">
                                          <p:val>
                                            <p:strVal val="#ppt_x"/>
                                          </p:val>
                                        </p:tav>
                                      </p:tavLst>
                                    </p:anim>
                                    <p:anim calcmode="lin" valueType="num">
                                      <p:cBhvr>
                                        <p:cTn id="6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23" grpId="0"/>
      <p:bldP spid="24" grpId="0"/>
      <p:bldP spid="25" grpId="0"/>
      <p:bldP spid="26" grpId="0"/>
      <p:bldP spid="27" grpId="0"/>
      <p:bldP spid="2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7770CE0-D919-7F3A-2DF8-CA874F67B1F1}"/>
              </a:ext>
            </a:extLst>
          </p:cNvPr>
          <p:cNvSpPr>
            <a:spLocks noGrp="1"/>
          </p:cNvSpPr>
          <p:nvPr>
            <p:ph type="body" sz="quarter" idx="13"/>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633F0AF7-5C0B-246B-EEAC-38D836F2EF18}"/>
              </a:ext>
            </a:extLst>
          </p:cNvPr>
          <p:cNvSpPr>
            <a:spLocks noGrp="1"/>
          </p:cNvSpPr>
          <p:nvPr>
            <p:ph type="body" sz="quarter" idx="14"/>
          </p:nvPr>
        </p:nvSpPr>
        <p:spPr/>
        <p:txBody>
          <a:bodyPr/>
          <a:lstStyle/>
          <a:p>
            <a:r>
              <a:rPr lang="en-US" altLang="zh-CN"/>
              <a:t>03</a:t>
            </a:r>
            <a:endParaRPr lang="zh-CN" altLang="en-US"/>
          </a:p>
        </p:txBody>
      </p:sp>
    </p:spTree>
    <p:extLst>
      <p:ext uri="{BB962C8B-B14F-4D97-AF65-F5344CB8AC3E}">
        <p14:creationId xmlns:p14="http://schemas.microsoft.com/office/powerpoint/2010/main" val="41044978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3F3F6-D39A-7B48-89C3-0B3EF6E9A396}"/>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0F59AB6-3E3B-4622-B2F8-B41A635B9CDC}"/>
              </a:ext>
            </a:extLst>
          </p:cNvPr>
          <p:cNvPicPr>
            <a:picLocks noChangeAspect="1"/>
          </p:cNvPicPr>
          <p:nvPr/>
        </p:nvPicPr>
        <p:blipFill>
          <a:blip r:embed="rId2"/>
          <a:stretch>
            <a:fillRect/>
          </a:stretch>
        </p:blipFill>
        <p:spPr>
          <a:xfrm>
            <a:off x="406926" y="558547"/>
            <a:ext cx="11378153" cy="5938324"/>
          </a:xfrm>
          <a:prstGeom prst="rect">
            <a:avLst/>
          </a:prstGeom>
          <a:ln w="6350">
            <a:solidFill>
              <a:schemeClr val="bg1">
                <a:lumMod val="75000"/>
              </a:schemeClr>
            </a:solidFill>
          </a:ln>
        </p:spPr>
      </p:pic>
    </p:spTree>
    <p:extLst>
      <p:ext uri="{BB962C8B-B14F-4D97-AF65-F5344CB8AC3E}">
        <p14:creationId xmlns:p14="http://schemas.microsoft.com/office/powerpoint/2010/main" val="40684515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3F3F6-D39A-7B48-89C3-0B3EF6E9A396}"/>
            </a:ext>
          </a:extLst>
        </p:cNvPr>
        <p:cNvGrpSpPr/>
        <p:nvPr/>
      </p:nvGrpSpPr>
      <p:grpSpPr>
        <a:xfrm>
          <a:off x="0" y="0"/>
          <a:ext cx="0" cy="0"/>
          <a:chOff x="0" y="0"/>
          <a:chExt cx="0" cy="0"/>
        </a:xfrm>
      </p:grpSpPr>
      <p:pic>
        <p:nvPicPr>
          <p:cNvPr id="4" name="图形 3">
            <a:extLst>
              <a:ext uri="{FF2B5EF4-FFF2-40B4-BE49-F238E27FC236}">
                <a16:creationId xmlns:a16="http://schemas.microsoft.com/office/drawing/2014/main" id="{E1BE08B7-0A30-4866-8385-09B993C111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12492" y="1262527"/>
            <a:ext cx="3235568" cy="3235568"/>
          </a:xfrm>
          <a:prstGeom prst="rect">
            <a:avLst/>
          </a:prstGeom>
        </p:spPr>
      </p:pic>
      <p:pic>
        <p:nvPicPr>
          <p:cNvPr id="5" name="图形 4">
            <a:extLst>
              <a:ext uri="{FF2B5EF4-FFF2-40B4-BE49-F238E27FC236}">
                <a16:creationId xmlns:a16="http://schemas.microsoft.com/office/drawing/2014/main" id="{E9DA2357-ACCB-49AE-8E69-F4452D9E214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69789" y="1781821"/>
            <a:ext cx="2196979" cy="2196979"/>
          </a:xfrm>
          <a:prstGeom prst="rect">
            <a:avLst/>
          </a:prstGeom>
          <a:effectLst>
            <a:outerShdw blurRad="152400" dist="317500" dir="5400000" sx="90000" sy="-19000" rotWithShape="0">
              <a:prstClr val="black">
                <a:alpha val="15000"/>
              </a:prstClr>
            </a:outerShdw>
          </a:effectLst>
        </p:spPr>
      </p:pic>
      <p:sp>
        <p:nvSpPr>
          <p:cNvPr id="6" name="文本框 5">
            <a:extLst>
              <a:ext uri="{FF2B5EF4-FFF2-40B4-BE49-F238E27FC236}">
                <a16:creationId xmlns:a16="http://schemas.microsoft.com/office/drawing/2014/main" id="{304FBD3F-36F7-47A3-9549-89BC850422B8}"/>
              </a:ext>
            </a:extLst>
          </p:cNvPr>
          <p:cNvSpPr txBox="1"/>
          <p:nvPr/>
        </p:nvSpPr>
        <p:spPr>
          <a:xfrm>
            <a:off x="7469787" y="4665810"/>
            <a:ext cx="2196980" cy="523220"/>
          </a:xfrm>
          <a:prstGeom prst="rect">
            <a:avLst/>
          </a:prstGeom>
          <a:noFill/>
        </p:spPr>
        <p:txBody>
          <a:bodyPr wrap="square" rtlCol="0">
            <a:spAutoFit/>
          </a:bodyPr>
          <a:lstStyle/>
          <a:p>
            <a:pPr algn="ctr"/>
            <a:r>
              <a:rPr lang="en-US" altLang="zh-CN" sz="2800">
                <a:latin typeface="+mj-ea"/>
                <a:ea typeface="+mj-ea"/>
              </a:rPr>
              <a:t>Spring AI</a:t>
            </a:r>
            <a:endParaRPr lang="zh-CN" altLang="en-US" sz="2800">
              <a:latin typeface="+mj-ea"/>
              <a:ea typeface="+mj-ea"/>
            </a:endParaRPr>
          </a:p>
        </p:txBody>
      </p:sp>
      <p:sp>
        <p:nvSpPr>
          <p:cNvPr id="7" name="文本框 6">
            <a:extLst>
              <a:ext uri="{FF2B5EF4-FFF2-40B4-BE49-F238E27FC236}">
                <a16:creationId xmlns:a16="http://schemas.microsoft.com/office/drawing/2014/main" id="{86093F20-0867-448B-BA90-7AC730EC40A1}"/>
              </a:ext>
            </a:extLst>
          </p:cNvPr>
          <p:cNvSpPr txBox="1"/>
          <p:nvPr/>
        </p:nvSpPr>
        <p:spPr>
          <a:xfrm>
            <a:off x="2205568" y="4665810"/>
            <a:ext cx="2649416" cy="523220"/>
          </a:xfrm>
          <a:prstGeom prst="rect">
            <a:avLst/>
          </a:prstGeom>
          <a:noFill/>
        </p:spPr>
        <p:txBody>
          <a:bodyPr wrap="square" rtlCol="0">
            <a:spAutoFit/>
          </a:bodyPr>
          <a:lstStyle/>
          <a:p>
            <a:pPr algn="ctr"/>
            <a:r>
              <a:rPr lang="en-US" altLang="zh-CN" sz="2800" dirty="0">
                <a:latin typeface="+mj-ea"/>
                <a:ea typeface="+mj-ea"/>
              </a:rPr>
              <a:t>LangChain4j</a:t>
            </a:r>
            <a:endParaRPr lang="zh-CN" altLang="en-US" sz="2800" dirty="0">
              <a:latin typeface="+mj-ea"/>
              <a:ea typeface="+mj-ea"/>
            </a:endParaRPr>
          </a:p>
        </p:txBody>
      </p:sp>
      <p:pic>
        <p:nvPicPr>
          <p:cNvPr id="8" name="图片 7">
            <a:extLst>
              <a:ext uri="{FF2B5EF4-FFF2-40B4-BE49-F238E27FC236}">
                <a16:creationId xmlns:a16="http://schemas.microsoft.com/office/drawing/2014/main" id="{B40A2E9B-038D-45FA-AE6E-420ABCF97701}"/>
              </a:ext>
            </a:extLst>
          </p:cNvPr>
          <p:cNvPicPr>
            <a:picLocks noChangeAspect="1"/>
          </p:cNvPicPr>
          <p:nvPr/>
        </p:nvPicPr>
        <p:blipFill>
          <a:blip r:embed="rId6"/>
          <a:stretch>
            <a:fillRect/>
          </a:stretch>
        </p:blipFill>
        <p:spPr>
          <a:xfrm>
            <a:off x="6290155" y="1623847"/>
            <a:ext cx="4556244" cy="3610311"/>
          </a:xfrm>
          <a:prstGeom prst="rect">
            <a:avLst/>
          </a:prstGeom>
        </p:spPr>
      </p:pic>
      <p:sp>
        <p:nvSpPr>
          <p:cNvPr id="9" name="文本框 8">
            <a:extLst>
              <a:ext uri="{FF2B5EF4-FFF2-40B4-BE49-F238E27FC236}">
                <a16:creationId xmlns:a16="http://schemas.microsoft.com/office/drawing/2014/main" id="{9425375F-378B-4A28-89B6-175928EEECF0}"/>
              </a:ext>
            </a:extLst>
          </p:cNvPr>
          <p:cNvSpPr txBox="1"/>
          <p:nvPr/>
        </p:nvSpPr>
        <p:spPr>
          <a:xfrm>
            <a:off x="2399125" y="5736502"/>
            <a:ext cx="4221131" cy="369332"/>
          </a:xfrm>
          <a:prstGeom prst="rect">
            <a:avLst/>
          </a:prstGeom>
          <a:noFill/>
        </p:spPr>
        <p:txBody>
          <a:bodyPr wrap="square">
            <a:spAutoFit/>
          </a:bodyPr>
          <a:lstStyle/>
          <a:p>
            <a:r>
              <a:rPr lang="zh-CN" altLang="en-US" b="1" dirty="0">
                <a:solidFill>
                  <a:schemeClr val="accent1">
                    <a:lumMod val="75000"/>
                  </a:schemeClr>
                </a:solidFill>
              </a:rPr>
              <a:t>https://docs.langchain4j.dev/</a:t>
            </a:r>
          </a:p>
        </p:txBody>
      </p:sp>
    </p:spTree>
    <p:extLst>
      <p:ext uri="{BB962C8B-B14F-4D97-AF65-F5344CB8AC3E}">
        <p14:creationId xmlns:p14="http://schemas.microsoft.com/office/powerpoint/2010/main" val="32841240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from="0" to="1" calcmode="lin" valueType="num">
                                      <p:cBhvr>
                                        <p:cTn id="7" dur="500" fill="hold">
                                          <p:stCondLst>
                                            <p:cond delay="0"/>
                                          </p:stCondLst>
                                        </p:cTn>
                                        <p:tgtEl>
                                          <p:spTgt spid="5"/>
                                        </p:tgtEl>
                                        <p:attrNameLst>
                                          <p:attrName>style.opacity</p:attrName>
                                        </p:attrNameLst>
                                      </p:cBhvr>
                                    </p:anim>
                                    <p:anim to="" calcmode="lin" valueType="num">
                                      <p:cBhvr>
                                        <p:cTn id="8" dur="500" fill="hold">
                                          <p:stCondLst>
                                            <p:cond delay="0"/>
                                          </p:stCondLst>
                                        </p:cTn>
                                        <p:tgtEl>
                                          <p:spTgt spid="5"/>
                                        </p:tgtEl>
                                        <p:attrNameLst>
                                          <p:attrName>ppt_x</p:attrName>
                                        </p:attrNameLst>
                                      </p:cBhvr>
                                      <p:tavLst>
                                        <p:tav tm="0" fmla="$">
                                          <p:val>
                                            <p:strVal val="#ppt_x-.05"/>
                                          </p:val>
                                        </p:tav>
                                        <p:tav tm="100000" fmla="$">
                                          <p:val>
                                            <p:strVal val="#ppt_x"/>
                                          </p:val>
                                        </p:tav>
                                      </p:tavLst>
                                    </p:anim>
                                  </p:childTnLst>
                                </p:cTn>
                              </p:par>
                              <p:par>
                                <p:cTn id="9" presetID="10" presetClass="entr" presetSubtype="0" decel="10000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from="0" to="1" calcmode="lin" valueType="num">
                                      <p:cBhvr>
                                        <p:cTn id="11" dur="500" fill="hold">
                                          <p:stCondLst>
                                            <p:cond delay="0"/>
                                          </p:stCondLst>
                                        </p:cTn>
                                        <p:tgtEl>
                                          <p:spTgt spid="4"/>
                                        </p:tgtEl>
                                        <p:attrNameLst>
                                          <p:attrName>style.opacity</p:attrName>
                                        </p:attrNameLst>
                                      </p:cBhvr>
                                    </p:anim>
                                    <p:anim to="" calcmode="lin" valueType="num">
                                      <p:cBhvr>
                                        <p:cTn id="12" dur="500" fill="hold">
                                          <p:stCondLst>
                                            <p:cond delay="0"/>
                                          </p:stCondLst>
                                        </p:cTn>
                                        <p:tgtEl>
                                          <p:spTgt spid="4"/>
                                        </p:tgtEl>
                                        <p:attrNameLst>
                                          <p:attrName>ppt_x</p:attrName>
                                        </p:attrNameLst>
                                      </p:cBhvr>
                                      <p:tavLst>
                                        <p:tav tm="0" fmla="$">
                                          <p:val>
                                            <p:strVal val="#ppt_x+.05"/>
                                          </p:val>
                                        </p:tav>
                                        <p:tav tm="100000" fmla="$">
                                          <p:val>
                                            <p:strVal val="#ppt_x"/>
                                          </p:val>
                                        </p:tav>
                                      </p:tavLst>
                                    </p:anim>
                                  </p:childTnLst>
                                </p:cTn>
                              </p:par>
                              <p:par>
                                <p:cTn id="13" presetID="10" presetClass="entr" presetSubtype="0" decel="100000" fill="hold" grpId="0" nodeType="withEffect">
                                  <p:stCondLst>
                                    <p:cond delay="250"/>
                                  </p:stCondLst>
                                  <p:childTnLst>
                                    <p:set>
                                      <p:cBhvr>
                                        <p:cTn id="14" dur="1" fill="hold">
                                          <p:stCondLst>
                                            <p:cond delay="0"/>
                                          </p:stCondLst>
                                        </p:cTn>
                                        <p:tgtEl>
                                          <p:spTgt spid="6"/>
                                        </p:tgtEl>
                                        <p:attrNameLst>
                                          <p:attrName>style.visibility</p:attrName>
                                        </p:attrNameLst>
                                      </p:cBhvr>
                                      <p:to>
                                        <p:strVal val="visible"/>
                                      </p:to>
                                    </p:set>
                                    <p:anim from="0" to="1" calcmode="lin" valueType="num">
                                      <p:cBhvr>
                                        <p:cTn id="15" dur="500" fill="hold">
                                          <p:stCondLst>
                                            <p:cond delay="0"/>
                                          </p:stCondLst>
                                        </p:cTn>
                                        <p:tgtEl>
                                          <p:spTgt spid="6"/>
                                        </p:tgtEl>
                                        <p:attrNameLst>
                                          <p:attrName>style.opacity</p:attrName>
                                        </p:attrNameLst>
                                      </p:cBhvr>
                                    </p:anim>
                                    <p:anim to="" calcmode="lin" valueType="num">
                                      <p:cBhvr>
                                        <p:cTn id="16" dur="500" fill="hold">
                                          <p:stCondLst>
                                            <p:cond delay="0"/>
                                          </p:stCondLst>
                                        </p:cTn>
                                        <p:tgtEl>
                                          <p:spTgt spid="6"/>
                                        </p:tgtEl>
                                        <p:attrNameLst>
                                          <p:attrName>ppt_y</p:attrName>
                                        </p:attrNameLst>
                                      </p:cBhvr>
                                      <p:tavLst>
                                        <p:tav tm="0" fmla="$">
                                          <p:val>
                                            <p:strVal val="#ppt_y-.05"/>
                                          </p:val>
                                        </p:tav>
                                        <p:tav tm="100000" fmla="$">
                                          <p:val>
                                            <p:strVal val="#ppt_y"/>
                                          </p:val>
                                        </p:tav>
                                      </p:tavLst>
                                    </p:anim>
                                  </p:childTnLst>
                                </p:cTn>
                              </p:par>
                              <p:par>
                                <p:cTn id="17" presetID="10" presetClass="entr" presetSubtype="0" decel="100000" fill="hold" grpId="0" nodeType="withEffect">
                                  <p:stCondLst>
                                    <p:cond delay="250"/>
                                  </p:stCondLst>
                                  <p:childTnLst>
                                    <p:set>
                                      <p:cBhvr>
                                        <p:cTn id="18" dur="1" fill="hold">
                                          <p:stCondLst>
                                            <p:cond delay="0"/>
                                          </p:stCondLst>
                                        </p:cTn>
                                        <p:tgtEl>
                                          <p:spTgt spid="7"/>
                                        </p:tgtEl>
                                        <p:attrNameLst>
                                          <p:attrName>style.visibility</p:attrName>
                                        </p:attrNameLst>
                                      </p:cBhvr>
                                      <p:to>
                                        <p:strVal val="visible"/>
                                      </p:to>
                                    </p:set>
                                    <p:anim from="0" to="1" calcmode="lin" valueType="num">
                                      <p:cBhvr>
                                        <p:cTn id="19" dur="500" fill="hold">
                                          <p:stCondLst>
                                            <p:cond delay="0"/>
                                          </p:stCondLst>
                                        </p:cTn>
                                        <p:tgtEl>
                                          <p:spTgt spid="7"/>
                                        </p:tgtEl>
                                        <p:attrNameLst>
                                          <p:attrName>style.opacity</p:attrName>
                                        </p:attrNameLst>
                                      </p:cBhvr>
                                    </p:anim>
                                    <p:anim to="" calcmode="lin" valueType="num">
                                      <p:cBhvr>
                                        <p:cTn id="20" dur="500" fill="hold">
                                          <p:stCondLst>
                                            <p:cond delay="0"/>
                                          </p:stCondLst>
                                        </p:cTn>
                                        <p:tgtEl>
                                          <p:spTgt spid="7"/>
                                        </p:tgtEl>
                                        <p:attrNameLst>
                                          <p:attrName>ppt_y</p:attrName>
                                        </p:attrNameLst>
                                      </p:cBhvr>
                                      <p:tavLst>
                                        <p:tav tm="0" fmla="$">
                                          <p:val>
                                            <p:strVal val="#ppt_y-.05"/>
                                          </p:val>
                                        </p:tav>
                                        <p:tav tm="100000" fmla="$">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p:txBody>
          <a:bodyPr/>
          <a:lstStyle/>
          <a:p>
            <a:r>
              <a:rPr lang="zh-CN" altLang="en-US" dirty="0"/>
              <a:t>会话功能</a:t>
            </a:r>
            <a:endParaRPr lang="en-US" altLang="zh-CN"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17498227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pPr lvl="1"/>
            <a:r>
              <a:rPr lang="zh-CN" altLang="en-US" sz="1400" dirty="0"/>
              <a:t>快速入门</a:t>
            </a:r>
            <a:endParaRPr lang="en-US" altLang="zh-CN" sz="1400" dirty="0"/>
          </a:p>
          <a:p>
            <a:pPr lvl="1"/>
            <a:r>
              <a:rPr lang="en-US" altLang="zh-CN" sz="1400" dirty="0"/>
              <a:t>Spring</a:t>
            </a:r>
            <a:r>
              <a:rPr lang="zh-CN" altLang="en-US" sz="1400" dirty="0"/>
              <a:t>整合</a:t>
            </a:r>
            <a:r>
              <a:rPr lang="en-US" altLang="zh-CN" sz="1400" dirty="0"/>
              <a:t>LangChain4j</a:t>
            </a:r>
          </a:p>
          <a:p>
            <a:pPr lvl="1"/>
            <a:r>
              <a:rPr lang="en-US" altLang="zh-CN" sz="1400" dirty="0" err="1"/>
              <a:t>AiServices</a:t>
            </a:r>
            <a:r>
              <a:rPr lang="zh-CN" altLang="en-US" sz="1400" dirty="0"/>
              <a:t>工具类</a:t>
            </a:r>
            <a:endParaRPr lang="en-US" altLang="zh-CN" sz="1400" dirty="0"/>
          </a:p>
          <a:p>
            <a:pPr lvl="1"/>
            <a:r>
              <a:rPr lang="zh-CN" altLang="en-US" sz="1400" dirty="0"/>
              <a:t>流式调用</a:t>
            </a:r>
            <a:endParaRPr lang="en-US" altLang="zh-CN" sz="1400" dirty="0"/>
          </a:p>
          <a:p>
            <a:pPr lvl="1"/>
            <a:r>
              <a:rPr lang="zh-CN" altLang="en-US" sz="1400" dirty="0"/>
              <a:t>消息注解</a:t>
            </a:r>
            <a:endParaRPr lang="en-US" altLang="zh-CN" sz="1400" dirty="0"/>
          </a:p>
          <a:p>
            <a:pPr lvl="1"/>
            <a:r>
              <a:rPr lang="zh-CN" altLang="en-US" sz="1400" dirty="0"/>
              <a:t>会话记忆</a:t>
            </a:r>
            <a:endParaRPr lang="en-US" altLang="zh-CN" sz="1400"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841505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4">
                                            <p:txEl>
                                              <p:pRg st="1" end="1"/>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快速入门</a:t>
            </a:r>
          </a:p>
        </p:txBody>
      </p:sp>
      <p:sp>
        <p:nvSpPr>
          <p:cNvPr id="6" name="内容占位符 1">
            <a:extLst>
              <a:ext uri="{FF2B5EF4-FFF2-40B4-BE49-F238E27FC236}">
                <a16:creationId xmlns:a16="http://schemas.microsoft.com/office/drawing/2014/main" id="{2FA09A02-C24E-4B8E-BC25-387289F44D38}"/>
              </a:ext>
            </a:extLst>
          </p:cNvPr>
          <p:cNvSpPr txBox="1">
            <a:spLocks/>
          </p:cNvSpPr>
          <p:nvPr/>
        </p:nvSpPr>
        <p:spPr>
          <a:xfrm>
            <a:off x="698224" y="1032880"/>
            <a:ext cx="3553267" cy="17148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600" dirty="0"/>
              <a:t>1.</a:t>
            </a:r>
            <a:r>
              <a:rPr lang="zh-CN" altLang="en-US" sz="1600" dirty="0"/>
              <a:t>引入</a:t>
            </a:r>
            <a:r>
              <a:rPr lang="en-US" altLang="zh-CN" sz="1600" dirty="0"/>
              <a:t>Langchian4j</a:t>
            </a:r>
            <a:r>
              <a:rPr lang="zh-CN" altLang="en-US" sz="1600" dirty="0"/>
              <a:t>依赖</a:t>
            </a:r>
            <a:endParaRPr lang="en-US" altLang="zh-CN" sz="1600" dirty="0"/>
          </a:p>
          <a:p>
            <a:pPr marL="0" indent="0">
              <a:lnSpc>
                <a:spcPct val="150000"/>
              </a:lnSpc>
              <a:buNone/>
            </a:pPr>
            <a:r>
              <a:rPr lang="en-US" altLang="zh-CN" sz="1600" dirty="0"/>
              <a:t>2.</a:t>
            </a:r>
            <a:r>
              <a:rPr lang="zh-CN" altLang="en-US" sz="1600" dirty="0"/>
              <a:t>构建</a:t>
            </a:r>
            <a:r>
              <a:rPr lang="en-US" altLang="zh-CN" sz="1600" dirty="0" err="1"/>
              <a:t>OpenAiChatModel</a:t>
            </a:r>
            <a:r>
              <a:rPr lang="zh-CN" altLang="en-US" sz="1600" dirty="0"/>
              <a:t>对象</a:t>
            </a:r>
            <a:r>
              <a:rPr lang="en-US" altLang="zh-CN" sz="1600" dirty="0"/>
              <a:t> </a:t>
            </a:r>
          </a:p>
          <a:p>
            <a:pPr marL="0" indent="0">
              <a:lnSpc>
                <a:spcPct val="150000"/>
              </a:lnSpc>
              <a:buNone/>
            </a:pPr>
            <a:r>
              <a:rPr lang="en-US" altLang="zh-CN" sz="1600" dirty="0"/>
              <a:t>3.</a:t>
            </a:r>
            <a:r>
              <a:rPr lang="zh-CN" altLang="en-US" sz="1600" dirty="0"/>
              <a:t>调用</a:t>
            </a:r>
            <a:r>
              <a:rPr lang="en-US" altLang="zh-CN" sz="1600" dirty="0"/>
              <a:t>chat</a:t>
            </a:r>
            <a:r>
              <a:rPr lang="zh-CN" altLang="en-US" sz="1600" dirty="0"/>
              <a:t>方法与大模型交互</a:t>
            </a:r>
            <a:endParaRPr lang="en-US" altLang="zh-CN" sz="1600" dirty="0"/>
          </a:p>
        </p:txBody>
      </p:sp>
      <p:grpSp>
        <p:nvGrpSpPr>
          <p:cNvPr id="15" name="组合 14">
            <a:extLst>
              <a:ext uri="{FF2B5EF4-FFF2-40B4-BE49-F238E27FC236}">
                <a16:creationId xmlns:a16="http://schemas.microsoft.com/office/drawing/2014/main" id="{221FB886-0177-44F8-A5CC-3BCF62BA60EE}"/>
              </a:ext>
            </a:extLst>
          </p:cNvPr>
          <p:cNvGrpSpPr/>
          <p:nvPr/>
        </p:nvGrpSpPr>
        <p:grpSpPr>
          <a:xfrm>
            <a:off x="5331951" y="1081734"/>
            <a:ext cx="6492407" cy="1899593"/>
            <a:chOff x="5331949" y="1081732"/>
            <a:chExt cx="6492407" cy="1899593"/>
          </a:xfrm>
        </p:grpSpPr>
        <p:sp>
          <p:nvSpPr>
            <p:cNvPr id="8" name="矩形: 圆角 7">
              <a:extLst>
                <a:ext uri="{FF2B5EF4-FFF2-40B4-BE49-F238E27FC236}">
                  <a16:creationId xmlns:a16="http://schemas.microsoft.com/office/drawing/2014/main" id="{5ADBD8F5-AFE0-4EC0-8DC2-BC2762218E76}"/>
                </a:ext>
              </a:extLst>
            </p:cNvPr>
            <p:cNvSpPr/>
            <p:nvPr/>
          </p:nvSpPr>
          <p:spPr>
            <a:xfrm>
              <a:off x="5331949" y="1081732"/>
              <a:ext cx="6492407" cy="1899593"/>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0" name="任意多边形: 形状 9">
              <a:extLst>
                <a:ext uri="{FF2B5EF4-FFF2-40B4-BE49-F238E27FC236}">
                  <a16:creationId xmlns:a16="http://schemas.microsoft.com/office/drawing/2014/main" id="{9CC9E7B0-3BB7-46A3-817C-B3E0D6112F22}"/>
                </a:ext>
              </a:extLst>
            </p:cNvPr>
            <p:cNvSpPr/>
            <p:nvPr/>
          </p:nvSpPr>
          <p:spPr>
            <a:xfrm>
              <a:off x="5331949" y="1103470"/>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endParaRPr lang="zh-CN" altLang="en-US" sz="1351"/>
            </a:p>
          </p:txBody>
        </p:sp>
        <p:grpSp>
          <p:nvGrpSpPr>
            <p:cNvPr id="11" name="组合 10">
              <a:extLst>
                <a:ext uri="{FF2B5EF4-FFF2-40B4-BE49-F238E27FC236}">
                  <a16:creationId xmlns:a16="http://schemas.microsoft.com/office/drawing/2014/main" id="{2130206E-2932-4069-B4A7-B40B63736AF5}"/>
                </a:ext>
              </a:extLst>
            </p:cNvPr>
            <p:cNvGrpSpPr/>
            <p:nvPr/>
          </p:nvGrpSpPr>
          <p:grpSpPr>
            <a:xfrm>
              <a:off x="5497701" y="1188940"/>
              <a:ext cx="771634" cy="133081"/>
              <a:chOff x="2016841" y="2587412"/>
              <a:chExt cx="730275" cy="133081"/>
            </a:xfrm>
          </p:grpSpPr>
          <p:sp>
            <p:nvSpPr>
              <p:cNvPr id="12" name="椭圆 11">
                <a:extLst>
                  <a:ext uri="{FF2B5EF4-FFF2-40B4-BE49-F238E27FC236}">
                    <a16:creationId xmlns:a16="http://schemas.microsoft.com/office/drawing/2014/main" id="{768213FE-972C-4E4F-ACC1-B469DBD41CCC}"/>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3" name="椭圆 12">
                <a:extLst>
                  <a:ext uri="{FF2B5EF4-FFF2-40B4-BE49-F238E27FC236}">
                    <a16:creationId xmlns:a16="http://schemas.microsoft.com/office/drawing/2014/main" id="{E64E2D2D-1EAB-48C2-951B-5155DB0E0990}"/>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4" name="椭圆 13">
                <a:extLst>
                  <a:ext uri="{FF2B5EF4-FFF2-40B4-BE49-F238E27FC236}">
                    <a16:creationId xmlns:a16="http://schemas.microsoft.com/office/drawing/2014/main" id="{B7EE5D61-A137-4F0B-A7DD-208F471DECF7}"/>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sp>
          <p:nvSpPr>
            <p:cNvPr id="2" name="Rectangle 1">
              <a:extLst>
                <a:ext uri="{FF2B5EF4-FFF2-40B4-BE49-F238E27FC236}">
                  <a16:creationId xmlns:a16="http://schemas.microsoft.com/office/drawing/2014/main" id="{32A08274-CB1E-40BF-85DF-A12978883870}"/>
                </a:ext>
              </a:extLst>
            </p:cNvPr>
            <p:cNvSpPr>
              <a:spLocks noChangeArrowheads="1"/>
            </p:cNvSpPr>
            <p:nvPr/>
          </p:nvSpPr>
          <p:spPr bwMode="auto">
            <a:xfrm>
              <a:off x="5638317" y="1485972"/>
              <a:ext cx="3553267"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&gt;dev.langchain4j&lt;/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&gt;langchain4j-open-ai&lt;/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&gt;1.0.1&lt;/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endParaRPr lang="zh-CN" altLang="zh-CN" sz="2400" dirty="0">
                <a:latin typeface="Arial" panose="020B0604020202020204" pitchFamily="34" charset="0"/>
              </a:endParaRPr>
            </a:p>
          </p:txBody>
        </p:sp>
      </p:grpSp>
      <p:grpSp>
        <p:nvGrpSpPr>
          <p:cNvPr id="4" name="组合 3">
            <a:extLst>
              <a:ext uri="{FF2B5EF4-FFF2-40B4-BE49-F238E27FC236}">
                <a16:creationId xmlns:a16="http://schemas.microsoft.com/office/drawing/2014/main" id="{421EB5F9-0A56-42AF-870B-311DCBF23718}"/>
              </a:ext>
            </a:extLst>
          </p:cNvPr>
          <p:cNvGrpSpPr/>
          <p:nvPr/>
        </p:nvGrpSpPr>
        <p:grpSpPr>
          <a:xfrm>
            <a:off x="5331951" y="3119563"/>
            <a:ext cx="6492407" cy="2004888"/>
            <a:chOff x="5331948" y="3119562"/>
            <a:chExt cx="6492407" cy="2004888"/>
          </a:xfrm>
        </p:grpSpPr>
        <p:grpSp>
          <p:nvGrpSpPr>
            <p:cNvPr id="25" name="组合 24">
              <a:extLst>
                <a:ext uri="{FF2B5EF4-FFF2-40B4-BE49-F238E27FC236}">
                  <a16:creationId xmlns:a16="http://schemas.microsoft.com/office/drawing/2014/main" id="{87CB9FAF-0662-4571-AA9F-6B45539DD27A}"/>
                </a:ext>
              </a:extLst>
            </p:cNvPr>
            <p:cNvGrpSpPr/>
            <p:nvPr/>
          </p:nvGrpSpPr>
          <p:grpSpPr>
            <a:xfrm>
              <a:off x="5331948" y="3119562"/>
              <a:ext cx="6492407" cy="2004888"/>
              <a:chOff x="5331948" y="3119562"/>
              <a:chExt cx="6492407" cy="2004888"/>
            </a:xfrm>
          </p:grpSpPr>
          <p:sp>
            <p:nvSpPr>
              <p:cNvPr id="18" name="矩形: 圆角 17">
                <a:extLst>
                  <a:ext uri="{FF2B5EF4-FFF2-40B4-BE49-F238E27FC236}">
                    <a16:creationId xmlns:a16="http://schemas.microsoft.com/office/drawing/2014/main" id="{138A865F-5748-4BA6-B593-58CCEACDF6D0}"/>
                  </a:ext>
                </a:extLst>
              </p:cNvPr>
              <p:cNvSpPr/>
              <p:nvPr/>
            </p:nvSpPr>
            <p:spPr>
              <a:xfrm>
                <a:off x="5331948" y="3119562"/>
                <a:ext cx="6492407" cy="2004888"/>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6" name="Rectangle 2">
                <a:extLst>
                  <a:ext uri="{FF2B5EF4-FFF2-40B4-BE49-F238E27FC236}">
                    <a16:creationId xmlns:a16="http://schemas.microsoft.com/office/drawing/2014/main" id="{624D4397-2726-405B-9508-1C8766B94C12}"/>
                  </a:ext>
                </a:extLst>
              </p:cNvPr>
              <p:cNvSpPr>
                <a:spLocks noChangeArrowheads="1"/>
              </p:cNvSpPr>
              <p:nvPr/>
            </p:nvSpPr>
            <p:spPr bwMode="auto">
              <a:xfrm>
                <a:off x="5497700" y="3576569"/>
                <a:ext cx="5535210"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OpenAiChatModel model  </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OpenAiChatModel</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.baseUrl(</a:t>
                </a:r>
                <a:r>
                  <a:rPr lang="zh-CN" altLang="zh-CN" sz="1300" dirty="0">
                    <a:solidFill>
                      <a:srgbClr val="067D17"/>
                    </a:solidFill>
                    <a:latin typeface="Arial Unicode MS"/>
                    <a:ea typeface="JetBrains Mono"/>
                  </a:rPr>
                  <a:t>"https://dashscope.aliyuncs.com/compatible-mode/v1"</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.apiKey(</a:t>
                </a:r>
                <a:r>
                  <a:rPr lang="zh-CN" altLang="zh-CN" sz="1300" dirty="0">
                    <a:solidFill>
                      <a:srgbClr val="000000"/>
                    </a:solidFill>
                    <a:latin typeface="Arial Unicode MS"/>
                    <a:ea typeface="JetBrains Mono"/>
                  </a:rPr>
                  <a:t>System</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getenv</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"API-KEY"</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.modelName(</a:t>
                </a:r>
                <a:r>
                  <a:rPr lang="zh-CN" altLang="zh-CN" sz="1300" dirty="0">
                    <a:solidFill>
                      <a:srgbClr val="067D17"/>
                    </a:solidFill>
                    <a:latin typeface="Arial Unicode MS"/>
                    <a:ea typeface="JetBrains Mono"/>
                  </a:rPr>
                  <a:t>"qwen-plus"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endParaRPr lang="zh-CN" altLang="zh-CN" sz="2400" dirty="0">
                  <a:latin typeface="Arial" panose="020B0604020202020204" pitchFamily="34" charset="0"/>
                </a:endParaRPr>
              </a:p>
            </p:txBody>
          </p:sp>
        </p:grpSp>
        <p:sp>
          <p:nvSpPr>
            <p:cNvPr id="19" name="任意多边形: 形状 18">
              <a:extLst>
                <a:ext uri="{FF2B5EF4-FFF2-40B4-BE49-F238E27FC236}">
                  <a16:creationId xmlns:a16="http://schemas.microsoft.com/office/drawing/2014/main" id="{38CC7B8F-0B36-49E6-8D8C-DEF0FCB641F7}"/>
                </a:ext>
              </a:extLst>
            </p:cNvPr>
            <p:cNvSpPr/>
            <p:nvPr/>
          </p:nvSpPr>
          <p:spPr>
            <a:xfrm>
              <a:off x="5331948" y="3141299"/>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endParaRPr lang="zh-CN" altLang="en-US" sz="1351"/>
            </a:p>
          </p:txBody>
        </p:sp>
        <p:grpSp>
          <p:nvGrpSpPr>
            <p:cNvPr id="20" name="组合 19">
              <a:extLst>
                <a:ext uri="{FF2B5EF4-FFF2-40B4-BE49-F238E27FC236}">
                  <a16:creationId xmlns:a16="http://schemas.microsoft.com/office/drawing/2014/main" id="{0F3E5E09-A9D4-45F9-BB9F-4136B688246D}"/>
                </a:ext>
              </a:extLst>
            </p:cNvPr>
            <p:cNvGrpSpPr/>
            <p:nvPr/>
          </p:nvGrpSpPr>
          <p:grpSpPr>
            <a:xfrm>
              <a:off x="5497700" y="3226769"/>
              <a:ext cx="771634" cy="133081"/>
              <a:chOff x="2016841" y="2587412"/>
              <a:chExt cx="730275" cy="133081"/>
            </a:xfrm>
          </p:grpSpPr>
          <p:sp>
            <p:nvSpPr>
              <p:cNvPr id="22" name="椭圆 21">
                <a:extLst>
                  <a:ext uri="{FF2B5EF4-FFF2-40B4-BE49-F238E27FC236}">
                    <a16:creationId xmlns:a16="http://schemas.microsoft.com/office/drawing/2014/main" id="{DF8A56EA-42C3-4D43-89F6-E44BD722A4E1}"/>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3" name="椭圆 22">
                <a:extLst>
                  <a:ext uri="{FF2B5EF4-FFF2-40B4-BE49-F238E27FC236}">
                    <a16:creationId xmlns:a16="http://schemas.microsoft.com/office/drawing/2014/main" id="{8D72B40F-E10E-4407-A2F7-305316C6FAF2}"/>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4" name="椭圆 23">
                <a:extLst>
                  <a:ext uri="{FF2B5EF4-FFF2-40B4-BE49-F238E27FC236}">
                    <a16:creationId xmlns:a16="http://schemas.microsoft.com/office/drawing/2014/main" id="{EB7FF1B6-5EF3-4D74-B719-170A361D75BA}"/>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grpSp>
      <p:grpSp>
        <p:nvGrpSpPr>
          <p:cNvPr id="38" name="组合 37">
            <a:extLst>
              <a:ext uri="{FF2B5EF4-FFF2-40B4-BE49-F238E27FC236}">
                <a16:creationId xmlns:a16="http://schemas.microsoft.com/office/drawing/2014/main" id="{E549F9DC-360C-4E4D-8D88-214BE72EC6B9}"/>
              </a:ext>
            </a:extLst>
          </p:cNvPr>
          <p:cNvGrpSpPr/>
          <p:nvPr/>
        </p:nvGrpSpPr>
        <p:grpSpPr>
          <a:xfrm>
            <a:off x="5331951" y="5262689"/>
            <a:ext cx="6492407" cy="1258915"/>
            <a:chOff x="5331948" y="5262688"/>
            <a:chExt cx="6492407" cy="1258914"/>
          </a:xfrm>
        </p:grpSpPr>
        <p:sp>
          <p:nvSpPr>
            <p:cNvPr id="30" name="矩形: 圆角 29">
              <a:extLst>
                <a:ext uri="{FF2B5EF4-FFF2-40B4-BE49-F238E27FC236}">
                  <a16:creationId xmlns:a16="http://schemas.microsoft.com/office/drawing/2014/main" id="{FD227882-B9D2-4758-AF0E-E6963001F653}"/>
                </a:ext>
              </a:extLst>
            </p:cNvPr>
            <p:cNvSpPr/>
            <p:nvPr/>
          </p:nvSpPr>
          <p:spPr>
            <a:xfrm>
              <a:off x="5331948" y="5262688"/>
              <a:ext cx="6492407" cy="1258914"/>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1" name="任意多边形: 形状 30">
              <a:extLst>
                <a:ext uri="{FF2B5EF4-FFF2-40B4-BE49-F238E27FC236}">
                  <a16:creationId xmlns:a16="http://schemas.microsoft.com/office/drawing/2014/main" id="{FDC4B8DC-0651-4CE0-941A-1E544AE7AF55}"/>
                </a:ext>
              </a:extLst>
            </p:cNvPr>
            <p:cNvSpPr/>
            <p:nvPr/>
          </p:nvSpPr>
          <p:spPr>
            <a:xfrm>
              <a:off x="5331948" y="5284425"/>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endParaRPr lang="zh-CN" altLang="en-US" sz="1351"/>
            </a:p>
          </p:txBody>
        </p:sp>
        <p:grpSp>
          <p:nvGrpSpPr>
            <p:cNvPr id="32" name="组合 31">
              <a:extLst>
                <a:ext uri="{FF2B5EF4-FFF2-40B4-BE49-F238E27FC236}">
                  <a16:creationId xmlns:a16="http://schemas.microsoft.com/office/drawing/2014/main" id="{F844749D-4515-45A4-9AEF-F34FEDD5127F}"/>
                </a:ext>
              </a:extLst>
            </p:cNvPr>
            <p:cNvGrpSpPr/>
            <p:nvPr/>
          </p:nvGrpSpPr>
          <p:grpSpPr>
            <a:xfrm>
              <a:off x="5497700" y="5369895"/>
              <a:ext cx="771634" cy="133081"/>
              <a:chOff x="2016841" y="2587412"/>
              <a:chExt cx="730275" cy="133081"/>
            </a:xfrm>
          </p:grpSpPr>
          <p:sp>
            <p:nvSpPr>
              <p:cNvPr id="34" name="椭圆 33">
                <a:extLst>
                  <a:ext uri="{FF2B5EF4-FFF2-40B4-BE49-F238E27FC236}">
                    <a16:creationId xmlns:a16="http://schemas.microsoft.com/office/drawing/2014/main" id="{96FE2E76-9426-4A69-9E32-608A164778E9}"/>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5" name="椭圆 34">
                <a:extLst>
                  <a:ext uri="{FF2B5EF4-FFF2-40B4-BE49-F238E27FC236}">
                    <a16:creationId xmlns:a16="http://schemas.microsoft.com/office/drawing/2014/main" id="{8398CDD2-EAFD-445D-B4AC-3F0668D99E4B}"/>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6" name="椭圆 35">
                <a:extLst>
                  <a:ext uri="{FF2B5EF4-FFF2-40B4-BE49-F238E27FC236}">
                    <a16:creationId xmlns:a16="http://schemas.microsoft.com/office/drawing/2014/main" id="{D5C22CA5-43D6-4D6A-BC44-D78F9438D8CD}"/>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sp>
          <p:nvSpPr>
            <p:cNvPr id="37" name="Rectangle 3">
              <a:extLst>
                <a:ext uri="{FF2B5EF4-FFF2-40B4-BE49-F238E27FC236}">
                  <a16:creationId xmlns:a16="http://schemas.microsoft.com/office/drawing/2014/main" id="{0177AAFF-4572-4EB1-BD3A-09501C6FDEF3}"/>
                </a:ext>
              </a:extLst>
            </p:cNvPr>
            <p:cNvSpPr>
              <a:spLocks noChangeArrowheads="1"/>
            </p:cNvSpPr>
            <p:nvPr/>
          </p:nvSpPr>
          <p:spPr bwMode="auto">
            <a:xfrm>
              <a:off x="5576625" y="5674802"/>
              <a:ext cx="3676650" cy="58541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String result </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model</a:t>
              </a:r>
              <a:r>
                <a:rPr lang="zh-CN" altLang="zh-CN" sz="1300" dirty="0">
                  <a:solidFill>
                    <a:srgbClr val="080808"/>
                  </a:solidFill>
                  <a:latin typeface="Arial Unicode MS"/>
                  <a:ea typeface="JetBrains Mono"/>
                </a:rPr>
                <a:t>.chat(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东哥帅不帅</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00000"/>
                  </a:solidFill>
                  <a:latin typeface="Arial Unicode MS"/>
                  <a:ea typeface="JetBrains Mono"/>
                </a:rPr>
                <a:t>System</a:t>
              </a:r>
              <a:r>
                <a:rPr lang="zh-CN" altLang="zh-CN" sz="1300" dirty="0">
                  <a:solidFill>
                    <a:srgbClr val="080808"/>
                  </a:solidFill>
                  <a:latin typeface="Arial Unicode MS"/>
                  <a:ea typeface="JetBrains Mono"/>
                </a:rPr>
                <a:t>.</a:t>
              </a:r>
              <a:r>
                <a:rPr lang="zh-CN" altLang="zh-CN" sz="1300" i="1" dirty="0">
                  <a:solidFill>
                    <a:srgbClr val="871094"/>
                  </a:solidFill>
                  <a:latin typeface="Arial Unicode MS"/>
                  <a:ea typeface="JetBrains Mono"/>
                </a:rPr>
                <a:t>out</a:t>
              </a:r>
              <a:r>
                <a:rPr lang="zh-CN" altLang="zh-CN" sz="1300" dirty="0">
                  <a:solidFill>
                    <a:srgbClr val="080808"/>
                  </a:solidFill>
                  <a:latin typeface="Arial Unicode MS"/>
                  <a:ea typeface="JetBrains Mono"/>
                </a:rPr>
                <a:t>.println(</a:t>
              </a:r>
              <a:r>
                <a:rPr lang="zh-CN" altLang="zh-CN" sz="1300" dirty="0">
                  <a:solidFill>
                    <a:srgbClr val="000000"/>
                  </a:solidFill>
                  <a:latin typeface="Arial Unicode MS"/>
                  <a:ea typeface="JetBrains Mono"/>
                </a:rPr>
                <a:t>result</a:t>
              </a: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cxnSp>
        <p:nvCxnSpPr>
          <p:cNvPr id="7" name="直接连接符 6">
            <a:extLst>
              <a:ext uri="{FF2B5EF4-FFF2-40B4-BE49-F238E27FC236}">
                <a16:creationId xmlns:a16="http://schemas.microsoft.com/office/drawing/2014/main" id="{47F95479-6873-4455-A6EE-1217B9E7FF2C}"/>
              </a:ext>
            </a:extLst>
          </p:cNvPr>
          <p:cNvCxnSpPr/>
          <p:nvPr/>
        </p:nvCxnSpPr>
        <p:spPr>
          <a:xfrm>
            <a:off x="6583680" y="4389120"/>
            <a:ext cx="1926336" cy="0"/>
          </a:xfrm>
          <a:prstGeom prst="line">
            <a:avLst/>
          </a:prstGeom>
          <a:ln>
            <a:solidFill>
              <a:srgbClr val="C0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5820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1000"/>
                                        <p:tgtEl>
                                          <p:spTgt spid="38"/>
                                        </p:tgtEl>
                                      </p:cBhvr>
                                    </p:animEffect>
                                    <p:anim calcmode="lin" valueType="num">
                                      <p:cBhvr>
                                        <p:cTn id="32" dur="1000" fill="hold"/>
                                        <p:tgtEl>
                                          <p:spTgt spid="38"/>
                                        </p:tgtEl>
                                        <p:attrNameLst>
                                          <p:attrName>ppt_x</p:attrName>
                                        </p:attrNameLst>
                                      </p:cBhvr>
                                      <p:tavLst>
                                        <p:tav tm="0">
                                          <p:val>
                                            <p:strVal val="#ppt_x"/>
                                          </p:val>
                                        </p:tav>
                                        <p:tav tm="100000">
                                          <p:val>
                                            <p:strVal val="#ppt_x"/>
                                          </p:val>
                                        </p:tav>
                                      </p:tavLst>
                                    </p:anim>
                                    <p:anim calcmode="lin" valueType="num">
                                      <p:cBhvr>
                                        <p:cTn id="33"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快速入门</a:t>
            </a:r>
          </a:p>
        </p:txBody>
      </p:sp>
      <p:sp>
        <p:nvSpPr>
          <p:cNvPr id="6" name="内容占位符 1">
            <a:extLst>
              <a:ext uri="{FF2B5EF4-FFF2-40B4-BE49-F238E27FC236}">
                <a16:creationId xmlns:a16="http://schemas.microsoft.com/office/drawing/2014/main" id="{2FA09A02-C24E-4B8E-BC25-387289F44D38}"/>
              </a:ext>
            </a:extLst>
          </p:cNvPr>
          <p:cNvSpPr txBox="1">
            <a:spLocks/>
          </p:cNvSpPr>
          <p:nvPr/>
        </p:nvSpPr>
        <p:spPr>
          <a:xfrm>
            <a:off x="698224" y="1032880"/>
            <a:ext cx="3553267" cy="17148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F2F2F"/>
                </a:solidFill>
                <a:latin typeface="Source Code Pro"/>
              </a:rPr>
              <a:t>打印日志信息</a:t>
            </a:r>
            <a:endParaRPr lang="en-US" altLang="zh-CN" dirty="0">
              <a:solidFill>
                <a:srgbClr val="2F2F2F"/>
              </a:solidFill>
              <a:latin typeface="Source Code Pro"/>
            </a:endParaRPr>
          </a:p>
        </p:txBody>
      </p:sp>
      <p:grpSp>
        <p:nvGrpSpPr>
          <p:cNvPr id="5" name="组合 4">
            <a:extLst>
              <a:ext uri="{FF2B5EF4-FFF2-40B4-BE49-F238E27FC236}">
                <a16:creationId xmlns:a16="http://schemas.microsoft.com/office/drawing/2014/main" id="{EA19004C-C879-4CB6-A585-AE5B4608B967}"/>
              </a:ext>
            </a:extLst>
          </p:cNvPr>
          <p:cNvGrpSpPr/>
          <p:nvPr/>
        </p:nvGrpSpPr>
        <p:grpSpPr>
          <a:xfrm>
            <a:off x="5386381" y="1032881"/>
            <a:ext cx="6492407" cy="1899593"/>
            <a:chOff x="5331949" y="1081732"/>
            <a:chExt cx="6492407" cy="1899593"/>
          </a:xfrm>
        </p:grpSpPr>
        <p:grpSp>
          <p:nvGrpSpPr>
            <p:cNvPr id="15" name="组合 14">
              <a:extLst>
                <a:ext uri="{FF2B5EF4-FFF2-40B4-BE49-F238E27FC236}">
                  <a16:creationId xmlns:a16="http://schemas.microsoft.com/office/drawing/2014/main" id="{221FB886-0177-44F8-A5CC-3BCF62BA60EE}"/>
                </a:ext>
              </a:extLst>
            </p:cNvPr>
            <p:cNvGrpSpPr/>
            <p:nvPr/>
          </p:nvGrpSpPr>
          <p:grpSpPr>
            <a:xfrm>
              <a:off x="5331949" y="1081732"/>
              <a:ext cx="6492407" cy="1899593"/>
              <a:chOff x="5331949" y="1081732"/>
              <a:chExt cx="6492407" cy="1899593"/>
            </a:xfrm>
          </p:grpSpPr>
          <p:sp>
            <p:nvSpPr>
              <p:cNvPr id="8" name="矩形: 圆角 7">
                <a:extLst>
                  <a:ext uri="{FF2B5EF4-FFF2-40B4-BE49-F238E27FC236}">
                    <a16:creationId xmlns:a16="http://schemas.microsoft.com/office/drawing/2014/main" id="{5ADBD8F5-AFE0-4EC0-8DC2-BC2762218E76}"/>
                  </a:ext>
                </a:extLst>
              </p:cNvPr>
              <p:cNvSpPr/>
              <p:nvPr/>
            </p:nvSpPr>
            <p:spPr>
              <a:xfrm>
                <a:off x="5331949" y="1081732"/>
                <a:ext cx="6492407" cy="1899593"/>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0" name="任意多边形: 形状 9">
                <a:extLst>
                  <a:ext uri="{FF2B5EF4-FFF2-40B4-BE49-F238E27FC236}">
                    <a16:creationId xmlns:a16="http://schemas.microsoft.com/office/drawing/2014/main" id="{9CC9E7B0-3BB7-46A3-817C-B3E0D6112F22}"/>
                  </a:ext>
                </a:extLst>
              </p:cNvPr>
              <p:cNvSpPr/>
              <p:nvPr/>
            </p:nvSpPr>
            <p:spPr>
              <a:xfrm>
                <a:off x="5331949" y="1103470"/>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1" name="组合 10">
                <a:extLst>
                  <a:ext uri="{FF2B5EF4-FFF2-40B4-BE49-F238E27FC236}">
                    <a16:creationId xmlns:a16="http://schemas.microsoft.com/office/drawing/2014/main" id="{2130206E-2932-4069-B4A7-B40B63736AF5}"/>
                  </a:ext>
                </a:extLst>
              </p:cNvPr>
              <p:cNvGrpSpPr/>
              <p:nvPr/>
            </p:nvGrpSpPr>
            <p:grpSpPr>
              <a:xfrm>
                <a:off x="5497701" y="1188940"/>
                <a:ext cx="771634" cy="133081"/>
                <a:chOff x="2016841" y="2587412"/>
                <a:chExt cx="730275" cy="133081"/>
              </a:xfrm>
            </p:grpSpPr>
            <p:sp>
              <p:nvSpPr>
                <p:cNvPr id="12" name="椭圆 11">
                  <a:extLst>
                    <a:ext uri="{FF2B5EF4-FFF2-40B4-BE49-F238E27FC236}">
                      <a16:creationId xmlns:a16="http://schemas.microsoft.com/office/drawing/2014/main" id="{768213FE-972C-4E4F-ACC1-B469DBD41CCC}"/>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3" name="椭圆 12">
                  <a:extLst>
                    <a:ext uri="{FF2B5EF4-FFF2-40B4-BE49-F238E27FC236}">
                      <a16:creationId xmlns:a16="http://schemas.microsoft.com/office/drawing/2014/main" id="{E64E2D2D-1EAB-48C2-951B-5155DB0E0990}"/>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4" name="椭圆 13">
                  <a:extLst>
                    <a:ext uri="{FF2B5EF4-FFF2-40B4-BE49-F238E27FC236}">
                      <a16:creationId xmlns:a16="http://schemas.microsoft.com/office/drawing/2014/main" id="{B7EE5D61-A137-4F0B-A7DD-208F471DECF7}"/>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grpSp>
        <p:sp>
          <p:nvSpPr>
            <p:cNvPr id="4" name="Rectangle 1">
              <a:extLst>
                <a:ext uri="{FF2B5EF4-FFF2-40B4-BE49-F238E27FC236}">
                  <a16:creationId xmlns:a16="http://schemas.microsoft.com/office/drawing/2014/main" id="{46592116-0D05-4860-84B9-412BEB842F5E}"/>
                </a:ext>
              </a:extLst>
            </p:cNvPr>
            <p:cNvSpPr>
              <a:spLocks noChangeArrowheads="1"/>
            </p:cNvSpPr>
            <p:nvPr/>
          </p:nvSpPr>
          <p:spPr bwMode="auto">
            <a:xfrm>
              <a:off x="5568008" y="1429127"/>
              <a:ext cx="3286126"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&gt;ch.qos.logback&lt;/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&gt;logback-classic&lt;/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&gt;1.5.18&lt;/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endParaRPr lang="zh-CN" altLang="zh-CN" sz="2400" dirty="0">
                <a:latin typeface="Arial" panose="020B0604020202020204" pitchFamily="34" charset="0"/>
              </a:endParaRPr>
            </a:p>
          </p:txBody>
        </p:sp>
      </p:grpSp>
      <p:grpSp>
        <p:nvGrpSpPr>
          <p:cNvPr id="2" name="组合 1">
            <a:extLst>
              <a:ext uri="{FF2B5EF4-FFF2-40B4-BE49-F238E27FC236}">
                <a16:creationId xmlns:a16="http://schemas.microsoft.com/office/drawing/2014/main" id="{29E4C269-4B8F-44A8-8841-EB5709F92A34}"/>
              </a:ext>
            </a:extLst>
          </p:cNvPr>
          <p:cNvGrpSpPr/>
          <p:nvPr/>
        </p:nvGrpSpPr>
        <p:grpSpPr>
          <a:xfrm>
            <a:off x="5386379" y="3070712"/>
            <a:ext cx="6492407" cy="2833563"/>
            <a:chOff x="5331948" y="3119561"/>
            <a:chExt cx="6492407" cy="2833563"/>
          </a:xfrm>
        </p:grpSpPr>
        <p:sp>
          <p:nvSpPr>
            <p:cNvPr id="18" name="矩形: 圆角 17">
              <a:extLst>
                <a:ext uri="{FF2B5EF4-FFF2-40B4-BE49-F238E27FC236}">
                  <a16:creationId xmlns:a16="http://schemas.microsoft.com/office/drawing/2014/main" id="{138A865F-5748-4BA6-B593-58CCEACDF6D0}"/>
                </a:ext>
              </a:extLst>
            </p:cNvPr>
            <p:cNvSpPr/>
            <p:nvPr/>
          </p:nvSpPr>
          <p:spPr>
            <a:xfrm>
              <a:off x="5331948" y="3119561"/>
              <a:ext cx="6492407" cy="2833563"/>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9" name="任意多边形: 形状 18">
              <a:extLst>
                <a:ext uri="{FF2B5EF4-FFF2-40B4-BE49-F238E27FC236}">
                  <a16:creationId xmlns:a16="http://schemas.microsoft.com/office/drawing/2014/main" id="{38CC7B8F-0B36-49E6-8D8C-DEF0FCB641F7}"/>
                </a:ext>
              </a:extLst>
            </p:cNvPr>
            <p:cNvSpPr/>
            <p:nvPr/>
          </p:nvSpPr>
          <p:spPr>
            <a:xfrm>
              <a:off x="5331948" y="3141299"/>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0" name="组合 19">
              <a:extLst>
                <a:ext uri="{FF2B5EF4-FFF2-40B4-BE49-F238E27FC236}">
                  <a16:creationId xmlns:a16="http://schemas.microsoft.com/office/drawing/2014/main" id="{0F3E5E09-A9D4-45F9-BB9F-4136B688246D}"/>
                </a:ext>
              </a:extLst>
            </p:cNvPr>
            <p:cNvGrpSpPr/>
            <p:nvPr/>
          </p:nvGrpSpPr>
          <p:grpSpPr>
            <a:xfrm>
              <a:off x="5497700" y="3226769"/>
              <a:ext cx="771634" cy="133081"/>
              <a:chOff x="2016841" y="2587412"/>
              <a:chExt cx="730275" cy="133081"/>
            </a:xfrm>
          </p:grpSpPr>
          <p:sp>
            <p:nvSpPr>
              <p:cNvPr id="22" name="椭圆 21">
                <a:extLst>
                  <a:ext uri="{FF2B5EF4-FFF2-40B4-BE49-F238E27FC236}">
                    <a16:creationId xmlns:a16="http://schemas.microsoft.com/office/drawing/2014/main" id="{DF8A56EA-42C3-4D43-89F6-E44BD722A4E1}"/>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3" name="椭圆 22">
                <a:extLst>
                  <a:ext uri="{FF2B5EF4-FFF2-40B4-BE49-F238E27FC236}">
                    <a16:creationId xmlns:a16="http://schemas.microsoft.com/office/drawing/2014/main" id="{8D72B40F-E10E-4407-A2F7-305316C6FAF2}"/>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4" name="椭圆 23">
                <a:extLst>
                  <a:ext uri="{FF2B5EF4-FFF2-40B4-BE49-F238E27FC236}">
                    <a16:creationId xmlns:a16="http://schemas.microsoft.com/office/drawing/2014/main" id="{EB7FF1B6-5EF3-4D74-B719-170A361D75BA}"/>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9" name="Rectangle 3">
              <a:extLst>
                <a:ext uri="{FF2B5EF4-FFF2-40B4-BE49-F238E27FC236}">
                  <a16:creationId xmlns:a16="http://schemas.microsoft.com/office/drawing/2014/main" id="{6D51CE47-50C6-4C65-9A65-2EC6AA81F645}"/>
                </a:ext>
              </a:extLst>
            </p:cNvPr>
            <p:cNvSpPr>
              <a:spLocks noChangeArrowheads="1"/>
            </p:cNvSpPr>
            <p:nvPr/>
          </p:nvSpPr>
          <p:spPr bwMode="auto">
            <a:xfrm>
              <a:off x="5568008" y="3593455"/>
              <a:ext cx="5360398" cy="1885773"/>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OpenAiChatModel model  </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OpenAiChatModel</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.baseUrl(</a:t>
              </a:r>
              <a:r>
                <a:rPr lang="zh-CN" altLang="zh-CN" sz="1300" dirty="0">
                  <a:solidFill>
                    <a:srgbClr val="067D17"/>
                  </a:solidFill>
                  <a:latin typeface="Arial Unicode MS"/>
                  <a:ea typeface="JetBrains Mono"/>
                </a:rPr>
                <a:t>"https://dashscope.aliyuncs.com/compatible-mode/v1"</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.apiKey(</a:t>
              </a:r>
              <a:r>
                <a:rPr lang="zh-CN" altLang="zh-CN" sz="1300" dirty="0">
                  <a:solidFill>
                    <a:srgbClr val="000000"/>
                  </a:solidFill>
                  <a:latin typeface="Arial Unicode MS"/>
                  <a:ea typeface="JetBrains Mono"/>
                </a:rPr>
                <a:t>System</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getenv</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"API-KEY"</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.modelName(</a:t>
              </a:r>
              <a:r>
                <a:rPr lang="zh-CN" altLang="zh-CN" sz="1300" dirty="0">
                  <a:solidFill>
                    <a:srgbClr val="067D17"/>
                  </a:solidFill>
                  <a:latin typeface="Arial Unicode MS"/>
                  <a:ea typeface="JetBrains Mono"/>
                </a:rPr>
                <a:t>"qwen-plus"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.logRequests(</a:t>
              </a:r>
              <a:r>
                <a:rPr lang="zh-CN" altLang="zh-CN" sz="1300" dirty="0">
                  <a:solidFill>
                    <a:srgbClr val="0033B3"/>
                  </a:solidFill>
                  <a:latin typeface="Arial Unicode MS"/>
                  <a:ea typeface="JetBrains Mono"/>
                </a:rPr>
                <a:t>true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.logResponses(</a:t>
              </a:r>
              <a:r>
                <a:rPr lang="zh-CN" altLang="zh-CN" sz="1300" dirty="0">
                  <a:solidFill>
                    <a:srgbClr val="0033B3"/>
                  </a:solidFill>
                  <a:latin typeface="Arial Unicode MS"/>
                  <a:ea typeface="JetBrains Mono"/>
                </a:rPr>
                <a:t>true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endParaRPr lang="zh-CN" altLang="zh-CN" sz="2400" dirty="0">
                <a:latin typeface="Arial" panose="020B0604020202020204" pitchFamily="34" charset="0"/>
              </a:endParaRPr>
            </a:p>
          </p:txBody>
        </p:sp>
      </p:grpSp>
      <p:sp>
        <p:nvSpPr>
          <p:cNvPr id="7" name="矩形 6">
            <a:extLst>
              <a:ext uri="{FF2B5EF4-FFF2-40B4-BE49-F238E27FC236}">
                <a16:creationId xmlns:a16="http://schemas.microsoft.com/office/drawing/2014/main" id="{4F3E1B9F-EC6A-4EDC-A22C-697599D2D0B6}"/>
              </a:ext>
            </a:extLst>
          </p:cNvPr>
          <p:cNvSpPr/>
          <p:nvPr/>
        </p:nvSpPr>
        <p:spPr>
          <a:xfrm>
            <a:off x="6008256" y="4665934"/>
            <a:ext cx="1697088" cy="463391"/>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7330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5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5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C4D64717-C653-9015-0672-AD2C8CA15A06}"/>
              </a:ext>
            </a:extLst>
          </p:cNvPr>
          <p:cNvSpPr>
            <a:spLocks noGrp="1"/>
          </p:cNvSpPr>
          <p:nvPr>
            <p:ph type="body" sz="quarter" idx="10"/>
          </p:nvPr>
        </p:nvSpPr>
        <p:spPr/>
        <p:txBody>
          <a:bodyPr/>
          <a:lstStyle/>
          <a:p>
            <a:pPr marL="342882" indent="-342882">
              <a:buFont typeface="+mj-lt"/>
              <a:buAutoNum type="arabicPeriod"/>
            </a:pPr>
            <a:r>
              <a:rPr lang="zh-CN" altLang="en-US" sz="1800" dirty="0"/>
              <a:t>引入</a:t>
            </a:r>
            <a:r>
              <a:rPr lang="en-US" altLang="zh-CN" sz="1800" dirty="0"/>
              <a:t>langchain4j-open-ai</a:t>
            </a:r>
            <a:r>
              <a:rPr lang="zh-CN" altLang="en-US" sz="1800" dirty="0"/>
              <a:t>依赖</a:t>
            </a:r>
            <a:endParaRPr lang="en-US" altLang="zh-CN" sz="1800" dirty="0"/>
          </a:p>
          <a:p>
            <a:pPr marL="342882" indent="-342882">
              <a:buFont typeface="+mj-lt"/>
              <a:buAutoNum type="arabicPeriod"/>
            </a:pPr>
            <a:r>
              <a:rPr lang="zh-CN" altLang="en-US" sz="1800" dirty="0"/>
              <a:t>构建</a:t>
            </a:r>
            <a:r>
              <a:rPr lang="en-US" altLang="zh-CN" sz="1800" dirty="0" err="1"/>
              <a:t>OpenAIChatModel</a:t>
            </a:r>
            <a:r>
              <a:rPr lang="zh-CN" altLang="en-US" sz="1800" dirty="0"/>
              <a:t>对象</a:t>
            </a:r>
            <a:endParaRPr lang="en-US" altLang="zh-CN" sz="1800" dirty="0"/>
          </a:p>
          <a:p>
            <a:pPr lvl="1" indent="0">
              <a:buNone/>
            </a:pPr>
            <a:r>
              <a:rPr lang="zh-CN" altLang="en-US" sz="1600" dirty="0"/>
              <a:t>配置</a:t>
            </a:r>
            <a:r>
              <a:rPr lang="en-US" altLang="zh-CN" sz="1600" dirty="0" err="1"/>
              <a:t>url</a:t>
            </a:r>
            <a:r>
              <a:rPr lang="zh-CN" altLang="en-US" sz="1600" dirty="0"/>
              <a:t>、</a:t>
            </a:r>
            <a:r>
              <a:rPr lang="en-US" altLang="zh-CN" sz="1600" dirty="0" err="1"/>
              <a:t>api</a:t>
            </a:r>
            <a:r>
              <a:rPr lang="en-US" altLang="zh-CN" sz="1600" dirty="0"/>
              <a:t>-key</a:t>
            </a:r>
            <a:r>
              <a:rPr lang="zh-CN" altLang="en-US" sz="1600" dirty="0"/>
              <a:t>、模型名称</a:t>
            </a:r>
            <a:endParaRPr lang="en-US" altLang="zh-CN" sz="1600" dirty="0"/>
          </a:p>
          <a:p>
            <a:pPr marL="342882" indent="-342882">
              <a:buFont typeface="+mj-lt"/>
              <a:buAutoNum type="arabicPeriod"/>
            </a:pPr>
            <a:r>
              <a:rPr lang="zh-CN" altLang="en-US" sz="1800" dirty="0"/>
              <a:t>调用</a:t>
            </a:r>
            <a:r>
              <a:rPr lang="en-US" altLang="zh-CN" sz="1800" dirty="0"/>
              <a:t>chat</a:t>
            </a:r>
            <a:r>
              <a:rPr lang="zh-CN" altLang="en-US" sz="1800" dirty="0"/>
              <a:t>方法完成对话</a:t>
            </a:r>
            <a:endParaRPr lang="en-US" altLang="zh-CN" sz="1800" dirty="0"/>
          </a:p>
          <a:p>
            <a:pPr marL="342882" indent="-342882">
              <a:buFont typeface="+mj-lt"/>
              <a:buAutoNum type="arabicPeriod"/>
            </a:pPr>
            <a:r>
              <a:rPr lang="zh-CN" altLang="en-US" sz="1800" dirty="0"/>
              <a:t>引入</a:t>
            </a:r>
            <a:r>
              <a:rPr lang="en-US" altLang="zh-CN" sz="1800" dirty="0" err="1"/>
              <a:t>logback</a:t>
            </a:r>
            <a:r>
              <a:rPr lang="zh-CN" altLang="en-US" sz="1800" dirty="0"/>
              <a:t>依赖，并设置</a:t>
            </a:r>
            <a:r>
              <a:rPr lang="en-US" altLang="zh-CN" sz="1800" dirty="0" err="1"/>
              <a:t>logRequests</a:t>
            </a:r>
            <a:r>
              <a:rPr lang="zh-CN" altLang="en-US" sz="1800" dirty="0"/>
              <a:t>和</a:t>
            </a:r>
            <a:r>
              <a:rPr lang="en-US" altLang="zh-CN" sz="1800" dirty="0" err="1"/>
              <a:t>logResponses</a:t>
            </a:r>
            <a:endParaRPr lang="en-US" altLang="zh-CN" dirty="0"/>
          </a:p>
        </p:txBody>
      </p:sp>
    </p:spTree>
    <p:extLst>
      <p:ext uri="{BB962C8B-B14F-4D97-AF65-F5344CB8AC3E}">
        <p14:creationId xmlns:p14="http://schemas.microsoft.com/office/powerpoint/2010/main" val="83742163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pPr lvl="1"/>
            <a:r>
              <a:rPr lang="zh-CN" altLang="en-US" sz="1400" dirty="0"/>
              <a:t>快速入门</a:t>
            </a:r>
            <a:endParaRPr lang="en-US" altLang="zh-CN" sz="1400" dirty="0"/>
          </a:p>
          <a:p>
            <a:pPr lvl="1"/>
            <a:r>
              <a:rPr lang="en-US" altLang="zh-CN" sz="1400" dirty="0"/>
              <a:t>Spring</a:t>
            </a:r>
            <a:r>
              <a:rPr lang="zh-CN" altLang="en-US" sz="1400" dirty="0"/>
              <a:t>整合</a:t>
            </a:r>
            <a:r>
              <a:rPr lang="en-US" altLang="zh-CN" sz="1400" dirty="0"/>
              <a:t>LangChain4j</a:t>
            </a:r>
          </a:p>
          <a:p>
            <a:pPr lvl="1"/>
            <a:r>
              <a:rPr lang="en-US" altLang="zh-CN" sz="1400" dirty="0" err="1"/>
              <a:t>AiServices</a:t>
            </a:r>
            <a:r>
              <a:rPr lang="zh-CN" altLang="en-US" sz="1400" dirty="0"/>
              <a:t>工具类</a:t>
            </a:r>
            <a:endParaRPr lang="en-US" altLang="zh-CN" sz="1400" dirty="0"/>
          </a:p>
          <a:p>
            <a:pPr lvl="1"/>
            <a:r>
              <a:rPr lang="zh-CN" altLang="en-US" sz="1400" dirty="0"/>
              <a:t>流式调用</a:t>
            </a:r>
            <a:endParaRPr lang="en-US" altLang="zh-CN" sz="1400" dirty="0"/>
          </a:p>
          <a:p>
            <a:pPr lvl="1"/>
            <a:r>
              <a:rPr lang="zh-CN" altLang="en-US" sz="1400" dirty="0"/>
              <a:t>消息注解</a:t>
            </a:r>
            <a:endParaRPr lang="en-US" altLang="zh-CN" sz="1400" dirty="0"/>
          </a:p>
          <a:p>
            <a:pPr lvl="1"/>
            <a:r>
              <a:rPr lang="zh-CN" altLang="en-US" sz="1400" dirty="0"/>
              <a:t>会话记忆</a:t>
            </a:r>
            <a:endParaRPr lang="en-US" altLang="zh-CN" sz="1400"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162260286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0" fill="hold"/>
                                        <p:tgtEl>
                                          <p:spTgt spid="4">
                                            <p:txEl>
                                              <p:pRg st="2" end="2"/>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-Spring</a:t>
            </a:r>
            <a:r>
              <a:rPr lang="zh-CN" altLang="en-US" dirty="0"/>
              <a:t>整合</a:t>
            </a:r>
            <a:r>
              <a:rPr lang="en-US" altLang="zh-CN" dirty="0"/>
              <a:t>LangChain4j</a:t>
            </a:r>
            <a:endParaRPr lang="zh-CN" altLang="en-US" dirty="0"/>
          </a:p>
        </p:txBody>
      </p:sp>
      <p:sp>
        <p:nvSpPr>
          <p:cNvPr id="6" name="内容占位符 1">
            <a:extLst>
              <a:ext uri="{FF2B5EF4-FFF2-40B4-BE49-F238E27FC236}">
                <a16:creationId xmlns:a16="http://schemas.microsoft.com/office/drawing/2014/main" id="{2FA09A02-C24E-4B8E-BC25-387289F44D38}"/>
              </a:ext>
            </a:extLst>
          </p:cNvPr>
          <p:cNvSpPr txBox="1">
            <a:spLocks/>
          </p:cNvSpPr>
          <p:nvPr/>
        </p:nvSpPr>
        <p:spPr>
          <a:xfrm>
            <a:off x="698223" y="1032881"/>
            <a:ext cx="3892828" cy="21084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F2F2F"/>
                </a:solidFill>
                <a:latin typeface="Source Code Pro"/>
              </a:rPr>
              <a:t>1.</a:t>
            </a:r>
            <a:r>
              <a:rPr lang="zh-CN" altLang="en-US" dirty="0">
                <a:solidFill>
                  <a:srgbClr val="2F2F2F"/>
                </a:solidFill>
                <a:latin typeface="Source Code Pro"/>
              </a:rPr>
              <a:t>构建</a:t>
            </a:r>
            <a:r>
              <a:rPr lang="en-US" altLang="zh-CN" dirty="0" err="1">
                <a:solidFill>
                  <a:srgbClr val="2F2F2F"/>
                </a:solidFill>
                <a:latin typeface="Source Code Pro"/>
              </a:rPr>
              <a:t>springboot</a:t>
            </a:r>
            <a:r>
              <a:rPr lang="zh-CN" altLang="en-US" dirty="0">
                <a:solidFill>
                  <a:srgbClr val="2F2F2F"/>
                </a:solidFill>
                <a:latin typeface="Source Code Pro"/>
              </a:rPr>
              <a:t>项目</a:t>
            </a:r>
            <a:endParaRPr lang="en-US" altLang="zh-CN" dirty="0">
              <a:solidFill>
                <a:srgbClr val="2F2F2F"/>
              </a:solidFill>
              <a:latin typeface="Source Code Pro"/>
            </a:endParaRPr>
          </a:p>
          <a:p>
            <a:pPr marL="0" indent="0" defTabSz="914354">
              <a:lnSpc>
                <a:spcPct val="150000"/>
              </a:lnSpc>
              <a:buNone/>
              <a:defRPr/>
            </a:pPr>
            <a:r>
              <a:rPr lang="en-US" altLang="zh-CN" dirty="0">
                <a:solidFill>
                  <a:srgbClr val="2F2F2F"/>
                </a:solidFill>
                <a:latin typeface="Source Code Pro"/>
              </a:rPr>
              <a:t>2.</a:t>
            </a:r>
            <a:r>
              <a:rPr lang="zh-CN" altLang="en-US" dirty="0">
                <a:solidFill>
                  <a:srgbClr val="2F2F2F"/>
                </a:solidFill>
                <a:latin typeface="Source Code Pro"/>
              </a:rPr>
              <a:t>引入起步依赖</a:t>
            </a:r>
            <a:endParaRPr lang="en-US" altLang="zh-CN" dirty="0">
              <a:solidFill>
                <a:srgbClr val="2F2F2F"/>
              </a:solidFill>
              <a:latin typeface="Source Code Pro"/>
            </a:endParaRPr>
          </a:p>
          <a:p>
            <a:pPr marL="0" indent="0" defTabSz="914354">
              <a:lnSpc>
                <a:spcPct val="150000"/>
              </a:lnSpc>
              <a:buNone/>
              <a:defRPr/>
            </a:pPr>
            <a:r>
              <a:rPr lang="en-US" altLang="zh-CN" dirty="0">
                <a:solidFill>
                  <a:srgbClr val="2F2F2F"/>
                </a:solidFill>
                <a:latin typeface="Source Code Pro"/>
              </a:rPr>
              <a:t>3.application.yml</a:t>
            </a:r>
            <a:r>
              <a:rPr lang="zh-CN" altLang="en-US" dirty="0">
                <a:solidFill>
                  <a:srgbClr val="2F2F2F"/>
                </a:solidFill>
                <a:latin typeface="Source Code Pro"/>
              </a:rPr>
              <a:t>中配置大模型</a:t>
            </a:r>
            <a:endParaRPr lang="en-US" altLang="zh-CN" dirty="0">
              <a:solidFill>
                <a:srgbClr val="2F2F2F"/>
              </a:solidFill>
              <a:latin typeface="Source Code Pro"/>
            </a:endParaRPr>
          </a:p>
          <a:p>
            <a:pPr marL="0" indent="0" defTabSz="914354">
              <a:lnSpc>
                <a:spcPct val="150000"/>
              </a:lnSpc>
              <a:buNone/>
              <a:defRPr/>
            </a:pPr>
            <a:r>
              <a:rPr lang="en-US" altLang="zh-CN" dirty="0">
                <a:solidFill>
                  <a:srgbClr val="2F2F2F"/>
                </a:solidFill>
                <a:latin typeface="Source Code Pro"/>
              </a:rPr>
              <a:t>4.</a:t>
            </a:r>
            <a:r>
              <a:rPr lang="zh-CN" altLang="en-US" dirty="0">
                <a:solidFill>
                  <a:srgbClr val="2F2F2F"/>
                </a:solidFill>
                <a:latin typeface="Source Code Pro"/>
              </a:rPr>
              <a:t>开发接口，调用大模型</a:t>
            </a:r>
            <a:endParaRPr lang="en-US" altLang="zh-CN" dirty="0">
              <a:solidFill>
                <a:srgbClr val="2F2F2F"/>
              </a:solidFill>
              <a:latin typeface="Source Code Pro"/>
            </a:endParaRPr>
          </a:p>
        </p:txBody>
      </p:sp>
      <p:grpSp>
        <p:nvGrpSpPr>
          <p:cNvPr id="2" name="组合 1">
            <a:extLst>
              <a:ext uri="{FF2B5EF4-FFF2-40B4-BE49-F238E27FC236}">
                <a16:creationId xmlns:a16="http://schemas.microsoft.com/office/drawing/2014/main" id="{7367D982-553F-4C2C-A04C-AAA07FC2FDFC}"/>
              </a:ext>
            </a:extLst>
          </p:cNvPr>
          <p:cNvGrpSpPr/>
          <p:nvPr/>
        </p:nvGrpSpPr>
        <p:grpSpPr>
          <a:xfrm>
            <a:off x="5331951" y="1081734"/>
            <a:ext cx="6492407" cy="1899594"/>
            <a:chOff x="5331949" y="1081732"/>
            <a:chExt cx="6492407" cy="1899593"/>
          </a:xfrm>
        </p:grpSpPr>
        <p:grpSp>
          <p:nvGrpSpPr>
            <p:cNvPr id="15" name="组合 14">
              <a:extLst>
                <a:ext uri="{FF2B5EF4-FFF2-40B4-BE49-F238E27FC236}">
                  <a16:creationId xmlns:a16="http://schemas.microsoft.com/office/drawing/2014/main" id="{221FB886-0177-44F8-A5CC-3BCF62BA60EE}"/>
                </a:ext>
              </a:extLst>
            </p:cNvPr>
            <p:cNvGrpSpPr/>
            <p:nvPr/>
          </p:nvGrpSpPr>
          <p:grpSpPr>
            <a:xfrm>
              <a:off x="5331949" y="1081732"/>
              <a:ext cx="6492407" cy="1899593"/>
              <a:chOff x="5331949" y="1081732"/>
              <a:chExt cx="6492407" cy="1899593"/>
            </a:xfrm>
          </p:grpSpPr>
          <p:sp>
            <p:nvSpPr>
              <p:cNvPr id="8" name="矩形: 圆角 7">
                <a:extLst>
                  <a:ext uri="{FF2B5EF4-FFF2-40B4-BE49-F238E27FC236}">
                    <a16:creationId xmlns:a16="http://schemas.microsoft.com/office/drawing/2014/main" id="{5ADBD8F5-AFE0-4EC0-8DC2-BC2762218E76}"/>
                  </a:ext>
                </a:extLst>
              </p:cNvPr>
              <p:cNvSpPr/>
              <p:nvPr/>
            </p:nvSpPr>
            <p:spPr>
              <a:xfrm>
                <a:off x="5331949" y="1081732"/>
                <a:ext cx="6492407" cy="1899593"/>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0" name="任意多边形: 形状 9">
                <a:extLst>
                  <a:ext uri="{FF2B5EF4-FFF2-40B4-BE49-F238E27FC236}">
                    <a16:creationId xmlns:a16="http://schemas.microsoft.com/office/drawing/2014/main" id="{9CC9E7B0-3BB7-46A3-817C-B3E0D6112F22}"/>
                  </a:ext>
                </a:extLst>
              </p:cNvPr>
              <p:cNvSpPr/>
              <p:nvPr/>
            </p:nvSpPr>
            <p:spPr>
              <a:xfrm>
                <a:off x="5331949" y="1103470"/>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1" name="组合 10">
                <a:extLst>
                  <a:ext uri="{FF2B5EF4-FFF2-40B4-BE49-F238E27FC236}">
                    <a16:creationId xmlns:a16="http://schemas.microsoft.com/office/drawing/2014/main" id="{2130206E-2932-4069-B4A7-B40B63736AF5}"/>
                  </a:ext>
                </a:extLst>
              </p:cNvPr>
              <p:cNvGrpSpPr/>
              <p:nvPr/>
            </p:nvGrpSpPr>
            <p:grpSpPr>
              <a:xfrm>
                <a:off x="5497701" y="1188940"/>
                <a:ext cx="771634" cy="133081"/>
                <a:chOff x="2016841" y="2587412"/>
                <a:chExt cx="730275" cy="133081"/>
              </a:xfrm>
            </p:grpSpPr>
            <p:sp>
              <p:nvSpPr>
                <p:cNvPr id="12" name="椭圆 11">
                  <a:extLst>
                    <a:ext uri="{FF2B5EF4-FFF2-40B4-BE49-F238E27FC236}">
                      <a16:creationId xmlns:a16="http://schemas.microsoft.com/office/drawing/2014/main" id="{768213FE-972C-4E4F-ACC1-B469DBD41CCC}"/>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3" name="椭圆 12">
                  <a:extLst>
                    <a:ext uri="{FF2B5EF4-FFF2-40B4-BE49-F238E27FC236}">
                      <a16:creationId xmlns:a16="http://schemas.microsoft.com/office/drawing/2014/main" id="{E64E2D2D-1EAB-48C2-951B-5155DB0E0990}"/>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4" name="椭圆 13">
                  <a:extLst>
                    <a:ext uri="{FF2B5EF4-FFF2-40B4-BE49-F238E27FC236}">
                      <a16:creationId xmlns:a16="http://schemas.microsoft.com/office/drawing/2014/main" id="{B7EE5D61-A137-4F0B-A7DD-208F471DECF7}"/>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grpSp>
        <p:sp>
          <p:nvSpPr>
            <p:cNvPr id="4" name="Rectangle 1">
              <a:extLst>
                <a:ext uri="{FF2B5EF4-FFF2-40B4-BE49-F238E27FC236}">
                  <a16:creationId xmlns:a16="http://schemas.microsoft.com/office/drawing/2014/main" id="{E1280CF9-4D54-4389-8813-FBEAE7BFB599}"/>
                </a:ext>
              </a:extLst>
            </p:cNvPr>
            <p:cNvSpPr>
              <a:spLocks noChangeArrowheads="1"/>
            </p:cNvSpPr>
            <p:nvPr/>
          </p:nvSpPr>
          <p:spPr bwMode="auto">
            <a:xfrm>
              <a:off x="5497700" y="1496604"/>
              <a:ext cx="5182084" cy="136562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&gt;dev.langchain4j&lt;/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&gt;langchain4j-open-ai-spring-boot-starter&lt;/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&gt;1.0.1-beta6&lt;/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endParaRPr lang="zh-CN" altLang="zh-CN" sz="2400" dirty="0">
                <a:latin typeface="Arial" panose="020B0604020202020204" pitchFamily="34" charset="0"/>
              </a:endParaRPr>
            </a:p>
          </p:txBody>
        </p:sp>
      </p:grpSp>
      <p:grpSp>
        <p:nvGrpSpPr>
          <p:cNvPr id="16" name="组合 15">
            <a:extLst>
              <a:ext uri="{FF2B5EF4-FFF2-40B4-BE49-F238E27FC236}">
                <a16:creationId xmlns:a16="http://schemas.microsoft.com/office/drawing/2014/main" id="{629993C0-AAC7-4E01-9405-76E3B62AE1C5}"/>
              </a:ext>
            </a:extLst>
          </p:cNvPr>
          <p:cNvGrpSpPr/>
          <p:nvPr/>
        </p:nvGrpSpPr>
        <p:grpSpPr>
          <a:xfrm>
            <a:off x="5331951" y="3119563"/>
            <a:ext cx="6492407" cy="2064645"/>
            <a:chOff x="5331948" y="3119561"/>
            <a:chExt cx="6492407" cy="2064645"/>
          </a:xfrm>
        </p:grpSpPr>
        <p:sp>
          <p:nvSpPr>
            <p:cNvPr id="18" name="矩形: 圆角 17">
              <a:extLst>
                <a:ext uri="{FF2B5EF4-FFF2-40B4-BE49-F238E27FC236}">
                  <a16:creationId xmlns:a16="http://schemas.microsoft.com/office/drawing/2014/main" id="{138A865F-5748-4BA6-B593-58CCEACDF6D0}"/>
                </a:ext>
              </a:extLst>
            </p:cNvPr>
            <p:cNvSpPr/>
            <p:nvPr/>
          </p:nvSpPr>
          <p:spPr>
            <a:xfrm>
              <a:off x="5331948" y="3119561"/>
              <a:ext cx="6492407" cy="206464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9" name="任意多边形: 形状 18">
              <a:extLst>
                <a:ext uri="{FF2B5EF4-FFF2-40B4-BE49-F238E27FC236}">
                  <a16:creationId xmlns:a16="http://schemas.microsoft.com/office/drawing/2014/main" id="{38CC7B8F-0B36-49E6-8D8C-DEF0FCB641F7}"/>
                </a:ext>
              </a:extLst>
            </p:cNvPr>
            <p:cNvSpPr/>
            <p:nvPr/>
          </p:nvSpPr>
          <p:spPr>
            <a:xfrm>
              <a:off x="5331948" y="3141299"/>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0" name="组合 19">
              <a:extLst>
                <a:ext uri="{FF2B5EF4-FFF2-40B4-BE49-F238E27FC236}">
                  <a16:creationId xmlns:a16="http://schemas.microsoft.com/office/drawing/2014/main" id="{0F3E5E09-A9D4-45F9-BB9F-4136B688246D}"/>
                </a:ext>
              </a:extLst>
            </p:cNvPr>
            <p:cNvGrpSpPr/>
            <p:nvPr/>
          </p:nvGrpSpPr>
          <p:grpSpPr>
            <a:xfrm>
              <a:off x="5497700" y="3226769"/>
              <a:ext cx="771634" cy="133081"/>
              <a:chOff x="2016841" y="2587412"/>
              <a:chExt cx="730275" cy="133081"/>
            </a:xfrm>
          </p:grpSpPr>
          <p:sp>
            <p:nvSpPr>
              <p:cNvPr id="22" name="椭圆 21">
                <a:extLst>
                  <a:ext uri="{FF2B5EF4-FFF2-40B4-BE49-F238E27FC236}">
                    <a16:creationId xmlns:a16="http://schemas.microsoft.com/office/drawing/2014/main" id="{DF8A56EA-42C3-4D43-89F6-E44BD722A4E1}"/>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3" name="椭圆 22">
                <a:extLst>
                  <a:ext uri="{FF2B5EF4-FFF2-40B4-BE49-F238E27FC236}">
                    <a16:creationId xmlns:a16="http://schemas.microsoft.com/office/drawing/2014/main" id="{8D72B40F-E10E-4407-A2F7-305316C6FAF2}"/>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4" name="椭圆 23">
                <a:extLst>
                  <a:ext uri="{FF2B5EF4-FFF2-40B4-BE49-F238E27FC236}">
                    <a16:creationId xmlns:a16="http://schemas.microsoft.com/office/drawing/2014/main" id="{EB7FF1B6-5EF3-4D74-B719-170A361D75BA}"/>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5" name="Rectangle 2">
              <a:extLst>
                <a:ext uri="{FF2B5EF4-FFF2-40B4-BE49-F238E27FC236}">
                  <a16:creationId xmlns:a16="http://schemas.microsoft.com/office/drawing/2014/main" id="{56778319-2D7F-402C-BFC2-304240551D2D}"/>
                </a:ext>
              </a:extLst>
            </p:cNvPr>
            <p:cNvSpPr>
              <a:spLocks noChangeArrowheads="1"/>
            </p:cNvSpPr>
            <p:nvPr/>
          </p:nvSpPr>
          <p:spPr bwMode="auto">
            <a:xfrm>
              <a:off x="5568008" y="3461160"/>
              <a:ext cx="5229226" cy="162570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langchain4j</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open-ai</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chat-model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base-url</a:t>
              </a:r>
              <a:r>
                <a:rPr lang="zh-CN" altLang="zh-CN" sz="1300" dirty="0">
                  <a:solidFill>
                    <a:srgbClr val="080808"/>
                  </a:solidFill>
                  <a:latin typeface="Arial Unicode MS"/>
                  <a:ea typeface="JetBrains Mono"/>
                </a:rPr>
                <a:t>: https://dashscope.aliyuncs.com/compatible-mode/v1</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api-key</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API-KEY</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model-name</a:t>
              </a:r>
              <a:r>
                <a:rPr lang="zh-CN" altLang="zh-CN" sz="1300" dirty="0">
                  <a:solidFill>
                    <a:srgbClr val="080808"/>
                  </a:solidFill>
                  <a:latin typeface="Arial Unicode MS"/>
                  <a:ea typeface="JetBrains Mono"/>
                </a:rPr>
                <a:t>: qwen-plus</a:t>
              </a:r>
              <a:endParaRPr lang="zh-CN" altLang="zh-CN" sz="2400" dirty="0">
                <a:latin typeface="Arial" panose="020B0604020202020204" pitchFamily="34" charset="0"/>
              </a:endParaRPr>
            </a:p>
          </p:txBody>
        </p:sp>
      </p:grpSp>
      <p:grpSp>
        <p:nvGrpSpPr>
          <p:cNvPr id="9" name="组合 8">
            <a:extLst>
              <a:ext uri="{FF2B5EF4-FFF2-40B4-BE49-F238E27FC236}">
                <a16:creationId xmlns:a16="http://schemas.microsoft.com/office/drawing/2014/main" id="{266D8448-68D1-4278-BDD3-E816E35F3116}"/>
              </a:ext>
            </a:extLst>
          </p:cNvPr>
          <p:cNvGrpSpPr/>
          <p:nvPr/>
        </p:nvGrpSpPr>
        <p:grpSpPr>
          <a:xfrm>
            <a:off x="698224" y="3414568"/>
            <a:ext cx="4483379" cy="3107035"/>
            <a:chOff x="698223" y="3414567"/>
            <a:chExt cx="4483378" cy="3107034"/>
          </a:xfrm>
        </p:grpSpPr>
        <p:sp>
          <p:nvSpPr>
            <p:cNvPr id="30" name="矩形: 圆角 29">
              <a:extLst>
                <a:ext uri="{FF2B5EF4-FFF2-40B4-BE49-F238E27FC236}">
                  <a16:creationId xmlns:a16="http://schemas.microsoft.com/office/drawing/2014/main" id="{FD227882-B9D2-4758-AF0E-E6963001F653}"/>
                </a:ext>
              </a:extLst>
            </p:cNvPr>
            <p:cNvSpPr/>
            <p:nvPr/>
          </p:nvSpPr>
          <p:spPr>
            <a:xfrm>
              <a:off x="698223" y="3414567"/>
              <a:ext cx="4483378" cy="3107034"/>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1" name="任意多边形: 形状 30">
              <a:extLst>
                <a:ext uri="{FF2B5EF4-FFF2-40B4-BE49-F238E27FC236}">
                  <a16:creationId xmlns:a16="http://schemas.microsoft.com/office/drawing/2014/main" id="{FDC4B8DC-0651-4CE0-941A-1E544AE7AF55}"/>
                </a:ext>
              </a:extLst>
            </p:cNvPr>
            <p:cNvSpPr/>
            <p:nvPr/>
          </p:nvSpPr>
          <p:spPr>
            <a:xfrm>
              <a:off x="698223" y="3436304"/>
              <a:ext cx="4483378"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32" name="组合 31">
              <a:extLst>
                <a:ext uri="{FF2B5EF4-FFF2-40B4-BE49-F238E27FC236}">
                  <a16:creationId xmlns:a16="http://schemas.microsoft.com/office/drawing/2014/main" id="{F844749D-4515-45A4-9AEF-F34FEDD5127F}"/>
                </a:ext>
              </a:extLst>
            </p:cNvPr>
            <p:cNvGrpSpPr/>
            <p:nvPr/>
          </p:nvGrpSpPr>
          <p:grpSpPr>
            <a:xfrm>
              <a:off x="863974" y="3521774"/>
              <a:ext cx="771634" cy="133081"/>
              <a:chOff x="2016841" y="2587412"/>
              <a:chExt cx="730275" cy="133081"/>
            </a:xfrm>
          </p:grpSpPr>
          <p:sp>
            <p:nvSpPr>
              <p:cNvPr id="34" name="椭圆 33">
                <a:extLst>
                  <a:ext uri="{FF2B5EF4-FFF2-40B4-BE49-F238E27FC236}">
                    <a16:creationId xmlns:a16="http://schemas.microsoft.com/office/drawing/2014/main" id="{96FE2E76-9426-4A69-9E32-608A164778E9}"/>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5" name="椭圆 34">
                <a:extLst>
                  <a:ext uri="{FF2B5EF4-FFF2-40B4-BE49-F238E27FC236}">
                    <a16:creationId xmlns:a16="http://schemas.microsoft.com/office/drawing/2014/main" id="{8398CDD2-EAFD-445D-B4AC-3F0668D99E4B}"/>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6" name="椭圆 35">
                <a:extLst>
                  <a:ext uri="{FF2B5EF4-FFF2-40B4-BE49-F238E27FC236}">
                    <a16:creationId xmlns:a16="http://schemas.microsoft.com/office/drawing/2014/main" id="{D5C22CA5-43D6-4D6A-BC44-D78F9438D8CD}"/>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7" name="Rectangle 3">
              <a:extLst>
                <a:ext uri="{FF2B5EF4-FFF2-40B4-BE49-F238E27FC236}">
                  <a16:creationId xmlns:a16="http://schemas.microsoft.com/office/drawing/2014/main" id="{3D9AF9F0-4156-4D95-B21E-05936B102ACC}"/>
                </a:ext>
              </a:extLst>
            </p:cNvPr>
            <p:cNvSpPr>
              <a:spLocks noChangeArrowheads="1"/>
            </p:cNvSpPr>
            <p:nvPr/>
          </p:nvSpPr>
          <p:spPr bwMode="auto">
            <a:xfrm>
              <a:off x="863974" y="3762119"/>
              <a:ext cx="3876675" cy="266598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@RestController</a:t>
              </a:r>
              <a:br>
                <a:rPr lang="zh-CN" altLang="zh-CN" sz="1300" dirty="0">
                  <a:solidFill>
                    <a:srgbClr val="9E880D"/>
                  </a:solidFill>
                  <a:latin typeface="Arial Unicode MS"/>
                  <a:ea typeface="JetBrains Mono"/>
                </a:rPr>
              </a:br>
              <a:r>
                <a:rPr lang="zh-CN" altLang="zh-CN" sz="1300" dirty="0">
                  <a:solidFill>
                    <a:srgbClr val="0033B3"/>
                  </a:solidFill>
                  <a:latin typeface="Arial Unicode MS"/>
                  <a:ea typeface="JetBrains Mono"/>
                </a:rPr>
                <a:t>public class </a:t>
              </a:r>
              <a:r>
                <a:rPr lang="zh-CN" altLang="zh-CN" sz="1300" dirty="0">
                  <a:solidFill>
                    <a:srgbClr val="000000"/>
                  </a:solidFill>
                  <a:latin typeface="Arial Unicode MS"/>
                  <a:ea typeface="JetBrains Mono"/>
                </a:rPr>
                <a:t>ChatController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@Autowired</a:t>
              </a:r>
              <a:br>
                <a:rPr lang="zh-CN" altLang="zh-CN" sz="1300" dirty="0">
                  <a:solidFill>
                    <a:srgbClr val="9E880D"/>
                  </a:solidFill>
                  <a:latin typeface="Arial Unicode MS"/>
                  <a:ea typeface="JetBrains Mono"/>
                </a:rPr>
              </a:br>
              <a:r>
                <a:rPr lang="zh-CN" altLang="zh-CN" sz="1300" dirty="0">
                  <a:solidFill>
                    <a:srgbClr val="9E880D"/>
                  </a:solidFill>
                  <a:latin typeface="Arial Unicode MS"/>
                  <a:ea typeface="JetBrains Mono"/>
                </a:rPr>
                <a:t>    </a:t>
              </a:r>
              <a:r>
                <a:rPr lang="zh-CN" altLang="zh-CN" sz="1300" dirty="0">
                  <a:solidFill>
                    <a:srgbClr val="0033B3"/>
                  </a:solidFill>
                  <a:latin typeface="Arial Unicode MS"/>
                  <a:ea typeface="JetBrains Mono"/>
                </a:rPr>
                <a:t>private </a:t>
              </a:r>
              <a:r>
                <a:rPr lang="zh-CN" altLang="zh-CN" sz="1300" dirty="0">
                  <a:solidFill>
                    <a:srgbClr val="000000"/>
                  </a:solidFill>
                  <a:latin typeface="Arial Unicode MS"/>
                  <a:ea typeface="JetBrains Mono"/>
                </a:rPr>
                <a:t>OpenAiChatModel </a:t>
              </a:r>
              <a:r>
                <a:rPr lang="zh-CN" altLang="zh-CN" sz="1300" dirty="0">
                  <a:solidFill>
                    <a:srgbClr val="871094"/>
                  </a:solidFill>
                  <a:latin typeface="Arial Unicode MS"/>
                  <a:ea typeface="JetBrains Mono"/>
                </a:rPr>
                <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@RequestMapping</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"/chat"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String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result </a:t>
              </a:r>
              <a:r>
                <a:rPr lang="zh-CN" altLang="zh-CN" sz="1300" dirty="0">
                  <a:solidFill>
                    <a:srgbClr val="080808"/>
                  </a:solidFill>
                  <a:latin typeface="Arial Unicode MS"/>
                  <a:ea typeface="JetBrains Mono"/>
                </a:rPr>
                <a:t>= </a:t>
              </a:r>
              <a:r>
                <a:rPr lang="zh-CN" altLang="zh-CN" sz="1300" dirty="0">
                  <a:solidFill>
                    <a:srgbClr val="871094"/>
                  </a:solidFill>
                  <a:latin typeface="Arial Unicode MS"/>
                  <a:ea typeface="JetBrains Mono"/>
                </a:rPr>
                <a:t>model</a:t>
              </a:r>
              <a:r>
                <a:rPr lang="zh-CN" altLang="zh-CN" sz="1300" dirty="0">
                  <a:solidFill>
                    <a:srgbClr val="080808"/>
                  </a:solidFill>
                  <a:latin typeface="Arial Unicode MS"/>
                  <a:ea typeface="JetBrains Mono"/>
                </a:rPr>
                <a:t>.chat(</a:t>
              </a:r>
              <a:r>
                <a:rPr lang="zh-CN" altLang="zh-CN" sz="1300" dirty="0">
                  <a:solidFill>
                    <a:srgbClr val="000000"/>
                  </a:solidFill>
                  <a:latin typeface="Arial Unicode MS"/>
                  <a:ea typeface="JetBrains Mono"/>
                </a:rPr>
                <a:t>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result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sp>
        <p:nvSpPr>
          <p:cNvPr id="29" name="矩形 28">
            <a:extLst>
              <a:ext uri="{FF2B5EF4-FFF2-40B4-BE49-F238E27FC236}">
                <a16:creationId xmlns:a16="http://schemas.microsoft.com/office/drawing/2014/main" id="{502BBBCA-C2F1-4EBE-B4FD-EA2034353748}"/>
              </a:ext>
            </a:extLst>
          </p:cNvPr>
          <p:cNvSpPr/>
          <p:nvPr/>
        </p:nvSpPr>
        <p:spPr>
          <a:xfrm>
            <a:off x="1004591" y="4354463"/>
            <a:ext cx="2665201" cy="49795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33" name="直接连接符 32">
            <a:extLst>
              <a:ext uri="{FF2B5EF4-FFF2-40B4-BE49-F238E27FC236}">
                <a16:creationId xmlns:a16="http://schemas.microsoft.com/office/drawing/2014/main" id="{9D801E5F-4BC5-4F47-BCF7-3D870807342C}"/>
              </a:ext>
            </a:extLst>
          </p:cNvPr>
          <p:cNvCxnSpPr>
            <a:cxnSpLocks/>
          </p:cNvCxnSpPr>
          <p:nvPr/>
        </p:nvCxnSpPr>
        <p:spPr>
          <a:xfrm>
            <a:off x="1320100" y="5596128"/>
            <a:ext cx="2666684" cy="0"/>
          </a:xfrm>
          <a:prstGeom prst="line">
            <a:avLst/>
          </a:prstGeom>
          <a:ln>
            <a:solidFill>
              <a:srgbClr val="C0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4913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1000"/>
                                        <p:tgtEl>
                                          <p:spTgt spid="29"/>
                                        </p:tgtEl>
                                      </p:cBhvr>
                                    </p:animEffect>
                                    <p:anim calcmode="lin" valueType="num">
                                      <p:cBhvr>
                                        <p:cTn id="32" dur="1000" fill="hold"/>
                                        <p:tgtEl>
                                          <p:spTgt spid="29"/>
                                        </p:tgtEl>
                                        <p:attrNameLst>
                                          <p:attrName>ppt_x</p:attrName>
                                        </p:attrNameLst>
                                      </p:cBhvr>
                                      <p:tavLst>
                                        <p:tav tm="0">
                                          <p:val>
                                            <p:strVal val="#ppt_x"/>
                                          </p:val>
                                        </p:tav>
                                        <p:tav tm="100000">
                                          <p:val>
                                            <p:strVal val="#ppt_x"/>
                                          </p:val>
                                        </p:tav>
                                      </p:tavLst>
                                    </p:anim>
                                    <p:anim calcmode="lin" valueType="num">
                                      <p:cBhvr>
                                        <p:cTn id="33" dur="1000" fill="hold"/>
                                        <p:tgtEl>
                                          <p:spTgt spid="29"/>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1000"/>
                                        <p:tgtEl>
                                          <p:spTgt spid="33"/>
                                        </p:tgtEl>
                                      </p:cBhvr>
                                    </p:animEffect>
                                    <p:anim calcmode="lin" valueType="num">
                                      <p:cBhvr>
                                        <p:cTn id="37" dur="1000" fill="hold"/>
                                        <p:tgtEl>
                                          <p:spTgt spid="33"/>
                                        </p:tgtEl>
                                        <p:attrNameLst>
                                          <p:attrName>ppt_x</p:attrName>
                                        </p:attrNameLst>
                                      </p:cBhvr>
                                      <p:tavLst>
                                        <p:tav tm="0">
                                          <p:val>
                                            <p:strVal val="#ppt_x"/>
                                          </p:val>
                                        </p:tav>
                                        <p:tav tm="100000">
                                          <p:val>
                                            <p:strVal val="#ppt_x"/>
                                          </p:val>
                                        </p:tav>
                                      </p:tavLst>
                                    </p:anim>
                                    <p:anim calcmode="lin" valueType="num">
                                      <p:cBhvr>
                                        <p:cTn id="38"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-Spring</a:t>
            </a:r>
            <a:r>
              <a:rPr lang="zh-CN" altLang="en-US" dirty="0"/>
              <a:t>整合</a:t>
            </a:r>
            <a:r>
              <a:rPr lang="en-US" altLang="zh-CN" dirty="0"/>
              <a:t>LangChain4j</a:t>
            </a:r>
            <a:endParaRPr lang="zh-CN" altLang="en-US" dirty="0"/>
          </a:p>
        </p:txBody>
      </p:sp>
      <p:sp>
        <p:nvSpPr>
          <p:cNvPr id="6" name="内容占位符 1">
            <a:extLst>
              <a:ext uri="{FF2B5EF4-FFF2-40B4-BE49-F238E27FC236}">
                <a16:creationId xmlns:a16="http://schemas.microsoft.com/office/drawing/2014/main" id="{2FA09A02-C24E-4B8E-BC25-387289F44D38}"/>
              </a:ext>
            </a:extLst>
          </p:cNvPr>
          <p:cNvSpPr txBox="1">
            <a:spLocks/>
          </p:cNvSpPr>
          <p:nvPr/>
        </p:nvSpPr>
        <p:spPr>
          <a:xfrm>
            <a:off x="698223" y="1032882"/>
            <a:ext cx="3892828" cy="27009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F2F2F"/>
                </a:solidFill>
                <a:latin typeface="Source Code Pro"/>
              </a:rPr>
              <a:t>打印日志</a:t>
            </a:r>
            <a:endParaRPr lang="en-US" altLang="zh-CN" dirty="0">
              <a:solidFill>
                <a:srgbClr val="2F2F2F"/>
              </a:solidFill>
              <a:latin typeface="Source Code Pro"/>
            </a:endParaRPr>
          </a:p>
        </p:txBody>
      </p:sp>
      <p:grpSp>
        <p:nvGrpSpPr>
          <p:cNvPr id="16" name="组合 15">
            <a:extLst>
              <a:ext uri="{FF2B5EF4-FFF2-40B4-BE49-F238E27FC236}">
                <a16:creationId xmlns:a16="http://schemas.microsoft.com/office/drawing/2014/main" id="{77EABDA8-2BA5-45BF-9003-69D9B319A038}"/>
              </a:ext>
            </a:extLst>
          </p:cNvPr>
          <p:cNvGrpSpPr/>
          <p:nvPr/>
        </p:nvGrpSpPr>
        <p:grpSpPr>
          <a:xfrm>
            <a:off x="5331951" y="1081734"/>
            <a:ext cx="6492407" cy="4137968"/>
            <a:chOff x="5331949" y="1081732"/>
            <a:chExt cx="6492407" cy="4137968"/>
          </a:xfrm>
        </p:grpSpPr>
        <p:sp>
          <p:nvSpPr>
            <p:cNvPr id="8" name="矩形: 圆角 7">
              <a:extLst>
                <a:ext uri="{FF2B5EF4-FFF2-40B4-BE49-F238E27FC236}">
                  <a16:creationId xmlns:a16="http://schemas.microsoft.com/office/drawing/2014/main" id="{5ADBD8F5-AFE0-4EC0-8DC2-BC2762218E76}"/>
                </a:ext>
              </a:extLst>
            </p:cNvPr>
            <p:cNvSpPr/>
            <p:nvPr/>
          </p:nvSpPr>
          <p:spPr>
            <a:xfrm>
              <a:off x="5331949" y="1081732"/>
              <a:ext cx="6492407" cy="4137968"/>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0" name="任意多边形: 形状 9">
              <a:extLst>
                <a:ext uri="{FF2B5EF4-FFF2-40B4-BE49-F238E27FC236}">
                  <a16:creationId xmlns:a16="http://schemas.microsoft.com/office/drawing/2014/main" id="{9CC9E7B0-3BB7-46A3-817C-B3E0D6112F22}"/>
                </a:ext>
              </a:extLst>
            </p:cNvPr>
            <p:cNvSpPr/>
            <p:nvPr/>
          </p:nvSpPr>
          <p:spPr>
            <a:xfrm>
              <a:off x="5331949" y="1103470"/>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1" name="组合 10">
              <a:extLst>
                <a:ext uri="{FF2B5EF4-FFF2-40B4-BE49-F238E27FC236}">
                  <a16:creationId xmlns:a16="http://schemas.microsoft.com/office/drawing/2014/main" id="{2130206E-2932-4069-B4A7-B40B63736AF5}"/>
                </a:ext>
              </a:extLst>
            </p:cNvPr>
            <p:cNvGrpSpPr/>
            <p:nvPr/>
          </p:nvGrpSpPr>
          <p:grpSpPr>
            <a:xfrm>
              <a:off x="5497701" y="1188940"/>
              <a:ext cx="771634" cy="133081"/>
              <a:chOff x="2016841" y="2587412"/>
              <a:chExt cx="730275" cy="133081"/>
            </a:xfrm>
          </p:grpSpPr>
          <p:sp>
            <p:nvSpPr>
              <p:cNvPr id="12" name="椭圆 11">
                <a:extLst>
                  <a:ext uri="{FF2B5EF4-FFF2-40B4-BE49-F238E27FC236}">
                    <a16:creationId xmlns:a16="http://schemas.microsoft.com/office/drawing/2014/main" id="{768213FE-972C-4E4F-ACC1-B469DBD41CCC}"/>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3" name="椭圆 12">
                <a:extLst>
                  <a:ext uri="{FF2B5EF4-FFF2-40B4-BE49-F238E27FC236}">
                    <a16:creationId xmlns:a16="http://schemas.microsoft.com/office/drawing/2014/main" id="{E64E2D2D-1EAB-48C2-951B-5155DB0E0990}"/>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4" name="椭圆 13">
                <a:extLst>
                  <a:ext uri="{FF2B5EF4-FFF2-40B4-BE49-F238E27FC236}">
                    <a16:creationId xmlns:a16="http://schemas.microsoft.com/office/drawing/2014/main" id="{B7EE5D61-A137-4F0B-A7DD-208F471DECF7}"/>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2" name="Rectangle 1">
              <a:extLst>
                <a:ext uri="{FF2B5EF4-FFF2-40B4-BE49-F238E27FC236}">
                  <a16:creationId xmlns:a16="http://schemas.microsoft.com/office/drawing/2014/main" id="{B8A42496-4EBF-445F-9B99-897E762C6302}"/>
                </a:ext>
              </a:extLst>
            </p:cNvPr>
            <p:cNvSpPr>
              <a:spLocks noChangeArrowheads="1"/>
            </p:cNvSpPr>
            <p:nvPr/>
          </p:nvSpPr>
          <p:spPr bwMode="auto">
            <a:xfrm>
              <a:off x="5638317" y="1557651"/>
              <a:ext cx="5252158" cy="318612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langchain4j</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open-ai</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chat-model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base-url</a:t>
              </a:r>
              <a:r>
                <a:rPr lang="zh-CN" altLang="zh-CN" sz="1300" dirty="0">
                  <a:solidFill>
                    <a:srgbClr val="080808"/>
                  </a:solidFill>
                  <a:latin typeface="Arial Unicode MS"/>
                  <a:ea typeface="JetBrains Mono"/>
                </a:rPr>
                <a:t>: https://dashscope.aliyuncs.com/compatible-mode/v1</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api-key</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API-KEY</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model-name</a:t>
              </a:r>
              <a:r>
                <a:rPr lang="zh-CN" altLang="zh-CN" sz="1300" dirty="0">
                  <a:solidFill>
                    <a:srgbClr val="080808"/>
                  </a:solidFill>
                  <a:latin typeface="Arial Unicode MS"/>
                  <a:ea typeface="JetBrains Mono"/>
                </a:rPr>
                <a:t>: qwen-plus</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log-requests</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true</a:t>
              </a:r>
              <a:br>
                <a:rPr lang="zh-CN" altLang="zh-CN" sz="1300" dirty="0">
                  <a:solidFill>
                    <a:srgbClr val="0033B3"/>
                  </a:solidFill>
                  <a:latin typeface="Arial Unicode MS"/>
                  <a:ea typeface="JetBrains Mono"/>
                </a:rPr>
              </a:br>
              <a:r>
                <a:rPr lang="zh-CN" altLang="zh-CN" sz="1300" dirty="0">
                  <a:solidFill>
                    <a:srgbClr val="0033B3"/>
                  </a:solidFill>
                  <a:latin typeface="Arial Unicode MS"/>
                  <a:ea typeface="JetBrains Mono"/>
                </a:rPr>
                <a:t>      log-responses</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true</a:t>
              </a:r>
              <a:endParaRPr lang="en-US" altLang="zh-CN" sz="1300" dirty="0">
                <a:solidFill>
                  <a:srgbClr val="0033B3"/>
                </a:solidFill>
                <a:latin typeface="Arial Unicode MS"/>
                <a:ea typeface="JetBrains Mono"/>
              </a:endParaRPr>
            </a:p>
            <a:p>
              <a:pPr eaLnBrk="0" fontAlgn="base" hangingPunct="0">
                <a:lnSpc>
                  <a:spcPct val="130000"/>
                </a:lnSpc>
                <a:spcBef>
                  <a:spcPct val="0"/>
                </a:spcBef>
                <a:spcAft>
                  <a:spcPct val="0"/>
                </a:spcAft>
              </a:pPr>
              <a:br>
                <a:rPr lang="zh-CN" altLang="zh-CN" sz="1300" dirty="0">
                  <a:solidFill>
                    <a:srgbClr val="0033B3"/>
                  </a:solidFill>
                  <a:latin typeface="Arial Unicode MS"/>
                  <a:ea typeface="JetBrains Mono"/>
                </a:rPr>
              </a:br>
              <a:r>
                <a:rPr lang="zh-CN" altLang="zh-CN" sz="1300" dirty="0">
                  <a:solidFill>
                    <a:srgbClr val="0033B3"/>
                  </a:solidFill>
                  <a:latin typeface="Arial Unicode MS"/>
                  <a:ea typeface="JetBrains Mono"/>
                </a:rPr>
                <a:t>logging</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level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dev.langchain4j</a:t>
              </a:r>
              <a:r>
                <a:rPr lang="zh-CN" altLang="zh-CN" sz="1300" dirty="0">
                  <a:solidFill>
                    <a:srgbClr val="080808"/>
                  </a:solidFill>
                  <a:latin typeface="Arial Unicode MS"/>
                  <a:ea typeface="JetBrains Mono"/>
                </a:rPr>
                <a:t>: </a:t>
              </a:r>
              <a:r>
                <a:rPr lang="zh-CN" altLang="zh-CN" sz="1300" dirty="0">
                  <a:solidFill>
                    <a:srgbClr val="00627A"/>
                  </a:solidFill>
                  <a:latin typeface="Arial Unicode MS"/>
                  <a:ea typeface="JetBrains Mono"/>
                </a:rPr>
                <a:t>debug</a:t>
              </a:r>
              <a:endParaRPr lang="zh-CN" altLang="zh-CN" sz="2400" dirty="0">
                <a:latin typeface="Arial" panose="020B0604020202020204" pitchFamily="34" charset="0"/>
              </a:endParaRPr>
            </a:p>
          </p:txBody>
        </p:sp>
        <p:sp>
          <p:nvSpPr>
            <p:cNvPr id="28" name="矩形 27">
              <a:extLst>
                <a:ext uri="{FF2B5EF4-FFF2-40B4-BE49-F238E27FC236}">
                  <a16:creationId xmlns:a16="http://schemas.microsoft.com/office/drawing/2014/main" id="{FA5D6DC3-28C8-4D4C-91CE-99854D89C657}"/>
                </a:ext>
              </a:extLst>
            </p:cNvPr>
            <p:cNvSpPr/>
            <p:nvPr/>
          </p:nvSpPr>
          <p:spPr>
            <a:xfrm>
              <a:off x="5873590" y="3200024"/>
              <a:ext cx="1755935" cy="537856"/>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9" name="矩形 28">
              <a:extLst>
                <a:ext uri="{FF2B5EF4-FFF2-40B4-BE49-F238E27FC236}">
                  <a16:creationId xmlns:a16="http://schemas.microsoft.com/office/drawing/2014/main" id="{523077DF-75FC-4138-AFFF-48C78BB52697}"/>
                </a:ext>
              </a:extLst>
            </p:cNvPr>
            <p:cNvSpPr/>
            <p:nvPr/>
          </p:nvSpPr>
          <p:spPr>
            <a:xfrm>
              <a:off x="5638317" y="3895030"/>
              <a:ext cx="2095983" cy="848749"/>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spTree>
    <p:extLst>
      <p:ext uri="{BB962C8B-B14F-4D97-AF65-F5344CB8AC3E}">
        <p14:creationId xmlns:p14="http://schemas.microsoft.com/office/powerpoint/2010/main" val="332370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pPr lvl="1"/>
            <a:r>
              <a:rPr lang="zh-CN" altLang="en-US" sz="1400" dirty="0"/>
              <a:t>快速入门</a:t>
            </a:r>
            <a:endParaRPr lang="en-US" altLang="zh-CN" sz="1400" dirty="0"/>
          </a:p>
          <a:p>
            <a:pPr lvl="1"/>
            <a:r>
              <a:rPr lang="en-US" altLang="zh-CN" sz="1400" dirty="0"/>
              <a:t>Spring</a:t>
            </a:r>
            <a:r>
              <a:rPr lang="zh-CN" altLang="en-US" sz="1400" dirty="0"/>
              <a:t>整合</a:t>
            </a:r>
            <a:r>
              <a:rPr lang="en-US" altLang="zh-CN" sz="1400" dirty="0"/>
              <a:t>LangChain4j</a:t>
            </a:r>
          </a:p>
          <a:p>
            <a:pPr lvl="1"/>
            <a:r>
              <a:rPr lang="en-US" altLang="zh-CN" sz="1400" dirty="0" err="1"/>
              <a:t>AiServices</a:t>
            </a:r>
            <a:r>
              <a:rPr lang="zh-CN" altLang="en-US" sz="1400" dirty="0"/>
              <a:t>工具类</a:t>
            </a:r>
            <a:endParaRPr lang="en-US" altLang="zh-CN" sz="1400" dirty="0"/>
          </a:p>
          <a:p>
            <a:pPr lvl="1"/>
            <a:r>
              <a:rPr lang="zh-CN" altLang="en-US" sz="1400" dirty="0"/>
              <a:t>流式调用</a:t>
            </a:r>
            <a:endParaRPr lang="en-US" altLang="zh-CN" sz="1400" dirty="0"/>
          </a:p>
          <a:p>
            <a:pPr lvl="1"/>
            <a:r>
              <a:rPr lang="zh-CN" altLang="en-US" sz="1400" dirty="0"/>
              <a:t>消息注解</a:t>
            </a:r>
            <a:endParaRPr lang="en-US" altLang="zh-CN" sz="1400" dirty="0"/>
          </a:p>
          <a:p>
            <a:pPr lvl="1"/>
            <a:r>
              <a:rPr lang="zh-CN" altLang="en-US" sz="1400" dirty="0"/>
              <a:t>会话记忆</a:t>
            </a:r>
            <a:endParaRPr lang="en-US" altLang="zh-CN" sz="1400"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359094595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0" fill="hold"/>
                                        <p:tgtEl>
                                          <p:spTgt spid="4">
                                            <p:txEl>
                                              <p:pRg st="3" end="3"/>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en-US" altLang="zh-CN" dirty="0" err="1"/>
              <a:t>AiServices</a:t>
            </a:r>
            <a:r>
              <a:rPr lang="zh-CN" altLang="en-US" dirty="0"/>
              <a:t>工具类</a:t>
            </a:r>
          </a:p>
        </p:txBody>
      </p:sp>
      <p:sp>
        <p:nvSpPr>
          <p:cNvPr id="28" name="矩形: 圆角 27">
            <a:extLst>
              <a:ext uri="{FF2B5EF4-FFF2-40B4-BE49-F238E27FC236}">
                <a16:creationId xmlns:a16="http://schemas.microsoft.com/office/drawing/2014/main" id="{57F210C6-DF30-4FC9-B1D9-6A25F62A0652}"/>
              </a:ext>
            </a:extLst>
          </p:cNvPr>
          <p:cNvSpPr/>
          <p:nvPr/>
        </p:nvSpPr>
        <p:spPr>
          <a:xfrm>
            <a:off x="3854312" y="1875484"/>
            <a:ext cx="4483379" cy="310703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9" name="任意多边形: 形状 28">
            <a:extLst>
              <a:ext uri="{FF2B5EF4-FFF2-40B4-BE49-F238E27FC236}">
                <a16:creationId xmlns:a16="http://schemas.microsoft.com/office/drawing/2014/main" id="{E73F5DE0-AD5A-4F79-8B7E-34BD39B780CF}"/>
              </a:ext>
            </a:extLst>
          </p:cNvPr>
          <p:cNvSpPr/>
          <p:nvPr/>
        </p:nvSpPr>
        <p:spPr>
          <a:xfrm>
            <a:off x="3854312" y="1897222"/>
            <a:ext cx="4483379" cy="297031"/>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33" name="组合 32">
            <a:extLst>
              <a:ext uri="{FF2B5EF4-FFF2-40B4-BE49-F238E27FC236}">
                <a16:creationId xmlns:a16="http://schemas.microsoft.com/office/drawing/2014/main" id="{56B1782B-A91B-40FB-9D53-5509C1BA21C2}"/>
              </a:ext>
            </a:extLst>
          </p:cNvPr>
          <p:cNvGrpSpPr/>
          <p:nvPr/>
        </p:nvGrpSpPr>
        <p:grpSpPr>
          <a:xfrm>
            <a:off x="4020061" y="1982693"/>
            <a:ext cx="771635" cy="133081"/>
            <a:chOff x="2016841" y="2587412"/>
            <a:chExt cx="730275" cy="133081"/>
          </a:xfrm>
        </p:grpSpPr>
        <p:sp>
          <p:nvSpPr>
            <p:cNvPr id="38" name="椭圆 37">
              <a:extLst>
                <a:ext uri="{FF2B5EF4-FFF2-40B4-BE49-F238E27FC236}">
                  <a16:creationId xmlns:a16="http://schemas.microsoft.com/office/drawing/2014/main" id="{806DCE00-EFEA-4DFB-A6BF-A85355042B54}"/>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9" name="椭圆 38">
              <a:extLst>
                <a:ext uri="{FF2B5EF4-FFF2-40B4-BE49-F238E27FC236}">
                  <a16:creationId xmlns:a16="http://schemas.microsoft.com/office/drawing/2014/main" id="{2A86F4CC-86A5-48F8-BC10-FA478EEB0D63}"/>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0" name="椭圆 39">
              <a:extLst>
                <a:ext uri="{FF2B5EF4-FFF2-40B4-BE49-F238E27FC236}">
                  <a16:creationId xmlns:a16="http://schemas.microsoft.com/office/drawing/2014/main" id="{114F62C1-A111-475B-818D-0210DF864D15}"/>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37" name="Rectangle 3">
            <a:extLst>
              <a:ext uri="{FF2B5EF4-FFF2-40B4-BE49-F238E27FC236}">
                <a16:creationId xmlns:a16="http://schemas.microsoft.com/office/drawing/2014/main" id="{9E9BE2EF-AD04-4352-B087-AC159F0031DF}"/>
              </a:ext>
            </a:extLst>
          </p:cNvPr>
          <p:cNvSpPr>
            <a:spLocks noChangeArrowheads="1"/>
          </p:cNvSpPr>
          <p:nvPr/>
        </p:nvSpPr>
        <p:spPr bwMode="auto">
          <a:xfrm>
            <a:off x="4020064" y="2223036"/>
            <a:ext cx="3876675" cy="266598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@RestController</a:t>
            </a:r>
            <a:br>
              <a:rPr lang="zh-CN" altLang="zh-CN" sz="1300" dirty="0">
                <a:solidFill>
                  <a:srgbClr val="9E880D"/>
                </a:solidFill>
                <a:latin typeface="Arial Unicode MS"/>
                <a:ea typeface="JetBrains Mono"/>
              </a:rPr>
            </a:br>
            <a:r>
              <a:rPr lang="zh-CN" altLang="zh-CN" sz="1300" dirty="0">
                <a:solidFill>
                  <a:srgbClr val="0033B3"/>
                </a:solidFill>
                <a:latin typeface="Arial Unicode MS"/>
                <a:ea typeface="JetBrains Mono"/>
              </a:rPr>
              <a:t>public class </a:t>
            </a:r>
            <a:r>
              <a:rPr lang="zh-CN" altLang="zh-CN" sz="1300" dirty="0">
                <a:solidFill>
                  <a:srgbClr val="000000"/>
                </a:solidFill>
                <a:latin typeface="Arial Unicode MS"/>
                <a:ea typeface="JetBrains Mono"/>
              </a:rPr>
              <a:t>ChatController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@Autowired</a:t>
            </a:r>
            <a:br>
              <a:rPr lang="zh-CN" altLang="zh-CN" sz="1300" dirty="0">
                <a:solidFill>
                  <a:srgbClr val="9E880D"/>
                </a:solidFill>
                <a:latin typeface="Arial Unicode MS"/>
                <a:ea typeface="JetBrains Mono"/>
              </a:rPr>
            </a:br>
            <a:r>
              <a:rPr lang="zh-CN" altLang="zh-CN" sz="1300" dirty="0">
                <a:solidFill>
                  <a:srgbClr val="9E880D"/>
                </a:solidFill>
                <a:latin typeface="Arial Unicode MS"/>
                <a:ea typeface="JetBrains Mono"/>
              </a:rPr>
              <a:t>    </a:t>
            </a:r>
            <a:r>
              <a:rPr lang="zh-CN" altLang="zh-CN" sz="1300" dirty="0">
                <a:solidFill>
                  <a:srgbClr val="0033B3"/>
                </a:solidFill>
                <a:latin typeface="Arial Unicode MS"/>
                <a:ea typeface="JetBrains Mono"/>
              </a:rPr>
              <a:t>private </a:t>
            </a:r>
            <a:r>
              <a:rPr lang="zh-CN" altLang="zh-CN" sz="1300" dirty="0">
                <a:solidFill>
                  <a:srgbClr val="000000"/>
                </a:solidFill>
                <a:latin typeface="Arial Unicode MS"/>
                <a:ea typeface="JetBrains Mono"/>
              </a:rPr>
              <a:t>OpenAiChatModel </a:t>
            </a:r>
            <a:r>
              <a:rPr lang="zh-CN" altLang="zh-CN" sz="1300" dirty="0">
                <a:solidFill>
                  <a:srgbClr val="871094"/>
                </a:solidFill>
                <a:latin typeface="Arial Unicode MS"/>
                <a:ea typeface="JetBrains Mono"/>
              </a:rPr>
              <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@RequestMapping</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"/chat"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String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result </a:t>
            </a:r>
            <a:r>
              <a:rPr lang="zh-CN" altLang="zh-CN" sz="1300" dirty="0">
                <a:solidFill>
                  <a:srgbClr val="080808"/>
                </a:solidFill>
                <a:latin typeface="Arial Unicode MS"/>
                <a:ea typeface="JetBrains Mono"/>
              </a:rPr>
              <a:t>= </a:t>
            </a:r>
            <a:r>
              <a:rPr lang="zh-CN" altLang="zh-CN" sz="1300" dirty="0">
                <a:solidFill>
                  <a:srgbClr val="871094"/>
                </a:solidFill>
                <a:latin typeface="Arial Unicode MS"/>
                <a:ea typeface="JetBrains Mono"/>
              </a:rPr>
              <a:t>model</a:t>
            </a:r>
            <a:r>
              <a:rPr lang="zh-CN" altLang="zh-CN" sz="1300" dirty="0">
                <a:solidFill>
                  <a:srgbClr val="080808"/>
                </a:solidFill>
                <a:latin typeface="Arial Unicode MS"/>
                <a:ea typeface="JetBrains Mono"/>
              </a:rPr>
              <a:t>.chat(</a:t>
            </a:r>
            <a:r>
              <a:rPr lang="zh-CN" altLang="zh-CN" sz="1300" dirty="0">
                <a:solidFill>
                  <a:srgbClr val="000000"/>
                </a:solidFill>
                <a:latin typeface="Arial Unicode MS"/>
                <a:ea typeface="JetBrains Mono"/>
              </a:rPr>
              <a:t>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result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Tree>
    <p:extLst>
      <p:ext uri="{BB962C8B-B14F-4D97-AF65-F5344CB8AC3E}">
        <p14:creationId xmlns:p14="http://schemas.microsoft.com/office/powerpoint/2010/main" val="3191594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anim calcmode="lin" valueType="num">
                                      <p:cBhvr>
                                        <p:cTn id="13" dur="1000" fill="hold"/>
                                        <p:tgtEl>
                                          <p:spTgt spid="29"/>
                                        </p:tgtEl>
                                        <p:attrNameLst>
                                          <p:attrName>ppt_x</p:attrName>
                                        </p:attrNameLst>
                                      </p:cBhvr>
                                      <p:tavLst>
                                        <p:tav tm="0">
                                          <p:val>
                                            <p:strVal val="#ppt_x"/>
                                          </p:val>
                                        </p:tav>
                                        <p:tav tm="100000">
                                          <p:val>
                                            <p:strVal val="#ppt_x"/>
                                          </p:val>
                                        </p:tav>
                                      </p:tavLst>
                                    </p:anim>
                                    <p:anim calcmode="lin" valueType="num">
                                      <p:cBhvr>
                                        <p:cTn id="14" dur="1000" fill="hold"/>
                                        <p:tgtEl>
                                          <p:spTgt spid="2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1000"/>
                                        <p:tgtEl>
                                          <p:spTgt spid="33"/>
                                        </p:tgtEl>
                                      </p:cBhvr>
                                    </p:animEffect>
                                    <p:anim calcmode="lin" valueType="num">
                                      <p:cBhvr>
                                        <p:cTn id="18" dur="1000" fill="hold"/>
                                        <p:tgtEl>
                                          <p:spTgt spid="33"/>
                                        </p:tgtEl>
                                        <p:attrNameLst>
                                          <p:attrName>ppt_x</p:attrName>
                                        </p:attrNameLst>
                                      </p:cBhvr>
                                      <p:tavLst>
                                        <p:tav tm="0">
                                          <p:val>
                                            <p:strVal val="#ppt_x"/>
                                          </p:val>
                                        </p:tav>
                                        <p:tav tm="100000">
                                          <p:val>
                                            <p:strVal val="#ppt_x"/>
                                          </p:val>
                                        </p:tav>
                                      </p:tavLst>
                                    </p:anim>
                                    <p:anim calcmode="lin" valueType="num">
                                      <p:cBhvr>
                                        <p:cTn id="19" dur="1000" fill="hold"/>
                                        <p:tgtEl>
                                          <p:spTgt spid="3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1000"/>
                                        <p:tgtEl>
                                          <p:spTgt spid="37"/>
                                        </p:tgtEl>
                                      </p:cBhvr>
                                    </p:animEffect>
                                    <p:anim calcmode="lin" valueType="num">
                                      <p:cBhvr>
                                        <p:cTn id="23" dur="1000" fill="hold"/>
                                        <p:tgtEl>
                                          <p:spTgt spid="37"/>
                                        </p:tgtEl>
                                        <p:attrNameLst>
                                          <p:attrName>ppt_x</p:attrName>
                                        </p:attrNameLst>
                                      </p:cBhvr>
                                      <p:tavLst>
                                        <p:tav tm="0">
                                          <p:val>
                                            <p:strVal val="#ppt_x"/>
                                          </p:val>
                                        </p:tav>
                                        <p:tav tm="100000">
                                          <p:val>
                                            <p:strVal val="#ppt_x"/>
                                          </p:val>
                                        </p:tav>
                                      </p:tavLst>
                                    </p:anim>
                                    <p:anim calcmode="lin" valueType="num">
                                      <p:cBhvr>
                                        <p:cTn id="24"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7" grpId="0"/>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en-US" altLang="zh-CN" dirty="0" err="1"/>
              <a:t>AiServices</a:t>
            </a:r>
            <a:r>
              <a:rPr lang="zh-CN" altLang="en-US" dirty="0"/>
              <a:t>工具类</a:t>
            </a:r>
          </a:p>
        </p:txBody>
      </p:sp>
      <p:sp>
        <p:nvSpPr>
          <p:cNvPr id="2" name="矩形: 圆角 1">
            <a:extLst>
              <a:ext uri="{FF2B5EF4-FFF2-40B4-BE49-F238E27FC236}">
                <a16:creationId xmlns:a16="http://schemas.microsoft.com/office/drawing/2014/main" id="{78593D3A-EC0E-4812-9685-87F60222ABBA}"/>
              </a:ext>
            </a:extLst>
          </p:cNvPr>
          <p:cNvSpPr/>
          <p:nvPr/>
        </p:nvSpPr>
        <p:spPr>
          <a:xfrm>
            <a:off x="4191557" y="3191793"/>
            <a:ext cx="2481943" cy="474415"/>
          </a:xfrm>
          <a:prstGeom prst="roundRect">
            <a:avLst/>
          </a:prstGeom>
          <a:ln>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1400" dirty="0" err="1"/>
              <a:t>OpenAIChatModel</a:t>
            </a:r>
            <a:r>
              <a:rPr lang="en-US" altLang="zh-CN" sz="1400" dirty="0"/>
              <a:t> model</a:t>
            </a:r>
            <a:endParaRPr lang="zh-CN" altLang="en-US" sz="1400" dirty="0"/>
          </a:p>
        </p:txBody>
      </p:sp>
      <p:sp>
        <p:nvSpPr>
          <p:cNvPr id="8" name="矩形 7">
            <a:extLst>
              <a:ext uri="{FF2B5EF4-FFF2-40B4-BE49-F238E27FC236}">
                <a16:creationId xmlns:a16="http://schemas.microsoft.com/office/drawing/2014/main" id="{F6FFBF24-3A3B-4BBA-BB2B-2390CC0B1967}"/>
              </a:ext>
            </a:extLst>
          </p:cNvPr>
          <p:cNvSpPr/>
          <p:nvPr/>
        </p:nvSpPr>
        <p:spPr>
          <a:xfrm>
            <a:off x="7842131" y="2167407"/>
            <a:ext cx="2001660" cy="2523183"/>
          </a:xfrm>
          <a:prstGeom prst="rect">
            <a:avLst/>
          </a:prstGeom>
          <a:ln>
            <a:solidFill>
              <a:srgbClr val="15A0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1" dirty="0"/>
              <a:t>大模型</a:t>
            </a:r>
            <a:r>
              <a:rPr lang="en-US" altLang="zh-CN" sz="1351" dirty="0"/>
              <a:t>(</a:t>
            </a:r>
            <a:r>
              <a:rPr lang="zh-CN" altLang="en-US" sz="1351" dirty="0"/>
              <a:t>软件</a:t>
            </a:r>
            <a:r>
              <a:rPr lang="en-US" altLang="zh-CN" sz="1351" dirty="0"/>
              <a:t>)</a:t>
            </a:r>
            <a:endParaRPr lang="zh-CN" altLang="en-US" sz="1351" dirty="0"/>
          </a:p>
        </p:txBody>
      </p:sp>
      <p:cxnSp>
        <p:nvCxnSpPr>
          <p:cNvPr id="10" name="直接箭头连接符 9">
            <a:extLst>
              <a:ext uri="{FF2B5EF4-FFF2-40B4-BE49-F238E27FC236}">
                <a16:creationId xmlns:a16="http://schemas.microsoft.com/office/drawing/2014/main" id="{97A455CC-158A-40EF-AA3D-30510AC0E5A2}"/>
              </a:ext>
            </a:extLst>
          </p:cNvPr>
          <p:cNvCxnSpPr>
            <a:stCxn id="2" idx="3"/>
            <a:endCxn id="8" idx="1"/>
          </p:cNvCxnSpPr>
          <p:nvPr/>
        </p:nvCxnSpPr>
        <p:spPr>
          <a:xfrm flipV="1">
            <a:off x="6673500" y="3429000"/>
            <a:ext cx="1168633"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2" name="文本框 11">
            <a:extLst>
              <a:ext uri="{FF2B5EF4-FFF2-40B4-BE49-F238E27FC236}">
                <a16:creationId xmlns:a16="http://schemas.microsoft.com/office/drawing/2014/main" id="{D9B9EB52-4667-441E-89E2-47DADE1C14AD}"/>
              </a:ext>
            </a:extLst>
          </p:cNvPr>
          <p:cNvSpPr txBox="1"/>
          <p:nvPr/>
        </p:nvSpPr>
        <p:spPr>
          <a:xfrm>
            <a:off x="2200217" y="2884714"/>
            <a:ext cx="1500732" cy="1160511"/>
          </a:xfrm>
          <a:prstGeom prst="rect">
            <a:avLst/>
          </a:prstGeom>
          <a:noFill/>
        </p:spPr>
        <p:txBody>
          <a:bodyPr wrap="none" rtlCol="0">
            <a:spAutoFit/>
          </a:bodyPr>
          <a:lstStyle/>
          <a:p>
            <a:pPr marL="285737" indent="-285737">
              <a:lnSpc>
                <a:spcPct val="150000"/>
              </a:lnSpc>
              <a:buFont typeface="Arial" panose="020B0604020202020204" pitchFamily="34" charset="0"/>
              <a:buChar char="•"/>
            </a:pPr>
            <a:r>
              <a:rPr lang="zh-CN" altLang="en-US" sz="1600" dirty="0"/>
              <a:t>会话记忆</a:t>
            </a:r>
            <a:endParaRPr lang="en-US" altLang="zh-CN" sz="1600" dirty="0"/>
          </a:p>
          <a:p>
            <a:pPr marL="285737" indent="-285737">
              <a:lnSpc>
                <a:spcPct val="150000"/>
              </a:lnSpc>
              <a:buFont typeface="Arial" panose="020B0604020202020204" pitchFamily="34" charset="0"/>
              <a:buChar char="•"/>
            </a:pPr>
            <a:r>
              <a:rPr lang="en-US" altLang="zh-CN" sz="1600" dirty="0"/>
              <a:t>Rag</a:t>
            </a:r>
            <a:r>
              <a:rPr lang="zh-CN" altLang="en-US" sz="1600" dirty="0"/>
              <a:t>知识库</a:t>
            </a:r>
            <a:endParaRPr lang="en-US" altLang="zh-CN" sz="1600" dirty="0"/>
          </a:p>
          <a:p>
            <a:pPr marL="285737" indent="-285737">
              <a:lnSpc>
                <a:spcPct val="150000"/>
              </a:lnSpc>
              <a:buFont typeface="Arial" panose="020B0604020202020204" pitchFamily="34" charset="0"/>
              <a:buChar char="•"/>
            </a:pPr>
            <a:r>
              <a:rPr lang="en-US" altLang="zh-CN" sz="1600" dirty="0"/>
              <a:t>Tools</a:t>
            </a:r>
            <a:r>
              <a:rPr lang="zh-CN" altLang="en-US" sz="1600" dirty="0"/>
              <a:t>工具</a:t>
            </a:r>
          </a:p>
        </p:txBody>
      </p:sp>
      <p:sp>
        <p:nvSpPr>
          <p:cNvPr id="13" name="矩形 12">
            <a:extLst>
              <a:ext uri="{FF2B5EF4-FFF2-40B4-BE49-F238E27FC236}">
                <a16:creationId xmlns:a16="http://schemas.microsoft.com/office/drawing/2014/main" id="{479FBA0E-D485-40EC-B332-5885E3EB45B1}"/>
              </a:ext>
            </a:extLst>
          </p:cNvPr>
          <p:cNvSpPr/>
          <p:nvPr/>
        </p:nvSpPr>
        <p:spPr>
          <a:xfrm>
            <a:off x="1970872" y="2167407"/>
            <a:ext cx="5159829" cy="2523183"/>
          </a:xfrm>
          <a:prstGeom prst="rect">
            <a:avLst/>
          </a:prstGeom>
          <a:solidFill>
            <a:schemeClr val="bg1">
              <a:lumMod val="75000"/>
              <a:alpha val="32000"/>
            </a:schemeClr>
          </a:solidFill>
          <a:ln>
            <a:solidFill>
              <a:schemeClr val="bg1">
                <a:lumMod val="75000"/>
                <a:alpha val="2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1351"/>
          </a:p>
        </p:txBody>
      </p:sp>
    </p:spTree>
    <p:extLst>
      <p:ext uri="{BB962C8B-B14F-4D97-AF65-F5344CB8AC3E}">
        <p14:creationId xmlns:p14="http://schemas.microsoft.com/office/powerpoint/2010/main" val="1670371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en-US" altLang="zh-CN" dirty="0" err="1"/>
              <a:t>AiServices</a:t>
            </a:r>
            <a:r>
              <a:rPr lang="zh-CN" altLang="en-US" dirty="0"/>
              <a:t>工具类</a:t>
            </a:r>
          </a:p>
        </p:txBody>
      </p:sp>
      <p:sp>
        <p:nvSpPr>
          <p:cNvPr id="8" name="内容占位符 1">
            <a:extLst>
              <a:ext uri="{FF2B5EF4-FFF2-40B4-BE49-F238E27FC236}">
                <a16:creationId xmlns:a16="http://schemas.microsoft.com/office/drawing/2014/main" id="{41C79046-0DC6-4870-A0CD-3CF84E496AAC}"/>
              </a:ext>
            </a:extLst>
          </p:cNvPr>
          <p:cNvSpPr txBox="1">
            <a:spLocks/>
          </p:cNvSpPr>
          <p:nvPr/>
        </p:nvSpPr>
        <p:spPr>
          <a:xfrm>
            <a:off x="698224" y="1032881"/>
            <a:ext cx="4359553" cy="21084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F2F2F"/>
                </a:solidFill>
                <a:latin typeface="Source Code Pro"/>
              </a:rPr>
              <a:t>1.</a:t>
            </a:r>
            <a:r>
              <a:rPr lang="zh-CN" altLang="en-US" dirty="0">
                <a:solidFill>
                  <a:srgbClr val="2F2F2F"/>
                </a:solidFill>
                <a:latin typeface="Source Code Pro"/>
              </a:rPr>
              <a:t>引入依赖</a:t>
            </a:r>
            <a:endParaRPr lang="en-US" altLang="zh-CN" dirty="0">
              <a:solidFill>
                <a:srgbClr val="2F2F2F"/>
              </a:solidFill>
              <a:latin typeface="Source Code Pro"/>
            </a:endParaRPr>
          </a:p>
          <a:p>
            <a:pPr marL="0" indent="0" defTabSz="914354">
              <a:lnSpc>
                <a:spcPct val="150000"/>
              </a:lnSpc>
              <a:buNone/>
              <a:defRPr/>
            </a:pPr>
            <a:r>
              <a:rPr lang="en-US" altLang="zh-CN" dirty="0">
                <a:solidFill>
                  <a:srgbClr val="2F2F2F"/>
                </a:solidFill>
                <a:latin typeface="Source Code Pro"/>
              </a:rPr>
              <a:t>2.</a:t>
            </a:r>
            <a:r>
              <a:rPr lang="zh-CN" altLang="en-US" dirty="0">
                <a:solidFill>
                  <a:srgbClr val="2F2F2F"/>
                </a:solidFill>
                <a:latin typeface="Source Code Pro"/>
              </a:rPr>
              <a:t>声明接口</a:t>
            </a:r>
            <a:endParaRPr lang="en-US" altLang="zh-CN" dirty="0">
              <a:solidFill>
                <a:srgbClr val="2F2F2F"/>
              </a:solidFill>
              <a:latin typeface="Source Code Pro"/>
            </a:endParaRPr>
          </a:p>
          <a:p>
            <a:pPr marL="0" indent="0" defTabSz="914354">
              <a:lnSpc>
                <a:spcPct val="150000"/>
              </a:lnSpc>
              <a:buNone/>
              <a:defRPr/>
            </a:pPr>
            <a:r>
              <a:rPr lang="en-US" altLang="zh-CN" dirty="0">
                <a:solidFill>
                  <a:srgbClr val="2F2F2F"/>
                </a:solidFill>
                <a:latin typeface="Source Code Pro"/>
              </a:rPr>
              <a:t>3.</a:t>
            </a:r>
            <a:r>
              <a:rPr lang="zh-CN" altLang="en-US" dirty="0">
                <a:solidFill>
                  <a:srgbClr val="2F2F2F"/>
                </a:solidFill>
                <a:latin typeface="Source Code Pro"/>
              </a:rPr>
              <a:t>使用</a:t>
            </a:r>
            <a:r>
              <a:rPr lang="en-US" altLang="zh-CN" dirty="0" err="1">
                <a:solidFill>
                  <a:srgbClr val="2F2F2F"/>
                </a:solidFill>
                <a:latin typeface="Source Code Pro"/>
              </a:rPr>
              <a:t>AiServices</a:t>
            </a:r>
            <a:r>
              <a:rPr lang="zh-CN" altLang="en-US" dirty="0">
                <a:solidFill>
                  <a:srgbClr val="2F2F2F"/>
                </a:solidFill>
                <a:latin typeface="Source Code Pro"/>
              </a:rPr>
              <a:t>为接口创建代理对象</a:t>
            </a:r>
            <a:endParaRPr lang="en-US" altLang="zh-CN" dirty="0">
              <a:solidFill>
                <a:srgbClr val="2F2F2F"/>
              </a:solidFill>
              <a:latin typeface="Source Code Pro"/>
            </a:endParaRPr>
          </a:p>
          <a:p>
            <a:pPr marL="0" indent="0" defTabSz="914354">
              <a:lnSpc>
                <a:spcPct val="150000"/>
              </a:lnSpc>
              <a:buNone/>
              <a:defRPr/>
            </a:pPr>
            <a:r>
              <a:rPr lang="en-US" altLang="zh-CN" dirty="0">
                <a:solidFill>
                  <a:srgbClr val="2F2F2F"/>
                </a:solidFill>
                <a:latin typeface="Source Code Pro"/>
              </a:rPr>
              <a:t>4.</a:t>
            </a:r>
            <a:r>
              <a:rPr lang="zh-CN" altLang="en-US" dirty="0">
                <a:solidFill>
                  <a:srgbClr val="2F2F2F"/>
                </a:solidFill>
                <a:latin typeface="Source Code Pro"/>
              </a:rPr>
              <a:t>在</a:t>
            </a:r>
            <a:r>
              <a:rPr lang="en-US" altLang="zh-CN" dirty="0">
                <a:solidFill>
                  <a:srgbClr val="2F2F2F"/>
                </a:solidFill>
                <a:latin typeface="Source Code Pro"/>
              </a:rPr>
              <a:t>Controller</a:t>
            </a:r>
            <a:r>
              <a:rPr lang="zh-CN" altLang="en-US" dirty="0">
                <a:solidFill>
                  <a:srgbClr val="2F2F2F"/>
                </a:solidFill>
                <a:latin typeface="Source Code Pro"/>
              </a:rPr>
              <a:t>中注入并使用</a:t>
            </a:r>
            <a:endParaRPr lang="en-US" altLang="zh-CN" dirty="0">
              <a:solidFill>
                <a:srgbClr val="2F2F2F"/>
              </a:solidFill>
              <a:latin typeface="Source Code Pro"/>
            </a:endParaRPr>
          </a:p>
        </p:txBody>
      </p:sp>
      <p:grpSp>
        <p:nvGrpSpPr>
          <p:cNvPr id="19" name="组合 18">
            <a:extLst>
              <a:ext uri="{FF2B5EF4-FFF2-40B4-BE49-F238E27FC236}">
                <a16:creationId xmlns:a16="http://schemas.microsoft.com/office/drawing/2014/main" id="{06125B65-5216-4783-83D7-088E7E4B7992}"/>
              </a:ext>
            </a:extLst>
          </p:cNvPr>
          <p:cNvGrpSpPr/>
          <p:nvPr/>
        </p:nvGrpSpPr>
        <p:grpSpPr>
          <a:xfrm>
            <a:off x="5408151" y="2500082"/>
            <a:ext cx="6492407" cy="1585786"/>
            <a:chOff x="5331948" y="1138362"/>
            <a:chExt cx="6492407" cy="1585787"/>
          </a:xfrm>
        </p:grpSpPr>
        <p:sp>
          <p:nvSpPr>
            <p:cNvPr id="20" name="矩形: 圆角 19">
              <a:extLst>
                <a:ext uri="{FF2B5EF4-FFF2-40B4-BE49-F238E27FC236}">
                  <a16:creationId xmlns:a16="http://schemas.microsoft.com/office/drawing/2014/main" id="{965A91A9-5AE3-458C-BCB0-97B55FD407AC}"/>
                </a:ext>
              </a:extLst>
            </p:cNvPr>
            <p:cNvSpPr/>
            <p:nvPr/>
          </p:nvSpPr>
          <p:spPr>
            <a:xfrm>
              <a:off x="5331948" y="1138362"/>
              <a:ext cx="6492407" cy="1585787"/>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1" name="任意多边形: 形状 20">
              <a:extLst>
                <a:ext uri="{FF2B5EF4-FFF2-40B4-BE49-F238E27FC236}">
                  <a16:creationId xmlns:a16="http://schemas.microsoft.com/office/drawing/2014/main" id="{68FECDF1-129F-4717-AF80-244710FCC5A4}"/>
                </a:ext>
              </a:extLst>
            </p:cNvPr>
            <p:cNvSpPr/>
            <p:nvPr/>
          </p:nvSpPr>
          <p:spPr>
            <a:xfrm>
              <a:off x="5331948" y="1160100"/>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endParaRPr lang="zh-CN" altLang="en-US" sz="1351"/>
            </a:p>
          </p:txBody>
        </p:sp>
        <p:grpSp>
          <p:nvGrpSpPr>
            <p:cNvPr id="22" name="组合 21">
              <a:extLst>
                <a:ext uri="{FF2B5EF4-FFF2-40B4-BE49-F238E27FC236}">
                  <a16:creationId xmlns:a16="http://schemas.microsoft.com/office/drawing/2014/main" id="{579BEA45-5FB1-4253-90CF-F62050390806}"/>
                </a:ext>
              </a:extLst>
            </p:cNvPr>
            <p:cNvGrpSpPr/>
            <p:nvPr/>
          </p:nvGrpSpPr>
          <p:grpSpPr>
            <a:xfrm>
              <a:off x="5497700" y="1245570"/>
              <a:ext cx="771634" cy="133081"/>
              <a:chOff x="2016841" y="2587412"/>
              <a:chExt cx="730275" cy="133081"/>
            </a:xfrm>
          </p:grpSpPr>
          <p:sp>
            <p:nvSpPr>
              <p:cNvPr id="24" name="椭圆 23">
                <a:extLst>
                  <a:ext uri="{FF2B5EF4-FFF2-40B4-BE49-F238E27FC236}">
                    <a16:creationId xmlns:a16="http://schemas.microsoft.com/office/drawing/2014/main" id="{5B20BC7B-7CB9-4E36-823B-693738F61B77}"/>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5" name="椭圆 24">
                <a:extLst>
                  <a:ext uri="{FF2B5EF4-FFF2-40B4-BE49-F238E27FC236}">
                    <a16:creationId xmlns:a16="http://schemas.microsoft.com/office/drawing/2014/main" id="{69938495-A0DD-4C5A-B7B2-95FB2FE61FAB}"/>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6" name="椭圆 25">
                <a:extLst>
                  <a:ext uri="{FF2B5EF4-FFF2-40B4-BE49-F238E27FC236}">
                    <a16:creationId xmlns:a16="http://schemas.microsoft.com/office/drawing/2014/main" id="{186EDAF2-6F2B-41EE-B54E-29944164EC39}"/>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sp>
          <p:nvSpPr>
            <p:cNvPr id="23" name="Rectangle 1">
              <a:extLst>
                <a:ext uri="{FF2B5EF4-FFF2-40B4-BE49-F238E27FC236}">
                  <a16:creationId xmlns:a16="http://schemas.microsoft.com/office/drawing/2014/main" id="{C1BD34C1-9F6B-4F91-A269-D5BA65568E3A}"/>
                </a:ext>
              </a:extLst>
            </p:cNvPr>
            <p:cNvSpPr>
              <a:spLocks noChangeArrowheads="1"/>
            </p:cNvSpPr>
            <p:nvPr/>
          </p:nvSpPr>
          <p:spPr bwMode="auto">
            <a:xfrm>
              <a:off x="5497700" y="1537860"/>
              <a:ext cx="4200526" cy="110556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ConsultantService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用于聊天的方法</a:t>
              </a:r>
              <a:r>
                <a:rPr lang="zh-CN" altLang="zh-CN" sz="1300" i="1" dirty="0">
                  <a:solidFill>
                    <a:srgbClr val="686671"/>
                  </a:solidFill>
                  <a:latin typeface="Arial Unicode MS"/>
                  <a:ea typeface="JetBrains Mono"/>
                </a:rPr>
                <a:t>,message</a:t>
              </a:r>
              <a:r>
                <a:rPr lang="zh-CN" altLang="zh-CN" sz="1300" i="1" dirty="0">
                  <a:solidFill>
                    <a:srgbClr val="686671"/>
                  </a:solidFill>
                  <a:latin typeface="宋体" panose="02010600030101010101" pitchFamily="2" charset="-122"/>
                  <a:ea typeface="宋体" panose="02010600030101010101" pitchFamily="2" charset="-122"/>
                </a:rPr>
                <a:t>为用户输入的内容</a:t>
              </a: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String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grpSp>
        <p:nvGrpSpPr>
          <p:cNvPr id="32" name="组合 31">
            <a:extLst>
              <a:ext uri="{FF2B5EF4-FFF2-40B4-BE49-F238E27FC236}">
                <a16:creationId xmlns:a16="http://schemas.microsoft.com/office/drawing/2014/main" id="{03CCB613-9032-4E86-9C6E-EB1B09DCCE63}"/>
              </a:ext>
            </a:extLst>
          </p:cNvPr>
          <p:cNvGrpSpPr/>
          <p:nvPr/>
        </p:nvGrpSpPr>
        <p:grpSpPr>
          <a:xfrm>
            <a:off x="5408151" y="518529"/>
            <a:ext cx="6492407" cy="1900823"/>
            <a:chOff x="5408148" y="1032879"/>
            <a:chExt cx="6492407" cy="1900821"/>
          </a:xfrm>
        </p:grpSpPr>
        <p:sp>
          <p:nvSpPr>
            <p:cNvPr id="10" name="矩形: 圆角 9">
              <a:extLst>
                <a:ext uri="{FF2B5EF4-FFF2-40B4-BE49-F238E27FC236}">
                  <a16:creationId xmlns:a16="http://schemas.microsoft.com/office/drawing/2014/main" id="{D1BC422A-9186-45A4-A96A-B83A746D8D46}"/>
                </a:ext>
              </a:extLst>
            </p:cNvPr>
            <p:cNvSpPr/>
            <p:nvPr/>
          </p:nvSpPr>
          <p:spPr>
            <a:xfrm>
              <a:off x="5408148" y="1032879"/>
              <a:ext cx="6492407" cy="1900821"/>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1" name="任意多边形: 形状 10">
              <a:extLst>
                <a:ext uri="{FF2B5EF4-FFF2-40B4-BE49-F238E27FC236}">
                  <a16:creationId xmlns:a16="http://schemas.microsoft.com/office/drawing/2014/main" id="{C939347E-7C09-444E-BCAE-39B7A3EC5A02}"/>
                </a:ext>
              </a:extLst>
            </p:cNvPr>
            <p:cNvSpPr/>
            <p:nvPr/>
          </p:nvSpPr>
          <p:spPr>
            <a:xfrm>
              <a:off x="5408148" y="1054617"/>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endParaRPr lang="zh-CN" altLang="en-US" sz="1351"/>
            </a:p>
          </p:txBody>
        </p:sp>
        <p:grpSp>
          <p:nvGrpSpPr>
            <p:cNvPr id="12" name="组合 11">
              <a:extLst>
                <a:ext uri="{FF2B5EF4-FFF2-40B4-BE49-F238E27FC236}">
                  <a16:creationId xmlns:a16="http://schemas.microsoft.com/office/drawing/2014/main" id="{7154D2BE-414F-493B-ABE6-C03D437C2A1A}"/>
                </a:ext>
              </a:extLst>
            </p:cNvPr>
            <p:cNvGrpSpPr/>
            <p:nvPr/>
          </p:nvGrpSpPr>
          <p:grpSpPr>
            <a:xfrm>
              <a:off x="5573900" y="1140087"/>
              <a:ext cx="771634" cy="133081"/>
              <a:chOff x="2016841" y="2587412"/>
              <a:chExt cx="730275" cy="133081"/>
            </a:xfrm>
          </p:grpSpPr>
          <p:sp>
            <p:nvSpPr>
              <p:cNvPr id="14" name="椭圆 13">
                <a:extLst>
                  <a:ext uri="{FF2B5EF4-FFF2-40B4-BE49-F238E27FC236}">
                    <a16:creationId xmlns:a16="http://schemas.microsoft.com/office/drawing/2014/main" id="{F6CE8729-13A9-4670-B7B5-A20A8F5DA66E}"/>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5" name="椭圆 14">
                <a:extLst>
                  <a:ext uri="{FF2B5EF4-FFF2-40B4-BE49-F238E27FC236}">
                    <a16:creationId xmlns:a16="http://schemas.microsoft.com/office/drawing/2014/main" id="{E4FD50A8-8816-41F4-B57A-27D2CC5ED365}"/>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6" name="椭圆 15">
                <a:extLst>
                  <a:ext uri="{FF2B5EF4-FFF2-40B4-BE49-F238E27FC236}">
                    <a16:creationId xmlns:a16="http://schemas.microsoft.com/office/drawing/2014/main" id="{6572B4F9-4383-4FE6-8229-E5E165DE1869}"/>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sp>
          <p:nvSpPr>
            <p:cNvPr id="27" name="Rectangle 2">
              <a:extLst>
                <a:ext uri="{FF2B5EF4-FFF2-40B4-BE49-F238E27FC236}">
                  <a16:creationId xmlns:a16="http://schemas.microsoft.com/office/drawing/2014/main" id="{D996DFA9-8698-4FDC-B694-9D69A895339B}"/>
                </a:ext>
              </a:extLst>
            </p:cNvPr>
            <p:cNvSpPr>
              <a:spLocks noChangeArrowheads="1"/>
            </p:cNvSpPr>
            <p:nvPr/>
          </p:nvSpPr>
          <p:spPr bwMode="auto">
            <a:xfrm>
              <a:off x="5573900" y="1432380"/>
              <a:ext cx="5057774" cy="136562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&gt;dev.langchain4j&lt;/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&gt;langchain4j-spring-boot-starter&lt;/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&gt;1.0.1-beta6&lt;/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endParaRPr lang="zh-CN" altLang="zh-CN" sz="2400" dirty="0">
                <a:latin typeface="Arial" panose="020B0604020202020204" pitchFamily="34" charset="0"/>
              </a:endParaRPr>
            </a:p>
          </p:txBody>
        </p:sp>
      </p:grpSp>
      <p:grpSp>
        <p:nvGrpSpPr>
          <p:cNvPr id="42" name="组合 41">
            <a:extLst>
              <a:ext uri="{FF2B5EF4-FFF2-40B4-BE49-F238E27FC236}">
                <a16:creationId xmlns:a16="http://schemas.microsoft.com/office/drawing/2014/main" id="{8D4E32FA-1458-4462-A1AE-B0A51C87F60B}"/>
              </a:ext>
            </a:extLst>
          </p:cNvPr>
          <p:cNvGrpSpPr/>
          <p:nvPr/>
        </p:nvGrpSpPr>
        <p:grpSpPr>
          <a:xfrm>
            <a:off x="5424213" y="4166599"/>
            <a:ext cx="6492407" cy="2608365"/>
            <a:chOff x="5424210" y="4166597"/>
            <a:chExt cx="6492407" cy="2608367"/>
          </a:xfrm>
        </p:grpSpPr>
        <p:sp>
          <p:nvSpPr>
            <p:cNvPr id="34" name="矩形: 圆角 33">
              <a:extLst>
                <a:ext uri="{FF2B5EF4-FFF2-40B4-BE49-F238E27FC236}">
                  <a16:creationId xmlns:a16="http://schemas.microsoft.com/office/drawing/2014/main" id="{0316D53D-CD2B-48EE-8493-ACDA0B5F639D}"/>
                </a:ext>
              </a:extLst>
            </p:cNvPr>
            <p:cNvSpPr/>
            <p:nvPr/>
          </p:nvSpPr>
          <p:spPr>
            <a:xfrm>
              <a:off x="5424210" y="4166597"/>
              <a:ext cx="6492407" cy="2586628"/>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9" name="Rectangle 4">
              <a:extLst>
                <a:ext uri="{FF2B5EF4-FFF2-40B4-BE49-F238E27FC236}">
                  <a16:creationId xmlns:a16="http://schemas.microsoft.com/office/drawing/2014/main" id="{781959A9-A9C6-4943-ADBC-29FC1F325A86}"/>
                </a:ext>
              </a:extLst>
            </p:cNvPr>
            <p:cNvSpPr>
              <a:spLocks noChangeArrowheads="1"/>
            </p:cNvSpPr>
            <p:nvPr/>
          </p:nvSpPr>
          <p:spPr bwMode="auto">
            <a:xfrm>
              <a:off x="5573899" y="4466639"/>
              <a:ext cx="5705475" cy="230832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200" dirty="0">
                  <a:solidFill>
                    <a:srgbClr val="9E880D"/>
                  </a:solidFill>
                  <a:latin typeface="Arial Unicode MS"/>
                  <a:ea typeface="JetBrains Mono"/>
                </a:rPr>
                <a:t>@Configuration</a:t>
              </a:r>
              <a:br>
                <a:rPr lang="zh-CN" altLang="zh-CN" sz="1200" dirty="0">
                  <a:solidFill>
                    <a:srgbClr val="9E880D"/>
                  </a:solidFill>
                  <a:latin typeface="Arial Unicode MS"/>
                  <a:ea typeface="JetBrains Mono"/>
                </a:rPr>
              </a:br>
              <a:r>
                <a:rPr lang="zh-CN" altLang="zh-CN" sz="1200" dirty="0">
                  <a:solidFill>
                    <a:srgbClr val="0033B3"/>
                  </a:solidFill>
                  <a:latin typeface="Arial Unicode MS"/>
                  <a:ea typeface="JetBrains Mono"/>
                </a:rPr>
                <a:t>public class </a:t>
              </a:r>
              <a:r>
                <a:rPr lang="zh-CN" altLang="zh-CN" sz="1200" dirty="0">
                  <a:solidFill>
                    <a:srgbClr val="000000"/>
                  </a:solidFill>
                  <a:latin typeface="Arial Unicode MS"/>
                  <a:ea typeface="JetBrains Mono"/>
                </a:rPr>
                <a:t>CommonConfig </a:t>
              </a:r>
              <a:r>
                <a:rPr lang="zh-CN" altLang="zh-CN" sz="1200" dirty="0">
                  <a:solidFill>
                    <a:srgbClr val="080808"/>
                  </a:solidFill>
                  <a:latin typeface="Arial Unicode MS"/>
                  <a:ea typeface="JetBrains Mono"/>
                </a:rPr>
                <a:t>{</a:t>
              </a:r>
              <a:br>
                <a:rPr lang="zh-CN" altLang="zh-CN" sz="1200" dirty="0">
                  <a:solidFill>
                    <a:srgbClr val="080808"/>
                  </a:solidFill>
                  <a:latin typeface="Arial Unicode MS"/>
                  <a:ea typeface="JetBrains Mono"/>
                </a:rPr>
              </a:br>
              <a:r>
                <a:rPr lang="zh-CN" altLang="zh-CN" sz="1200" dirty="0">
                  <a:solidFill>
                    <a:srgbClr val="080808"/>
                  </a:solidFill>
                  <a:latin typeface="Arial Unicode MS"/>
                  <a:ea typeface="JetBrains Mono"/>
                </a:rPr>
                <a:t>    </a:t>
              </a:r>
              <a:r>
                <a:rPr lang="zh-CN" altLang="zh-CN" sz="1200" dirty="0">
                  <a:solidFill>
                    <a:srgbClr val="9E880D"/>
                  </a:solidFill>
                  <a:latin typeface="Arial Unicode MS"/>
                  <a:ea typeface="JetBrains Mono"/>
                </a:rPr>
                <a:t>@Autowired</a:t>
              </a:r>
              <a:br>
                <a:rPr lang="zh-CN" altLang="zh-CN" sz="1200" dirty="0">
                  <a:solidFill>
                    <a:srgbClr val="9E880D"/>
                  </a:solidFill>
                  <a:latin typeface="Arial Unicode MS"/>
                  <a:ea typeface="JetBrains Mono"/>
                </a:rPr>
              </a:br>
              <a:r>
                <a:rPr lang="zh-CN" altLang="zh-CN" sz="1200" dirty="0">
                  <a:solidFill>
                    <a:srgbClr val="9E880D"/>
                  </a:solidFill>
                  <a:latin typeface="Arial Unicode MS"/>
                  <a:ea typeface="JetBrains Mono"/>
                </a:rPr>
                <a:t>    </a:t>
              </a:r>
              <a:r>
                <a:rPr lang="zh-CN" altLang="zh-CN" sz="1200" dirty="0">
                  <a:solidFill>
                    <a:srgbClr val="0033B3"/>
                  </a:solidFill>
                  <a:latin typeface="Arial Unicode MS"/>
                  <a:ea typeface="JetBrains Mono"/>
                </a:rPr>
                <a:t>private </a:t>
              </a:r>
              <a:r>
                <a:rPr lang="zh-CN" altLang="zh-CN" sz="1200" dirty="0">
                  <a:solidFill>
                    <a:srgbClr val="000000"/>
                  </a:solidFill>
                  <a:latin typeface="Arial Unicode MS"/>
                  <a:ea typeface="JetBrains Mono"/>
                </a:rPr>
                <a:t>OpenAiChatModel </a:t>
              </a:r>
              <a:r>
                <a:rPr lang="zh-CN" altLang="zh-CN" sz="1200" dirty="0">
                  <a:solidFill>
                    <a:srgbClr val="871094"/>
                  </a:solidFill>
                  <a:latin typeface="Arial Unicode MS"/>
                  <a:ea typeface="JetBrains Mono"/>
                </a:rPr>
                <a:t>model</a:t>
              </a:r>
              <a:r>
                <a:rPr lang="zh-CN" altLang="zh-CN" sz="1200" dirty="0">
                  <a:solidFill>
                    <a:srgbClr val="080808"/>
                  </a:solidFill>
                  <a:latin typeface="Arial Unicode MS"/>
                  <a:ea typeface="JetBrains Mono"/>
                </a:rPr>
                <a:t>;</a:t>
              </a:r>
              <a:br>
                <a:rPr lang="zh-CN" altLang="zh-CN" sz="1200" dirty="0">
                  <a:solidFill>
                    <a:srgbClr val="080808"/>
                  </a:solidFill>
                  <a:latin typeface="Arial Unicode MS"/>
                  <a:ea typeface="JetBrains Mono"/>
                </a:rPr>
              </a:br>
              <a:r>
                <a:rPr lang="zh-CN" altLang="zh-CN" sz="1200" dirty="0">
                  <a:solidFill>
                    <a:srgbClr val="080808"/>
                  </a:solidFill>
                  <a:latin typeface="Arial Unicode MS"/>
                  <a:ea typeface="JetBrains Mono"/>
                </a:rPr>
                <a:t>    </a:t>
              </a:r>
              <a:r>
                <a:rPr lang="zh-CN" altLang="zh-CN" sz="1200" dirty="0">
                  <a:solidFill>
                    <a:srgbClr val="9E880D"/>
                  </a:solidFill>
                  <a:latin typeface="Arial Unicode MS"/>
                  <a:ea typeface="JetBrains Mono"/>
                </a:rPr>
                <a:t>@Bean</a:t>
              </a:r>
              <a:br>
                <a:rPr lang="zh-CN" altLang="zh-CN" sz="1200" dirty="0">
                  <a:solidFill>
                    <a:srgbClr val="9E880D"/>
                  </a:solidFill>
                  <a:latin typeface="Arial Unicode MS"/>
                  <a:ea typeface="JetBrains Mono"/>
                </a:rPr>
              </a:br>
              <a:r>
                <a:rPr lang="zh-CN" altLang="zh-CN" sz="1200" dirty="0">
                  <a:solidFill>
                    <a:srgbClr val="9E880D"/>
                  </a:solidFill>
                  <a:latin typeface="Arial Unicode MS"/>
                  <a:ea typeface="JetBrains Mono"/>
                </a:rPr>
                <a:t>    </a:t>
              </a:r>
              <a:r>
                <a:rPr lang="zh-CN" altLang="zh-CN" sz="1200" dirty="0">
                  <a:solidFill>
                    <a:srgbClr val="0033B3"/>
                  </a:solidFill>
                  <a:latin typeface="Arial Unicode MS"/>
                  <a:ea typeface="JetBrains Mono"/>
                </a:rPr>
                <a:t>public </a:t>
              </a:r>
              <a:r>
                <a:rPr lang="zh-CN" altLang="zh-CN" sz="1200" dirty="0">
                  <a:solidFill>
                    <a:srgbClr val="000000"/>
                  </a:solidFill>
                  <a:latin typeface="Arial Unicode MS"/>
                  <a:ea typeface="JetBrains Mono"/>
                </a:rPr>
                <a:t>ConsultantService </a:t>
              </a:r>
              <a:r>
                <a:rPr lang="zh-CN" altLang="zh-CN" sz="1200" dirty="0">
                  <a:solidFill>
                    <a:srgbClr val="00627A"/>
                  </a:solidFill>
                  <a:latin typeface="Arial Unicode MS"/>
                  <a:ea typeface="JetBrains Mono"/>
                </a:rPr>
                <a:t>consultantService</a:t>
              </a:r>
              <a:r>
                <a:rPr lang="zh-CN" altLang="zh-CN" sz="1200" dirty="0">
                  <a:solidFill>
                    <a:srgbClr val="080808"/>
                  </a:solidFill>
                  <a:latin typeface="Arial Unicode MS"/>
                  <a:ea typeface="JetBrains Mono"/>
                </a:rPr>
                <a:t>() {</a:t>
              </a:r>
              <a:br>
                <a:rPr lang="zh-CN" altLang="zh-CN" sz="1200" dirty="0">
                  <a:solidFill>
                    <a:srgbClr val="080808"/>
                  </a:solidFill>
                  <a:latin typeface="Arial Unicode MS"/>
                  <a:ea typeface="JetBrains Mono"/>
                </a:rPr>
              </a:br>
              <a:r>
                <a:rPr lang="zh-CN" altLang="zh-CN" sz="1200" dirty="0">
                  <a:solidFill>
                    <a:srgbClr val="080808"/>
                  </a:solidFill>
                  <a:latin typeface="Arial Unicode MS"/>
                  <a:ea typeface="JetBrains Mono"/>
                </a:rPr>
                <a:t>        </a:t>
              </a:r>
              <a:r>
                <a:rPr lang="zh-CN" altLang="zh-CN" sz="1200" dirty="0">
                  <a:solidFill>
                    <a:srgbClr val="000000"/>
                  </a:solidFill>
                  <a:latin typeface="Arial Unicode MS"/>
                  <a:ea typeface="JetBrains Mono"/>
                </a:rPr>
                <a:t>ConsultantService cs </a:t>
              </a:r>
              <a:r>
                <a:rPr lang="zh-CN" altLang="zh-CN" sz="1200" dirty="0">
                  <a:solidFill>
                    <a:srgbClr val="080808"/>
                  </a:solidFill>
                  <a:latin typeface="Arial Unicode MS"/>
                  <a:ea typeface="JetBrains Mono"/>
                </a:rPr>
                <a:t>= </a:t>
              </a:r>
              <a:r>
                <a:rPr lang="zh-CN" altLang="zh-CN" sz="1200" dirty="0">
                  <a:solidFill>
                    <a:srgbClr val="000000"/>
                  </a:solidFill>
                  <a:latin typeface="Arial Unicode MS"/>
                  <a:ea typeface="JetBrains Mono"/>
                </a:rPr>
                <a:t>AiServices</a:t>
              </a:r>
              <a:r>
                <a:rPr lang="zh-CN" altLang="zh-CN" sz="1200" dirty="0">
                  <a:solidFill>
                    <a:srgbClr val="080808"/>
                  </a:solidFill>
                  <a:latin typeface="Arial Unicode MS"/>
                  <a:ea typeface="JetBrains Mono"/>
                </a:rPr>
                <a:t>.</a:t>
              </a:r>
              <a:r>
                <a:rPr lang="zh-CN" altLang="zh-CN" sz="1200" i="1" dirty="0">
                  <a:solidFill>
                    <a:srgbClr val="080808"/>
                  </a:solidFill>
                  <a:latin typeface="Arial Unicode MS"/>
                  <a:ea typeface="JetBrains Mono"/>
                </a:rPr>
                <a:t>builder</a:t>
              </a:r>
              <a:r>
                <a:rPr lang="zh-CN" altLang="zh-CN" sz="1200" dirty="0">
                  <a:solidFill>
                    <a:srgbClr val="080808"/>
                  </a:solidFill>
                  <a:latin typeface="Arial Unicode MS"/>
                  <a:ea typeface="JetBrains Mono"/>
                </a:rPr>
                <a:t>(</a:t>
              </a:r>
              <a:r>
                <a:rPr lang="zh-CN" altLang="zh-CN" sz="1200" dirty="0">
                  <a:solidFill>
                    <a:srgbClr val="000000"/>
                  </a:solidFill>
                  <a:latin typeface="Arial Unicode MS"/>
                  <a:ea typeface="JetBrains Mono"/>
                </a:rPr>
                <a:t>ConsultantService</a:t>
              </a:r>
              <a:r>
                <a:rPr lang="zh-CN" altLang="zh-CN" sz="1200" dirty="0">
                  <a:solidFill>
                    <a:srgbClr val="080808"/>
                  </a:solidFill>
                  <a:latin typeface="Arial Unicode MS"/>
                  <a:ea typeface="JetBrains Mono"/>
                </a:rPr>
                <a:t>.</a:t>
              </a:r>
              <a:r>
                <a:rPr lang="zh-CN" altLang="zh-CN" sz="1200" dirty="0">
                  <a:solidFill>
                    <a:srgbClr val="0033B3"/>
                  </a:solidFill>
                  <a:latin typeface="Arial Unicode MS"/>
                  <a:ea typeface="JetBrains Mono"/>
                </a:rPr>
                <a:t>class</a:t>
              </a:r>
              <a:r>
                <a:rPr lang="zh-CN" altLang="zh-CN" sz="1200" dirty="0">
                  <a:solidFill>
                    <a:srgbClr val="080808"/>
                  </a:solidFill>
                  <a:latin typeface="Arial Unicode MS"/>
                  <a:ea typeface="JetBrains Mono"/>
                </a:rPr>
                <a:t>)</a:t>
              </a:r>
              <a:br>
                <a:rPr lang="zh-CN" altLang="zh-CN" sz="1200" dirty="0">
                  <a:solidFill>
                    <a:srgbClr val="080808"/>
                  </a:solidFill>
                  <a:latin typeface="Arial Unicode MS"/>
                  <a:ea typeface="JetBrains Mono"/>
                </a:rPr>
              </a:br>
              <a:r>
                <a:rPr lang="zh-CN" altLang="zh-CN" sz="1200" dirty="0">
                  <a:solidFill>
                    <a:srgbClr val="080808"/>
                  </a:solidFill>
                  <a:latin typeface="Arial Unicode MS"/>
                  <a:ea typeface="JetBrains Mono"/>
                </a:rPr>
                <a:t>                .chatModel(</a:t>
              </a:r>
              <a:r>
                <a:rPr lang="zh-CN" altLang="zh-CN" sz="1200" dirty="0">
                  <a:solidFill>
                    <a:srgbClr val="871094"/>
                  </a:solidFill>
                  <a:latin typeface="Arial Unicode MS"/>
                  <a:ea typeface="JetBrains Mono"/>
                </a:rPr>
                <a:t>model</a:t>
              </a:r>
              <a:r>
                <a:rPr lang="zh-CN" altLang="zh-CN" sz="1200" dirty="0">
                  <a:solidFill>
                    <a:srgbClr val="080808"/>
                  </a:solidFill>
                  <a:latin typeface="Arial Unicode MS"/>
                  <a:ea typeface="JetBrains Mono"/>
                </a:rPr>
                <a:t>)</a:t>
              </a:r>
              <a:br>
                <a:rPr lang="zh-CN" altLang="zh-CN" sz="1200" dirty="0">
                  <a:solidFill>
                    <a:srgbClr val="080808"/>
                  </a:solidFill>
                  <a:latin typeface="Arial Unicode MS"/>
                  <a:ea typeface="JetBrains Mono"/>
                </a:rPr>
              </a:br>
              <a:r>
                <a:rPr lang="zh-CN" altLang="zh-CN" sz="1200" dirty="0">
                  <a:solidFill>
                    <a:srgbClr val="080808"/>
                  </a:solidFill>
                  <a:latin typeface="Arial Unicode MS"/>
                  <a:ea typeface="JetBrains Mono"/>
                </a:rPr>
                <a:t>                .build();</a:t>
              </a:r>
              <a:br>
                <a:rPr lang="zh-CN" altLang="zh-CN" sz="1200" dirty="0">
                  <a:solidFill>
                    <a:srgbClr val="080808"/>
                  </a:solidFill>
                  <a:latin typeface="Arial Unicode MS"/>
                  <a:ea typeface="JetBrains Mono"/>
                </a:rPr>
              </a:br>
              <a:r>
                <a:rPr lang="zh-CN" altLang="zh-CN" sz="1200" dirty="0">
                  <a:solidFill>
                    <a:srgbClr val="080808"/>
                  </a:solidFill>
                  <a:latin typeface="Arial Unicode MS"/>
                  <a:ea typeface="JetBrains Mono"/>
                </a:rPr>
                <a:t>        </a:t>
              </a:r>
              <a:r>
                <a:rPr lang="zh-CN" altLang="zh-CN" sz="1200" dirty="0">
                  <a:solidFill>
                    <a:srgbClr val="0033B3"/>
                  </a:solidFill>
                  <a:latin typeface="Arial Unicode MS"/>
                  <a:ea typeface="JetBrains Mono"/>
                </a:rPr>
                <a:t>return </a:t>
              </a:r>
              <a:r>
                <a:rPr lang="zh-CN" altLang="zh-CN" sz="1200" dirty="0">
                  <a:solidFill>
                    <a:srgbClr val="000000"/>
                  </a:solidFill>
                  <a:latin typeface="Arial Unicode MS"/>
                  <a:ea typeface="JetBrains Mono"/>
                </a:rPr>
                <a:t>cs</a:t>
              </a:r>
              <a:r>
                <a:rPr lang="zh-CN" altLang="zh-CN" sz="1200" dirty="0">
                  <a:solidFill>
                    <a:srgbClr val="080808"/>
                  </a:solidFill>
                  <a:latin typeface="Arial Unicode MS"/>
                  <a:ea typeface="JetBrains Mono"/>
                </a:rPr>
                <a:t>;</a:t>
              </a:r>
              <a:br>
                <a:rPr lang="zh-CN" altLang="zh-CN" sz="1200" dirty="0">
                  <a:solidFill>
                    <a:srgbClr val="080808"/>
                  </a:solidFill>
                  <a:latin typeface="Arial Unicode MS"/>
                  <a:ea typeface="JetBrains Mono"/>
                </a:rPr>
              </a:br>
              <a:r>
                <a:rPr lang="zh-CN" altLang="zh-CN" sz="1200" dirty="0">
                  <a:solidFill>
                    <a:srgbClr val="080808"/>
                  </a:solidFill>
                  <a:latin typeface="Arial Unicode MS"/>
                  <a:ea typeface="JetBrains Mono"/>
                </a:rPr>
                <a:t>    }</a:t>
              </a:r>
              <a:br>
                <a:rPr lang="zh-CN" altLang="zh-CN" sz="1200" dirty="0">
                  <a:solidFill>
                    <a:srgbClr val="080808"/>
                  </a:solidFill>
                  <a:latin typeface="Arial Unicode MS"/>
                  <a:ea typeface="JetBrains Mono"/>
                </a:rPr>
              </a:br>
              <a:r>
                <a:rPr lang="zh-CN" altLang="zh-CN" sz="1200" dirty="0">
                  <a:solidFill>
                    <a:srgbClr val="080808"/>
                  </a:solidFill>
                  <a:latin typeface="Arial Unicode MS"/>
                  <a:ea typeface="JetBrains Mono"/>
                </a:rPr>
                <a:t>}</a:t>
              </a:r>
              <a:endParaRPr lang="zh-CN" altLang="zh-CN" sz="1200" dirty="0">
                <a:latin typeface="Arial" panose="020B0604020202020204" pitchFamily="34" charset="0"/>
              </a:endParaRPr>
            </a:p>
          </p:txBody>
        </p:sp>
        <p:sp>
          <p:nvSpPr>
            <p:cNvPr id="35" name="任意多边形: 形状 34">
              <a:extLst>
                <a:ext uri="{FF2B5EF4-FFF2-40B4-BE49-F238E27FC236}">
                  <a16:creationId xmlns:a16="http://schemas.microsoft.com/office/drawing/2014/main" id="{BB8B98A1-5BDC-4BA5-9F4D-CCB2BC1F64C4}"/>
                </a:ext>
              </a:extLst>
            </p:cNvPr>
            <p:cNvSpPr/>
            <p:nvPr/>
          </p:nvSpPr>
          <p:spPr>
            <a:xfrm>
              <a:off x="5424210" y="4188335"/>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endParaRPr lang="zh-CN" altLang="en-US" sz="1351"/>
            </a:p>
          </p:txBody>
        </p:sp>
        <p:grpSp>
          <p:nvGrpSpPr>
            <p:cNvPr id="36" name="组合 35">
              <a:extLst>
                <a:ext uri="{FF2B5EF4-FFF2-40B4-BE49-F238E27FC236}">
                  <a16:creationId xmlns:a16="http://schemas.microsoft.com/office/drawing/2014/main" id="{1A25DA08-E0EF-4931-8596-77D45071B643}"/>
                </a:ext>
              </a:extLst>
            </p:cNvPr>
            <p:cNvGrpSpPr/>
            <p:nvPr/>
          </p:nvGrpSpPr>
          <p:grpSpPr>
            <a:xfrm>
              <a:off x="5589962" y="4273805"/>
              <a:ext cx="771634" cy="133081"/>
              <a:chOff x="2016841" y="2587412"/>
              <a:chExt cx="730275" cy="133081"/>
            </a:xfrm>
          </p:grpSpPr>
          <p:sp>
            <p:nvSpPr>
              <p:cNvPr id="38" name="椭圆 37">
                <a:extLst>
                  <a:ext uri="{FF2B5EF4-FFF2-40B4-BE49-F238E27FC236}">
                    <a16:creationId xmlns:a16="http://schemas.microsoft.com/office/drawing/2014/main" id="{9703261E-847F-4923-9ABE-4CFE4AF8AF3C}"/>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9" name="椭圆 38">
                <a:extLst>
                  <a:ext uri="{FF2B5EF4-FFF2-40B4-BE49-F238E27FC236}">
                    <a16:creationId xmlns:a16="http://schemas.microsoft.com/office/drawing/2014/main" id="{AC01602A-54CC-4773-B316-9271A05C10A8}"/>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0" name="椭圆 39">
                <a:extLst>
                  <a:ext uri="{FF2B5EF4-FFF2-40B4-BE49-F238E27FC236}">
                    <a16:creationId xmlns:a16="http://schemas.microsoft.com/office/drawing/2014/main" id="{D95A8E7D-5D14-4903-AF02-4A0C864A4FAC}"/>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sp>
          <p:nvSpPr>
            <p:cNvPr id="41" name="矩形 40">
              <a:extLst>
                <a:ext uri="{FF2B5EF4-FFF2-40B4-BE49-F238E27FC236}">
                  <a16:creationId xmlns:a16="http://schemas.microsoft.com/office/drawing/2014/main" id="{0844F151-F75E-4F7D-9B0A-E50866D22A18}"/>
                </a:ext>
              </a:extLst>
            </p:cNvPr>
            <p:cNvSpPr/>
            <p:nvPr/>
          </p:nvSpPr>
          <p:spPr>
            <a:xfrm>
              <a:off x="5905470" y="5619817"/>
              <a:ext cx="4726203" cy="537856"/>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grpSp>
        <p:nvGrpSpPr>
          <p:cNvPr id="2" name="组合 1">
            <a:extLst>
              <a:ext uri="{FF2B5EF4-FFF2-40B4-BE49-F238E27FC236}">
                <a16:creationId xmlns:a16="http://schemas.microsoft.com/office/drawing/2014/main" id="{E1DC2A92-C700-4EF2-BE00-3831F0FD617F}"/>
              </a:ext>
            </a:extLst>
          </p:cNvPr>
          <p:cNvGrpSpPr/>
          <p:nvPr/>
        </p:nvGrpSpPr>
        <p:grpSpPr>
          <a:xfrm>
            <a:off x="698224" y="3414570"/>
            <a:ext cx="4483379" cy="3107035"/>
            <a:chOff x="698223" y="3414567"/>
            <a:chExt cx="4483378" cy="3107034"/>
          </a:xfrm>
        </p:grpSpPr>
        <p:grpSp>
          <p:nvGrpSpPr>
            <p:cNvPr id="43" name="组合 42">
              <a:extLst>
                <a:ext uri="{FF2B5EF4-FFF2-40B4-BE49-F238E27FC236}">
                  <a16:creationId xmlns:a16="http://schemas.microsoft.com/office/drawing/2014/main" id="{518C4237-4FEB-4CA0-A3B1-B8B90F0653F1}"/>
                </a:ext>
              </a:extLst>
            </p:cNvPr>
            <p:cNvGrpSpPr/>
            <p:nvPr/>
          </p:nvGrpSpPr>
          <p:grpSpPr>
            <a:xfrm>
              <a:off x="698223" y="3414567"/>
              <a:ext cx="4483378" cy="3107034"/>
              <a:chOff x="698223" y="3414567"/>
              <a:chExt cx="4483378" cy="3107034"/>
            </a:xfrm>
          </p:grpSpPr>
          <p:sp>
            <p:nvSpPr>
              <p:cNvPr id="44" name="矩形: 圆角 43">
                <a:extLst>
                  <a:ext uri="{FF2B5EF4-FFF2-40B4-BE49-F238E27FC236}">
                    <a16:creationId xmlns:a16="http://schemas.microsoft.com/office/drawing/2014/main" id="{CCF691CE-8781-4E5F-BF75-C14F222771E0}"/>
                  </a:ext>
                </a:extLst>
              </p:cNvPr>
              <p:cNvSpPr/>
              <p:nvPr/>
            </p:nvSpPr>
            <p:spPr>
              <a:xfrm>
                <a:off x="698223" y="3414567"/>
                <a:ext cx="4483378" cy="3107034"/>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5" name="任意多边形: 形状 44">
                <a:extLst>
                  <a:ext uri="{FF2B5EF4-FFF2-40B4-BE49-F238E27FC236}">
                    <a16:creationId xmlns:a16="http://schemas.microsoft.com/office/drawing/2014/main" id="{A85FC96A-129B-4038-8DEE-E40C00C9CC8A}"/>
                  </a:ext>
                </a:extLst>
              </p:cNvPr>
              <p:cNvSpPr/>
              <p:nvPr/>
            </p:nvSpPr>
            <p:spPr>
              <a:xfrm>
                <a:off x="698223" y="3436304"/>
                <a:ext cx="4483378"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46" name="组合 45">
                <a:extLst>
                  <a:ext uri="{FF2B5EF4-FFF2-40B4-BE49-F238E27FC236}">
                    <a16:creationId xmlns:a16="http://schemas.microsoft.com/office/drawing/2014/main" id="{CD2BBC0D-0216-4053-A482-799490BB413E}"/>
                  </a:ext>
                </a:extLst>
              </p:cNvPr>
              <p:cNvGrpSpPr/>
              <p:nvPr/>
            </p:nvGrpSpPr>
            <p:grpSpPr>
              <a:xfrm>
                <a:off x="863974" y="3521774"/>
                <a:ext cx="771634" cy="133081"/>
                <a:chOff x="2016841" y="2587412"/>
                <a:chExt cx="730275" cy="133081"/>
              </a:xfrm>
            </p:grpSpPr>
            <p:sp>
              <p:nvSpPr>
                <p:cNvPr id="48" name="椭圆 47">
                  <a:extLst>
                    <a:ext uri="{FF2B5EF4-FFF2-40B4-BE49-F238E27FC236}">
                      <a16:creationId xmlns:a16="http://schemas.microsoft.com/office/drawing/2014/main" id="{101D915C-AF33-4094-B164-621A84A71D93}"/>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9" name="椭圆 48">
                  <a:extLst>
                    <a:ext uri="{FF2B5EF4-FFF2-40B4-BE49-F238E27FC236}">
                      <a16:creationId xmlns:a16="http://schemas.microsoft.com/office/drawing/2014/main" id="{3CBD8FF1-8C20-44AB-B11B-FE5EF3EC3B71}"/>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50" name="椭圆 49">
                  <a:extLst>
                    <a:ext uri="{FF2B5EF4-FFF2-40B4-BE49-F238E27FC236}">
                      <a16:creationId xmlns:a16="http://schemas.microsoft.com/office/drawing/2014/main" id="{C1DC3076-139F-46AC-A94A-6AEFF9D13538}"/>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grpSp>
        <p:sp>
          <p:nvSpPr>
            <p:cNvPr id="51" name="Rectangle 5">
              <a:extLst>
                <a:ext uri="{FF2B5EF4-FFF2-40B4-BE49-F238E27FC236}">
                  <a16:creationId xmlns:a16="http://schemas.microsoft.com/office/drawing/2014/main" id="{1C6EC59F-B6F1-4C8D-99B1-706E8EE16B55}"/>
                </a:ext>
              </a:extLst>
            </p:cNvPr>
            <p:cNvSpPr>
              <a:spLocks noChangeArrowheads="1"/>
            </p:cNvSpPr>
            <p:nvPr/>
          </p:nvSpPr>
          <p:spPr bwMode="auto">
            <a:xfrm>
              <a:off x="863974" y="3732306"/>
              <a:ext cx="4219523" cy="266598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@RestController</a:t>
              </a:r>
              <a:br>
                <a:rPr lang="zh-CN" altLang="zh-CN" sz="1300" dirty="0">
                  <a:solidFill>
                    <a:srgbClr val="9E880D"/>
                  </a:solidFill>
                  <a:latin typeface="Arial Unicode MS"/>
                  <a:ea typeface="JetBrains Mono"/>
                </a:rPr>
              </a:br>
              <a:r>
                <a:rPr lang="zh-CN" altLang="zh-CN" sz="1300" dirty="0">
                  <a:solidFill>
                    <a:srgbClr val="0033B3"/>
                  </a:solidFill>
                  <a:latin typeface="Arial Unicode MS"/>
                  <a:ea typeface="JetBrains Mono"/>
                </a:rPr>
                <a:t>public class </a:t>
              </a:r>
              <a:r>
                <a:rPr lang="zh-CN" altLang="zh-CN" sz="1300" dirty="0">
                  <a:solidFill>
                    <a:srgbClr val="000000"/>
                  </a:solidFill>
                  <a:latin typeface="Arial Unicode MS"/>
                  <a:ea typeface="JetBrains Mono"/>
                </a:rPr>
                <a:t>ChatController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@Autowired</a:t>
              </a:r>
              <a:br>
                <a:rPr lang="zh-CN" altLang="zh-CN" sz="1300" dirty="0">
                  <a:solidFill>
                    <a:srgbClr val="9E880D"/>
                  </a:solidFill>
                  <a:latin typeface="Arial Unicode MS"/>
                  <a:ea typeface="JetBrains Mono"/>
                </a:rPr>
              </a:br>
              <a:r>
                <a:rPr lang="zh-CN" altLang="zh-CN" sz="1300" dirty="0">
                  <a:solidFill>
                    <a:srgbClr val="9E880D"/>
                  </a:solidFill>
                  <a:latin typeface="Arial Unicode MS"/>
                  <a:ea typeface="JetBrains Mono"/>
                </a:rPr>
                <a:t>    </a:t>
              </a:r>
              <a:r>
                <a:rPr lang="zh-CN" altLang="zh-CN" sz="1300" dirty="0">
                  <a:solidFill>
                    <a:srgbClr val="0033B3"/>
                  </a:solidFill>
                  <a:latin typeface="Arial Unicode MS"/>
                  <a:ea typeface="JetBrains Mono"/>
                </a:rPr>
                <a:t>private </a:t>
              </a:r>
              <a:r>
                <a:rPr lang="zh-CN" altLang="zh-CN" sz="1300" dirty="0">
                  <a:solidFill>
                    <a:srgbClr val="000000"/>
                  </a:solidFill>
                  <a:latin typeface="Arial Unicode MS"/>
                  <a:ea typeface="JetBrains Mono"/>
                </a:rPr>
                <a:t>ConsultantService </a:t>
              </a:r>
              <a:r>
                <a:rPr lang="zh-CN" altLang="zh-CN" sz="1300" dirty="0">
                  <a:solidFill>
                    <a:srgbClr val="871094"/>
                  </a:solidFill>
                  <a:latin typeface="Arial Unicode MS"/>
                  <a:ea typeface="JetBrains Mono"/>
                </a:rPr>
                <a:t>consultantService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@RequestMapping</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"/chat"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String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result </a:t>
              </a:r>
              <a:r>
                <a:rPr lang="zh-CN" altLang="zh-CN" sz="1300" dirty="0">
                  <a:solidFill>
                    <a:srgbClr val="080808"/>
                  </a:solidFill>
                  <a:latin typeface="Arial Unicode MS"/>
                  <a:ea typeface="JetBrains Mono"/>
                </a:rPr>
                <a:t>= </a:t>
              </a:r>
              <a:r>
                <a:rPr lang="zh-CN" altLang="zh-CN" sz="1300" dirty="0">
                  <a:solidFill>
                    <a:srgbClr val="871094"/>
                  </a:solidFill>
                  <a:latin typeface="Arial Unicode MS"/>
                  <a:ea typeface="JetBrains Mono"/>
                </a:rPr>
                <a:t>consultantService</a:t>
              </a:r>
              <a:r>
                <a:rPr lang="zh-CN" altLang="zh-CN" sz="1300" dirty="0">
                  <a:solidFill>
                    <a:srgbClr val="080808"/>
                  </a:solidFill>
                  <a:latin typeface="Arial Unicode MS"/>
                  <a:ea typeface="JetBrains Mono"/>
                </a:rPr>
                <a:t>.chat(</a:t>
              </a:r>
              <a:r>
                <a:rPr lang="zh-CN" altLang="zh-CN" sz="1300" dirty="0">
                  <a:solidFill>
                    <a:srgbClr val="000000"/>
                  </a:solidFill>
                  <a:latin typeface="Arial Unicode MS"/>
                  <a:ea typeface="JetBrains Mono"/>
                </a:rPr>
                <a:t>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result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spTree>
    <p:extLst>
      <p:ext uri="{BB962C8B-B14F-4D97-AF65-F5344CB8AC3E}">
        <p14:creationId xmlns:p14="http://schemas.microsoft.com/office/powerpoint/2010/main" val="363948965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1000"/>
                                        <p:tgtEl>
                                          <p:spTgt spid="32"/>
                                        </p:tgtEl>
                                      </p:cBhvr>
                                    </p:animEffect>
                                    <p:anim calcmode="lin" valueType="num">
                                      <p:cBhvr>
                                        <p:cTn id="13" dur="1000" fill="hold"/>
                                        <p:tgtEl>
                                          <p:spTgt spid="32"/>
                                        </p:tgtEl>
                                        <p:attrNameLst>
                                          <p:attrName>ppt_x</p:attrName>
                                        </p:attrNameLst>
                                      </p:cBhvr>
                                      <p:tavLst>
                                        <p:tav tm="0">
                                          <p:val>
                                            <p:strVal val="#ppt_x"/>
                                          </p:val>
                                        </p:tav>
                                        <p:tav tm="100000">
                                          <p:val>
                                            <p:strVal val="#ppt_x"/>
                                          </p:val>
                                        </p:tav>
                                      </p:tavLst>
                                    </p:anim>
                                    <p:anim calcmode="lin" valueType="num">
                                      <p:cBhvr>
                                        <p:cTn id="1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1000"/>
                                        <p:tgtEl>
                                          <p:spTgt spid="42"/>
                                        </p:tgtEl>
                                      </p:cBhvr>
                                    </p:animEffect>
                                    <p:anim calcmode="lin" valueType="num">
                                      <p:cBhvr>
                                        <p:cTn id="27" dur="1000" fill="hold"/>
                                        <p:tgtEl>
                                          <p:spTgt spid="42"/>
                                        </p:tgtEl>
                                        <p:attrNameLst>
                                          <p:attrName>ppt_x</p:attrName>
                                        </p:attrNameLst>
                                      </p:cBhvr>
                                      <p:tavLst>
                                        <p:tav tm="0">
                                          <p:val>
                                            <p:strVal val="#ppt_x"/>
                                          </p:val>
                                        </p:tav>
                                        <p:tav tm="100000">
                                          <p:val>
                                            <p:strVal val="#ppt_x"/>
                                          </p:val>
                                        </p:tav>
                                      </p:tavLst>
                                    </p:anim>
                                    <p:anim calcmode="lin" valueType="num">
                                      <p:cBhvr>
                                        <p:cTn id="28"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en-US" altLang="zh-CN" dirty="0" err="1"/>
              <a:t>AiServices</a:t>
            </a:r>
            <a:r>
              <a:rPr lang="zh-CN" altLang="en-US" dirty="0"/>
              <a:t>工具类</a:t>
            </a:r>
          </a:p>
        </p:txBody>
      </p:sp>
      <p:sp>
        <p:nvSpPr>
          <p:cNvPr id="8" name="内容占位符 1">
            <a:extLst>
              <a:ext uri="{FF2B5EF4-FFF2-40B4-BE49-F238E27FC236}">
                <a16:creationId xmlns:a16="http://schemas.microsoft.com/office/drawing/2014/main" id="{41C79046-0DC6-4870-A0CD-3CF84E496AAC}"/>
              </a:ext>
            </a:extLst>
          </p:cNvPr>
          <p:cNvSpPr txBox="1">
            <a:spLocks/>
          </p:cNvSpPr>
          <p:nvPr/>
        </p:nvSpPr>
        <p:spPr>
          <a:xfrm>
            <a:off x="698224" y="1032881"/>
            <a:ext cx="4359553" cy="21084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F2F2F"/>
                </a:solidFill>
                <a:latin typeface="Source Code Pro"/>
              </a:rPr>
              <a:t>声明式使用</a:t>
            </a:r>
            <a:endParaRPr lang="en-US" altLang="zh-CN" dirty="0">
              <a:solidFill>
                <a:srgbClr val="2F2F2F"/>
              </a:solidFill>
              <a:latin typeface="Source Code Pro"/>
            </a:endParaRPr>
          </a:p>
        </p:txBody>
      </p:sp>
      <p:grpSp>
        <p:nvGrpSpPr>
          <p:cNvPr id="7" name="组合 6">
            <a:extLst>
              <a:ext uri="{FF2B5EF4-FFF2-40B4-BE49-F238E27FC236}">
                <a16:creationId xmlns:a16="http://schemas.microsoft.com/office/drawing/2014/main" id="{62FC6083-6E2C-450B-A946-4571FFCD53F0}"/>
              </a:ext>
            </a:extLst>
          </p:cNvPr>
          <p:cNvGrpSpPr/>
          <p:nvPr/>
        </p:nvGrpSpPr>
        <p:grpSpPr>
          <a:xfrm>
            <a:off x="5408151" y="1032881"/>
            <a:ext cx="6492407" cy="2816198"/>
            <a:chOff x="5408148" y="3603652"/>
            <a:chExt cx="6492407" cy="2816198"/>
          </a:xfrm>
        </p:grpSpPr>
        <p:sp>
          <p:nvSpPr>
            <p:cNvPr id="61" name="矩形: 圆角 60">
              <a:extLst>
                <a:ext uri="{FF2B5EF4-FFF2-40B4-BE49-F238E27FC236}">
                  <a16:creationId xmlns:a16="http://schemas.microsoft.com/office/drawing/2014/main" id="{442B3D48-064C-4EAC-B2D2-F92476E68C59}"/>
                </a:ext>
              </a:extLst>
            </p:cNvPr>
            <p:cNvSpPr/>
            <p:nvPr/>
          </p:nvSpPr>
          <p:spPr>
            <a:xfrm>
              <a:off x="5408148" y="3603652"/>
              <a:ext cx="6492407" cy="2816198"/>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62" name="任意多边形: 形状 61">
              <a:extLst>
                <a:ext uri="{FF2B5EF4-FFF2-40B4-BE49-F238E27FC236}">
                  <a16:creationId xmlns:a16="http://schemas.microsoft.com/office/drawing/2014/main" id="{9AF749C5-8C4F-4B79-B096-4FAB89587451}"/>
                </a:ext>
              </a:extLst>
            </p:cNvPr>
            <p:cNvSpPr/>
            <p:nvPr/>
          </p:nvSpPr>
          <p:spPr>
            <a:xfrm>
              <a:off x="5408148" y="3609984"/>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63" name="组合 62">
              <a:extLst>
                <a:ext uri="{FF2B5EF4-FFF2-40B4-BE49-F238E27FC236}">
                  <a16:creationId xmlns:a16="http://schemas.microsoft.com/office/drawing/2014/main" id="{456348BE-0E68-42C2-88BE-B14F23CCFB87}"/>
                </a:ext>
              </a:extLst>
            </p:cNvPr>
            <p:cNvGrpSpPr/>
            <p:nvPr/>
          </p:nvGrpSpPr>
          <p:grpSpPr>
            <a:xfrm>
              <a:off x="5573900" y="3710860"/>
              <a:ext cx="771634" cy="133081"/>
              <a:chOff x="2016841" y="2587412"/>
              <a:chExt cx="730275" cy="133081"/>
            </a:xfrm>
          </p:grpSpPr>
          <p:sp>
            <p:nvSpPr>
              <p:cNvPr id="64" name="椭圆 63">
                <a:extLst>
                  <a:ext uri="{FF2B5EF4-FFF2-40B4-BE49-F238E27FC236}">
                    <a16:creationId xmlns:a16="http://schemas.microsoft.com/office/drawing/2014/main" id="{BCE66693-9344-4037-A8B0-9E81607AD7B4}"/>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65" name="椭圆 64">
                <a:extLst>
                  <a:ext uri="{FF2B5EF4-FFF2-40B4-BE49-F238E27FC236}">
                    <a16:creationId xmlns:a16="http://schemas.microsoft.com/office/drawing/2014/main" id="{D8B07898-9BA0-40FA-9CCA-74AB35566AA9}"/>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66" name="椭圆 65">
                <a:extLst>
                  <a:ext uri="{FF2B5EF4-FFF2-40B4-BE49-F238E27FC236}">
                    <a16:creationId xmlns:a16="http://schemas.microsoft.com/office/drawing/2014/main" id="{E830C63A-22CA-4F57-949F-C8410A85A3C0}"/>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60" name="Rectangle 1">
              <a:extLst>
                <a:ext uri="{FF2B5EF4-FFF2-40B4-BE49-F238E27FC236}">
                  <a16:creationId xmlns:a16="http://schemas.microsoft.com/office/drawing/2014/main" id="{3BC6C316-8218-46D5-A183-88646725BF06}"/>
                </a:ext>
              </a:extLst>
            </p:cNvPr>
            <p:cNvSpPr>
              <a:spLocks noChangeArrowheads="1"/>
            </p:cNvSpPr>
            <p:nvPr/>
          </p:nvSpPr>
          <p:spPr bwMode="auto">
            <a:xfrm>
              <a:off x="5573900" y="4774786"/>
              <a:ext cx="4629150"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br>
                <a:rPr lang="zh-CN" altLang="zh-CN" sz="1300" dirty="0">
                  <a:solidFill>
                    <a:srgbClr val="080808"/>
                  </a:solidFill>
                  <a:latin typeface="Arial Unicode MS"/>
                  <a:ea typeface="JetBrains Mono"/>
                </a:rPr>
              </a:b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ConsultantService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用于聊天的方法</a:t>
              </a:r>
              <a:r>
                <a:rPr lang="zh-CN" altLang="zh-CN" sz="1300" i="1" dirty="0">
                  <a:solidFill>
                    <a:srgbClr val="686671"/>
                  </a:solidFill>
                  <a:latin typeface="Arial Unicode MS"/>
                  <a:ea typeface="JetBrains Mono"/>
                </a:rPr>
                <a:t>,message</a:t>
              </a:r>
              <a:r>
                <a:rPr lang="zh-CN" altLang="zh-CN" sz="1300" i="1" dirty="0">
                  <a:solidFill>
                    <a:srgbClr val="686671"/>
                  </a:solidFill>
                  <a:latin typeface="宋体" panose="02010600030101010101" pitchFamily="2" charset="-122"/>
                  <a:ea typeface="宋体" panose="02010600030101010101" pitchFamily="2" charset="-122"/>
                </a:rPr>
                <a:t>为用户输入的内容</a:t>
              </a: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String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6" name="Rectangle 3">
              <a:extLst>
                <a:ext uri="{FF2B5EF4-FFF2-40B4-BE49-F238E27FC236}">
                  <a16:creationId xmlns:a16="http://schemas.microsoft.com/office/drawing/2014/main" id="{E1E473E1-D1FC-4AC7-A81E-2AF63B20B771}"/>
                </a:ext>
              </a:extLst>
            </p:cNvPr>
            <p:cNvSpPr>
              <a:spLocks noChangeArrowheads="1"/>
            </p:cNvSpPr>
            <p:nvPr/>
          </p:nvSpPr>
          <p:spPr bwMode="auto">
            <a:xfrm>
              <a:off x="5573900" y="4053786"/>
              <a:ext cx="4152900" cy="110555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@AiService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wiringMode = </a:t>
              </a:r>
              <a:r>
                <a:rPr lang="zh-CN" altLang="zh-CN" sz="1300" dirty="0">
                  <a:solidFill>
                    <a:srgbClr val="000000"/>
                  </a:solidFill>
                  <a:latin typeface="Arial Unicode MS"/>
                  <a:ea typeface="JetBrains Mono"/>
                </a:rPr>
                <a:t>AiServiceWiringMode</a:t>
              </a:r>
              <a:r>
                <a:rPr lang="zh-CN" altLang="zh-CN" sz="1300" dirty="0">
                  <a:solidFill>
                    <a:srgbClr val="080808"/>
                  </a:solidFill>
                  <a:latin typeface="Arial Unicode MS"/>
                  <a:ea typeface="JetBrains Mono"/>
                </a:rPr>
                <a:t>.</a:t>
              </a:r>
              <a:r>
                <a:rPr lang="zh-CN" altLang="zh-CN" sz="1300" i="1" dirty="0">
                  <a:solidFill>
                    <a:srgbClr val="871094"/>
                  </a:solidFill>
                  <a:latin typeface="Arial Unicode MS"/>
                  <a:ea typeface="JetBrains Mono"/>
                </a:rPr>
                <a:t>EXPLICIT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chatModel = </a:t>
              </a:r>
              <a:r>
                <a:rPr lang="zh-CN" altLang="zh-CN" sz="1300" dirty="0">
                  <a:solidFill>
                    <a:srgbClr val="067D17"/>
                  </a:solidFill>
                  <a:latin typeface="Arial Unicode MS"/>
                  <a:ea typeface="JetBrains Mono"/>
                </a:rPr>
                <a:t>"</a:t>
              </a:r>
              <a:r>
                <a:rPr lang="en-US" altLang="zh-CN" sz="1300" dirty="0" err="1">
                  <a:solidFill>
                    <a:srgbClr val="067D17"/>
                  </a:solidFill>
                  <a:latin typeface="Arial Unicode MS"/>
                  <a:ea typeface="JetBrains Mono"/>
                </a:rPr>
                <a:t>openAiC</a:t>
              </a:r>
              <a:r>
                <a:rPr lang="zh-CN" altLang="zh-CN" sz="1300" dirty="0">
                  <a:solidFill>
                    <a:srgbClr val="067D17"/>
                  </a:solidFill>
                  <a:latin typeface="Arial Unicode MS"/>
                  <a:ea typeface="JetBrains Mono"/>
                </a:rPr>
                <a:t>hatModel"</a:t>
              </a:r>
              <a:br>
                <a:rPr lang="zh-CN" altLang="zh-CN" sz="1300" dirty="0">
                  <a:solidFill>
                    <a:srgbClr val="067D17"/>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spTree>
    <p:extLst>
      <p:ext uri="{BB962C8B-B14F-4D97-AF65-F5344CB8AC3E}">
        <p14:creationId xmlns:p14="http://schemas.microsoft.com/office/powerpoint/2010/main" val="4098838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42"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anim calcmode="lin" valueType="num">
                                      <p:cBhvr>
                                        <p:cTn id="11" dur="1000" fill="hold"/>
                                        <p:tgtEl>
                                          <p:spTgt spid="7"/>
                                        </p:tgtEl>
                                        <p:attrNameLst>
                                          <p:attrName>ppt_x</p:attrName>
                                        </p:attrNameLst>
                                      </p:cBhvr>
                                      <p:tavLst>
                                        <p:tav tm="0">
                                          <p:val>
                                            <p:strVal val="#ppt_x"/>
                                          </p:val>
                                        </p:tav>
                                        <p:tav tm="100000">
                                          <p:val>
                                            <p:strVal val="#ppt_x"/>
                                          </p:val>
                                        </p:tav>
                                      </p:tavLst>
                                    </p:anim>
                                    <p:anim calcmode="lin" valueType="num">
                                      <p:cBhvr>
                                        <p:cTn id="1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pPr lvl="1"/>
            <a:r>
              <a:rPr lang="zh-CN" altLang="en-US" sz="1400" dirty="0"/>
              <a:t>快速入门</a:t>
            </a:r>
            <a:endParaRPr lang="en-US" altLang="zh-CN" sz="1400" dirty="0"/>
          </a:p>
          <a:p>
            <a:pPr lvl="1"/>
            <a:r>
              <a:rPr lang="en-US" altLang="zh-CN" sz="1400" dirty="0"/>
              <a:t>Spring</a:t>
            </a:r>
            <a:r>
              <a:rPr lang="zh-CN" altLang="en-US" sz="1400" dirty="0"/>
              <a:t>整合</a:t>
            </a:r>
            <a:r>
              <a:rPr lang="en-US" altLang="zh-CN" sz="1400" dirty="0"/>
              <a:t>LangChain4j</a:t>
            </a:r>
          </a:p>
          <a:p>
            <a:pPr lvl="1"/>
            <a:r>
              <a:rPr lang="en-US" altLang="zh-CN" sz="1400" dirty="0" err="1"/>
              <a:t>AiServices</a:t>
            </a:r>
            <a:r>
              <a:rPr lang="zh-CN" altLang="en-US" sz="1400" dirty="0"/>
              <a:t>工具类</a:t>
            </a:r>
            <a:endParaRPr lang="en-US" altLang="zh-CN" sz="1400" dirty="0"/>
          </a:p>
          <a:p>
            <a:pPr lvl="1"/>
            <a:r>
              <a:rPr lang="zh-CN" altLang="en-US" sz="1400" dirty="0"/>
              <a:t>流式调用</a:t>
            </a:r>
            <a:endParaRPr lang="en-US" altLang="zh-CN" sz="1400" dirty="0"/>
          </a:p>
          <a:p>
            <a:pPr lvl="1"/>
            <a:r>
              <a:rPr lang="zh-CN" altLang="en-US" sz="1400" dirty="0"/>
              <a:t>消息注解</a:t>
            </a:r>
            <a:endParaRPr lang="en-US" altLang="zh-CN" sz="1400" dirty="0"/>
          </a:p>
          <a:p>
            <a:pPr lvl="1"/>
            <a:r>
              <a:rPr lang="zh-CN" altLang="en-US" sz="1400" dirty="0"/>
              <a:t>会话记忆</a:t>
            </a:r>
            <a:endParaRPr lang="en-US" altLang="zh-CN" sz="1400"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28679987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0" fill="hold"/>
                                        <p:tgtEl>
                                          <p:spTgt spid="4">
                                            <p:txEl>
                                              <p:pRg st="4" end="4"/>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流式调用</a:t>
            </a:r>
          </a:p>
        </p:txBody>
      </p:sp>
      <p:sp>
        <p:nvSpPr>
          <p:cNvPr id="8" name="内容占位符 1">
            <a:extLst>
              <a:ext uri="{FF2B5EF4-FFF2-40B4-BE49-F238E27FC236}">
                <a16:creationId xmlns:a16="http://schemas.microsoft.com/office/drawing/2014/main" id="{41C79046-0DC6-4870-A0CD-3CF84E496AAC}"/>
              </a:ext>
            </a:extLst>
          </p:cNvPr>
          <p:cNvSpPr txBox="1">
            <a:spLocks/>
          </p:cNvSpPr>
          <p:nvPr/>
        </p:nvSpPr>
        <p:spPr>
          <a:xfrm>
            <a:off x="698224" y="1032881"/>
            <a:ext cx="4359553" cy="21084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en-US" altLang="zh-CN" dirty="0">
                <a:solidFill>
                  <a:srgbClr val="2F2F2F"/>
                </a:solidFill>
              </a:rPr>
              <a:t>1.</a:t>
            </a:r>
            <a:r>
              <a:rPr lang="zh-CN" altLang="en-US" dirty="0">
                <a:solidFill>
                  <a:srgbClr val="2F2F2F"/>
                </a:solidFill>
              </a:rPr>
              <a:t>引入依赖</a:t>
            </a:r>
            <a:endParaRPr lang="en-US" altLang="zh-CN" dirty="0">
              <a:solidFill>
                <a:srgbClr val="2F2F2F"/>
              </a:solidFill>
            </a:endParaRPr>
          </a:p>
          <a:p>
            <a:pPr marL="0" indent="0">
              <a:lnSpc>
                <a:spcPct val="150000"/>
              </a:lnSpc>
              <a:buNone/>
              <a:defRPr/>
            </a:pPr>
            <a:r>
              <a:rPr lang="en-US" altLang="zh-CN" dirty="0">
                <a:solidFill>
                  <a:srgbClr val="2F2F2F"/>
                </a:solidFill>
              </a:rPr>
              <a:t>2.</a:t>
            </a:r>
            <a:r>
              <a:rPr lang="zh-CN" altLang="en-US" dirty="0">
                <a:solidFill>
                  <a:srgbClr val="2F2F2F"/>
                </a:solidFill>
              </a:rPr>
              <a:t>配置流式模型对象</a:t>
            </a:r>
            <a:endParaRPr lang="en-US" altLang="zh-CN" dirty="0">
              <a:solidFill>
                <a:srgbClr val="2F2F2F"/>
              </a:solidFill>
            </a:endParaRPr>
          </a:p>
          <a:p>
            <a:pPr marL="0" indent="0">
              <a:lnSpc>
                <a:spcPct val="150000"/>
              </a:lnSpc>
              <a:buNone/>
              <a:defRPr/>
            </a:pPr>
            <a:r>
              <a:rPr lang="en-US" altLang="zh-CN" dirty="0">
                <a:solidFill>
                  <a:srgbClr val="2F2F2F"/>
                </a:solidFill>
              </a:rPr>
              <a:t>3.</a:t>
            </a:r>
            <a:r>
              <a:rPr lang="zh-CN" altLang="en-US" dirty="0">
                <a:solidFill>
                  <a:srgbClr val="2F2F2F"/>
                </a:solidFill>
              </a:rPr>
              <a:t>切换接口中方法的返回值类型</a:t>
            </a:r>
            <a:endParaRPr lang="en-US" altLang="zh-CN" dirty="0">
              <a:solidFill>
                <a:srgbClr val="2F2F2F"/>
              </a:solidFill>
            </a:endParaRPr>
          </a:p>
          <a:p>
            <a:pPr marL="0" indent="0">
              <a:lnSpc>
                <a:spcPct val="150000"/>
              </a:lnSpc>
              <a:buNone/>
              <a:defRPr/>
            </a:pPr>
            <a:r>
              <a:rPr lang="en-US" altLang="zh-CN" dirty="0">
                <a:solidFill>
                  <a:srgbClr val="2F2F2F"/>
                </a:solidFill>
              </a:rPr>
              <a:t>4.</a:t>
            </a:r>
            <a:r>
              <a:rPr lang="zh-CN" altLang="en-US" dirty="0">
                <a:solidFill>
                  <a:srgbClr val="2F2F2F"/>
                </a:solidFill>
              </a:rPr>
              <a:t>修改</a:t>
            </a:r>
            <a:r>
              <a:rPr lang="en-US" altLang="zh-CN" dirty="0">
                <a:solidFill>
                  <a:srgbClr val="2F2F2F"/>
                </a:solidFill>
              </a:rPr>
              <a:t>Controller</a:t>
            </a:r>
            <a:r>
              <a:rPr lang="zh-CN" altLang="en-US" dirty="0">
                <a:solidFill>
                  <a:srgbClr val="2F2F2F"/>
                </a:solidFill>
              </a:rPr>
              <a:t>中的代码</a:t>
            </a:r>
            <a:endParaRPr lang="en-US" altLang="zh-CN" dirty="0">
              <a:solidFill>
                <a:srgbClr val="2F2F2F"/>
              </a:solidFill>
            </a:endParaRPr>
          </a:p>
        </p:txBody>
      </p:sp>
      <p:grpSp>
        <p:nvGrpSpPr>
          <p:cNvPr id="9" name="组合 8">
            <a:extLst>
              <a:ext uri="{FF2B5EF4-FFF2-40B4-BE49-F238E27FC236}">
                <a16:creationId xmlns:a16="http://schemas.microsoft.com/office/drawing/2014/main" id="{B6921292-ABBA-4F2C-91B6-AE711D17A4C3}"/>
              </a:ext>
            </a:extLst>
          </p:cNvPr>
          <p:cNvGrpSpPr/>
          <p:nvPr/>
        </p:nvGrpSpPr>
        <p:grpSpPr>
          <a:xfrm>
            <a:off x="5408151" y="690190"/>
            <a:ext cx="6492407" cy="2995986"/>
            <a:chOff x="5408148" y="690188"/>
            <a:chExt cx="6492407" cy="2995987"/>
          </a:xfrm>
        </p:grpSpPr>
        <p:sp>
          <p:nvSpPr>
            <p:cNvPr id="19" name="矩形: 圆角 18">
              <a:extLst>
                <a:ext uri="{FF2B5EF4-FFF2-40B4-BE49-F238E27FC236}">
                  <a16:creationId xmlns:a16="http://schemas.microsoft.com/office/drawing/2014/main" id="{7E15D831-BED8-4F82-86FD-64304A12EE18}"/>
                </a:ext>
              </a:extLst>
            </p:cNvPr>
            <p:cNvSpPr/>
            <p:nvPr/>
          </p:nvSpPr>
          <p:spPr>
            <a:xfrm>
              <a:off x="5408148" y="690188"/>
              <a:ext cx="6492407" cy="2995987"/>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0" name="任意多边形: 形状 19">
              <a:extLst>
                <a:ext uri="{FF2B5EF4-FFF2-40B4-BE49-F238E27FC236}">
                  <a16:creationId xmlns:a16="http://schemas.microsoft.com/office/drawing/2014/main" id="{87EF4396-567B-40B5-9D92-93B34D3DA718}"/>
                </a:ext>
              </a:extLst>
            </p:cNvPr>
            <p:cNvSpPr/>
            <p:nvPr/>
          </p:nvSpPr>
          <p:spPr>
            <a:xfrm>
              <a:off x="5408148" y="711926"/>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1" name="组合 20">
              <a:extLst>
                <a:ext uri="{FF2B5EF4-FFF2-40B4-BE49-F238E27FC236}">
                  <a16:creationId xmlns:a16="http://schemas.microsoft.com/office/drawing/2014/main" id="{75AD7917-71CE-45B4-BD7A-5632A801B19C}"/>
                </a:ext>
              </a:extLst>
            </p:cNvPr>
            <p:cNvGrpSpPr/>
            <p:nvPr/>
          </p:nvGrpSpPr>
          <p:grpSpPr>
            <a:xfrm>
              <a:off x="5573900" y="797396"/>
              <a:ext cx="771634" cy="133081"/>
              <a:chOff x="2016841" y="2587412"/>
              <a:chExt cx="730275" cy="133081"/>
            </a:xfrm>
          </p:grpSpPr>
          <p:sp>
            <p:nvSpPr>
              <p:cNvPr id="22" name="椭圆 21">
                <a:extLst>
                  <a:ext uri="{FF2B5EF4-FFF2-40B4-BE49-F238E27FC236}">
                    <a16:creationId xmlns:a16="http://schemas.microsoft.com/office/drawing/2014/main" id="{7EC3C16A-DBC9-419E-90F7-85CABE083E79}"/>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3" name="椭圆 22">
                <a:extLst>
                  <a:ext uri="{FF2B5EF4-FFF2-40B4-BE49-F238E27FC236}">
                    <a16:creationId xmlns:a16="http://schemas.microsoft.com/office/drawing/2014/main" id="{C2209E49-DCE1-4C71-8B21-C0E1FFE68F89}"/>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4" name="椭圆 23">
                <a:extLst>
                  <a:ext uri="{FF2B5EF4-FFF2-40B4-BE49-F238E27FC236}">
                    <a16:creationId xmlns:a16="http://schemas.microsoft.com/office/drawing/2014/main" id="{8F80048F-1771-4FFE-A165-A55B373345E0}"/>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5" name="Rectangle 1">
              <a:extLst>
                <a:ext uri="{FF2B5EF4-FFF2-40B4-BE49-F238E27FC236}">
                  <a16:creationId xmlns:a16="http://schemas.microsoft.com/office/drawing/2014/main" id="{050CD568-94DA-4CA9-82D9-3768428D8606}"/>
                </a:ext>
              </a:extLst>
            </p:cNvPr>
            <p:cNvSpPr>
              <a:spLocks noChangeArrowheads="1"/>
            </p:cNvSpPr>
            <p:nvPr/>
          </p:nvSpPr>
          <p:spPr bwMode="auto">
            <a:xfrm>
              <a:off x="5714516" y="1094425"/>
              <a:ext cx="4086226" cy="240591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&gt;org.springframework.boot&lt;/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&gt;spring-boot-starter-webflux&lt;/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&gt;dev.langchain4j&lt;/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&gt;langchain4j-reactor&lt;/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&gt;1.0.1-beta6&lt;/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endParaRPr lang="zh-CN" altLang="zh-CN" sz="2400" dirty="0">
                <a:latin typeface="Arial" panose="020B0604020202020204" pitchFamily="34" charset="0"/>
              </a:endParaRPr>
            </a:p>
          </p:txBody>
        </p:sp>
      </p:grpSp>
      <p:grpSp>
        <p:nvGrpSpPr>
          <p:cNvPr id="7" name="组合 6">
            <a:extLst>
              <a:ext uri="{FF2B5EF4-FFF2-40B4-BE49-F238E27FC236}">
                <a16:creationId xmlns:a16="http://schemas.microsoft.com/office/drawing/2014/main" id="{23D57258-CADC-4579-84F4-14EDDC17849B}"/>
              </a:ext>
            </a:extLst>
          </p:cNvPr>
          <p:cNvGrpSpPr/>
          <p:nvPr/>
        </p:nvGrpSpPr>
        <p:grpSpPr>
          <a:xfrm>
            <a:off x="5408151" y="3771646"/>
            <a:ext cx="6492407" cy="2610107"/>
            <a:chOff x="5408148" y="3771645"/>
            <a:chExt cx="6492407" cy="2610105"/>
          </a:xfrm>
        </p:grpSpPr>
        <p:sp>
          <p:nvSpPr>
            <p:cNvPr id="10" name="矩形: 圆角 9">
              <a:extLst>
                <a:ext uri="{FF2B5EF4-FFF2-40B4-BE49-F238E27FC236}">
                  <a16:creationId xmlns:a16="http://schemas.microsoft.com/office/drawing/2014/main" id="{D1BC422A-9186-45A4-A96A-B83A746D8D46}"/>
                </a:ext>
              </a:extLst>
            </p:cNvPr>
            <p:cNvSpPr/>
            <p:nvPr/>
          </p:nvSpPr>
          <p:spPr>
            <a:xfrm>
              <a:off x="5408148" y="3771645"/>
              <a:ext cx="6492407" cy="261010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1" name="任意多边形: 形状 10">
              <a:extLst>
                <a:ext uri="{FF2B5EF4-FFF2-40B4-BE49-F238E27FC236}">
                  <a16:creationId xmlns:a16="http://schemas.microsoft.com/office/drawing/2014/main" id="{C939347E-7C09-444E-BCAE-39B7A3EC5A02}"/>
                </a:ext>
              </a:extLst>
            </p:cNvPr>
            <p:cNvSpPr/>
            <p:nvPr/>
          </p:nvSpPr>
          <p:spPr>
            <a:xfrm>
              <a:off x="5408148" y="3793383"/>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2" name="组合 11">
              <a:extLst>
                <a:ext uri="{FF2B5EF4-FFF2-40B4-BE49-F238E27FC236}">
                  <a16:creationId xmlns:a16="http://schemas.microsoft.com/office/drawing/2014/main" id="{7154D2BE-414F-493B-ABE6-C03D437C2A1A}"/>
                </a:ext>
              </a:extLst>
            </p:cNvPr>
            <p:cNvGrpSpPr/>
            <p:nvPr/>
          </p:nvGrpSpPr>
          <p:grpSpPr>
            <a:xfrm>
              <a:off x="5573900" y="3878853"/>
              <a:ext cx="771634" cy="133081"/>
              <a:chOff x="2016841" y="2587412"/>
              <a:chExt cx="730275" cy="133081"/>
            </a:xfrm>
          </p:grpSpPr>
          <p:sp>
            <p:nvSpPr>
              <p:cNvPr id="14" name="椭圆 13">
                <a:extLst>
                  <a:ext uri="{FF2B5EF4-FFF2-40B4-BE49-F238E27FC236}">
                    <a16:creationId xmlns:a16="http://schemas.microsoft.com/office/drawing/2014/main" id="{F6CE8729-13A9-4670-B7B5-A20A8F5DA66E}"/>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5" name="椭圆 14">
                <a:extLst>
                  <a:ext uri="{FF2B5EF4-FFF2-40B4-BE49-F238E27FC236}">
                    <a16:creationId xmlns:a16="http://schemas.microsoft.com/office/drawing/2014/main" id="{E4FD50A8-8816-41F4-B57A-27D2CC5ED365}"/>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6" name="椭圆 15">
                <a:extLst>
                  <a:ext uri="{FF2B5EF4-FFF2-40B4-BE49-F238E27FC236}">
                    <a16:creationId xmlns:a16="http://schemas.microsoft.com/office/drawing/2014/main" id="{6572B4F9-4383-4FE6-8229-E5E165DE1869}"/>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6" name="Rectangle 2">
              <a:extLst>
                <a:ext uri="{FF2B5EF4-FFF2-40B4-BE49-F238E27FC236}">
                  <a16:creationId xmlns:a16="http://schemas.microsoft.com/office/drawing/2014/main" id="{7D1376B7-7AAA-4E46-9B00-80A2CED639F9}"/>
                </a:ext>
              </a:extLst>
            </p:cNvPr>
            <p:cNvSpPr>
              <a:spLocks noChangeArrowheads="1"/>
            </p:cNvSpPr>
            <p:nvPr/>
          </p:nvSpPr>
          <p:spPr bwMode="auto">
            <a:xfrm>
              <a:off x="5644208" y="4142420"/>
              <a:ext cx="5143500" cy="214584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langchain4j</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open-ai</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streaming-chat-model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base-url</a:t>
              </a:r>
              <a:r>
                <a:rPr lang="zh-CN" altLang="zh-CN" sz="1300" dirty="0">
                  <a:solidFill>
                    <a:srgbClr val="080808"/>
                  </a:solidFill>
                  <a:latin typeface="Arial Unicode MS"/>
                  <a:ea typeface="JetBrains Mono"/>
                </a:rPr>
                <a:t>: https://dashscope.aliyuncs.com/compatible-mode/v1</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api-key</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API-KEY</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model-name</a:t>
              </a:r>
              <a:r>
                <a:rPr lang="zh-CN" altLang="zh-CN" sz="1300" dirty="0">
                  <a:solidFill>
                    <a:srgbClr val="080808"/>
                  </a:solidFill>
                  <a:latin typeface="Arial Unicode MS"/>
                  <a:ea typeface="JetBrains Mono"/>
                </a:rPr>
                <a:t>: qwen-plus</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log-requests</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true</a:t>
              </a:r>
              <a:br>
                <a:rPr lang="zh-CN" altLang="zh-CN" sz="1300" dirty="0">
                  <a:solidFill>
                    <a:srgbClr val="0033B3"/>
                  </a:solidFill>
                  <a:latin typeface="Arial Unicode MS"/>
                  <a:ea typeface="JetBrains Mono"/>
                </a:rPr>
              </a:br>
              <a:r>
                <a:rPr lang="zh-CN" altLang="zh-CN" sz="1300" dirty="0">
                  <a:solidFill>
                    <a:srgbClr val="0033B3"/>
                  </a:solidFill>
                  <a:latin typeface="Arial Unicode MS"/>
                  <a:ea typeface="JetBrains Mono"/>
                </a:rPr>
                <a:t>      log-responses</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true</a:t>
              </a:r>
              <a:endParaRPr lang="zh-CN" altLang="zh-CN" sz="2400" dirty="0">
                <a:latin typeface="Arial" panose="020B0604020202020204" pitchFamily="34" charset="0"/>
              </a:endParaRPr>
            </a:p>
          </p:txBody>
        </p:sp>
      </p:grpSp>
      <p:grpSp>
        <p:nvGrpSpPr>
          <p:cNvPr id="36" name="组合 35">
            <a:extLst>
              <a:ext uri="{FF2B5EF4-FFF2-40B4-BE49-F238E27FC236}">
                <a16:creationId xmlns:a16="http://schemas.microsoft.com/office/drawing/2014/main" id="{67B46E8F-F97A-42F6-AF7F-BEE91A766D25}"/>
              </a:ext>
            </a:extLst>
          </p:cNvPr>
          <p:cNvGrpSpPr/>
          <p:nvPr/>
        </p:nvGrpSpPr>
        <p:grpSpPr>
          <a:xfrm>
            <a:off x="698225" y="3414572"/>
            <a:ext cx="4553879" cy="2995987"/>
            <a:chOff x="698223" y="3414567"/>
            <a:chExt cx="4553878" cy="2995987"/>
          </a:xfrm>
        </p:grpSpPr>
        <p:sp>
          <p:nvSpPr>
            <p:cNvPr id="27" name="矩形: 圆角 26">
              <a:extLst>
                <a:ext uri="{FF2B5EF4-FFF2-40B4-BE49-F238E27FC236}">
                  <a16:creationId xmlns:a16="http://schemas.microsoft.com/office/drawing/2014/main" id="{EA35AE9D-69A9-45E0-85EB-90BCA67D1832}"/>
                </a:ext>
              </a:extLst>
            </p:cNvPr>
            <p:cNvSpPr/>
            <p:nvPr/>
          </p:nvSpPr>
          <p:spPr>
            <a:xfrm>
              <a:off x="698223" y="3414567"/>
              <a:ext cx="4483378" cy="2995987"/>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8" name="任意多边形: 形状 27">
              <a:extLst>
                <a:ext uri="{FF2B5EF4-FFF2-40B4-BE49-F238E27FC236}">
                  <a16:creationId xmlns:a16="http://schemas.microsoft.com/office/drawing/2014/main" id="{107174D1-C81A-4294-8354-CE6863264E66}"/>
                </a:ext>
              </a:extLst>
            </p:cNvPr>
            <p:cNvSpPr/>
            <p:nvPr/>
          </p:nvSpPr>
          <p:spPr>
            <a:xfrm>
              <a:off x="698223" y="3436304"/>
              <a:ext cx="4483378"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9" name="组合 28">
              <a:extLst>
                <a:ext uri="{FF2B5EF4-FFF2-40B4-BE49-F238E27FC236}">
                  <a16:creationId xmlns:a16="http://schemas.microsoft.com/office/drawing/2014/main" id="{0FCFF295-E973-46E4-A1BE-6B28783A0F33}"/>
                </a:ext>
              </a:extLst>
            </p:cNvPr>
            <p:cNvGrpSpPr/>
            <p:nvPr/>
          </p:nvGrpSpPr>
          <p:grpSpPr>
            <a:xfrm>
              <a:off x="863974" y="3521774"/>
              <a:ext cx="771634" cy="133081"/>
              <a:chOff x="2016841" y="2587412"/>
              <a:chExt cx="730275" cy="133081"/>
            </a:xfrm>
          </p:grpSpPr>
          <p:sp>
            <p:nvSpPr>
              <p:cNvPr id="30" name="椭圆 29">
                <a:extLst>
                  <a:ext uri="{FF2B5EF4-FFF2-40B4-BE49-F238E27FC236}">
                    <a16:creationId xmlns:a16="http://schemas.microsoft.com/office/drawing/2014/main" id="{830E6275-CC3C-48A2-891B-18CC008A32E2}"/>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1" name="椭圆 30">
                <a:extLst>
                  <a:ext uri="{FF2B5EF4-FFF2-40B4-BE49-F238E27FC236}">
                    <a16:creationId xmlns:a16="http://schemas.microsoft.com/office/drawing/2014/main" id="{E3BDEB5F-5DEF-41FA-B35B-E4C11B92797A}"/>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3" name="椭圆 32">
                <a:extLst>
                  <a:ext uri="{FF2B5EF4-FFF2-40B4-BE49-F238E27FC236}">
                    <a16:creationId xmlns:a16="http://schemas.microsoft.com/office/drawing/2014/main" id="{320AE9A7-E7B9-4B10-8C2E-A0F873F37B37}"/>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25" name="Rectangle 3">
              <a:extLst>
                <a:ext uri="{FF2B5EF4-FFF2-40B4-BE49-F238E27FC236}">
                  <a16:creationId xmlns:a16="http://schemas.microsoft.com/office/drawing/2014/main" id="{9018F7F5-DCD4-41FB-92B1-27D7A490CDF8}"/>
                </a:ext>
              </a:extLst>
            </p:cNvPr>
            <p:cNvSpPr>
              <a:spLocks noChangeArrowheads="1"/>
            </p:cNvSpPr>
            <p:nvPr/>
          </p:nvSpPr>
          <p:spPr bwMode="auto">
            <a:xfrm>
              <a:off x="787774" y="4629712"/>
              <a:ext cx="3809999" cy="110555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br>
                <a:rPr lang="zh-CN" altLang="zh-CN" sz="1300" dirty="0">
                  <a:solidFill>
                    <a:srgbClr val="9E880D"/>
                  </a:solidFill>
                  <a:latin typeface="Arial Unicode MS"/>
                  <a:ea typeface="JetBrains Mono"/>
                </a:rPr>
              </a:b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ConsultantService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Flux</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String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35" name="Rectangle 4">
              <a:extLst>
                <a:ext uri="{FF2B5EF4-FFF2-40B4-BE49-F238E27FC236}">
                  <a16:creationId xmlns:a16="http://schemas.microsoft.com/office/drawing/2014/main" id="{82F3BB2F-83E4-4803-B7EA-138197E1E9F9}"/>
                </a:ext>
              </a:extLst>
            </p:cNvPr>
            <p:cNvSpPr>
              <a:spLocks noChangeArrowheads="1"/>
            </p:cNvSpPr>
            <p:nvPr/>
          </p:nvSpPr>
          <p:spPr bwMode="auto">
            <a:xfrm>
              <a:off x="781238" y="3843538"/>
              <a:ext cx="4470863" cy="109260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9E880D"/>
                  </a:solidFill>
                  <a:latin typeface="Arial Unicode MS"/>
                  <a:ea typeface="JetBrains Mono"/>
                </a:rPr>
                <a:t>@AiService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wiringMode = </a:t>
              </a:r>
              <a:r>
                <a:rPr lang="zh-CN" altLang="zh-CN" sz="1300" dirty="0">
                  <a:solidFill>
                    <a:srgbClr val="000000"/>
                  </a:solidFill>
                  <a:latin typeface="Arial Unicode MS"/>
                  <a:ea typeface="JetBrains Mono"/>
                </a:rPr>
                <a:t>AiServiceWiringMode</a:t>
              </a:r>
              <a:r>
                <a:rPr lang="zh-CN" altLang="zh-CN" sz="1300" dirty="0">
                  <a:solidFill>
                    <a:srgbClr val="080808"/>
                  </a:solidFill>
                  <a:latin typeface="Arial Unicode MS"/>
                  <a:ea typeface="JetBrains Mono"/>
                </a:rPr>
                <a:t>.</a:t>
              </a:r>
              <a:r>
                <a:rPr lang="zh-CN" altLang="zh-CN" sz="1300" i="1" dirty="0">
                  <a:solidFill>
                    <a:srgbClr val="871094"/>
                  </a:solidFill>
                  <a:latin typeface="Arial Unicode MS"/>
                  <a:ea typeface="JetBrains Mono"/>
                </a:rPr>
                <a:t>EXPLICIT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chatModel = </a:t>
              </a:r>
              <a:r>
                <a:rPr lang="zh-CN" altLang="zh-CN" sz="1300" dirty="0">
                  <a:solidFill>
                    <a:srgbClr val="067D17"/>
                  </a:solidFill>
                  <a:latin typeface="Arial Unicode MS"/>
                  <a:ea typeface="JetBrains Mono"/>
                </a:rPr>
                <a:t>"</a:t>
              </a:r>
              <a:r>
                <a:rPr lang="en-US" altLang="zh-CN" sz="1300" dirty="0" err="1">
                  <a:solidFill>
                    <a:srgbClr val="067D17"/>
                  </a:solidFill>
                  <a:latin typeface="Arial Unicode MS"/>
                  <a:ea typeface="JetBrains Mono"/>
                </a:rPr>
                <a:t>openAiC</a:t>
              </a:r>
              <a:r>
                <a:rPr lang="zh-CN" altLang="zh-CN" sz="1300" dirty="0">
                  <a:solidFill>
                    <a:srgbClr val="067D17"/>
                  </a:solidFill>
                  <a:latin typeface="Arial Unicode MS"/>
                  <a:ea typeface="JetBrains Mono"/>
                </a:rPr>
                <a:t>hatModel"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streamingChatModel = </a:t>
              </a:r>
              <a:r>
                <a:rPr lang="zh-CN" altLang="zh-CN" sz="1300" dirty="0">
                  <a:solidFill>
                    <a:srgbClr val="067D17"/>
                  </a:solidFill>
                  <a:latin typeface="Arial Unicode MS"/>
                  <a:ea typeface="JetBrains Mono"/>
                </a:rPr>
                <a:t>"</a:t>
              </a:r>
              <a:r>
                <a:rPr lang="en-US" altLang="zh-CN" sz="1300" dirty="0" err="1">
                  <a:solidFill>
                    <a:srgbClr val="067D17"/>
                  </a:solidFill>
                  <a:latin typeface="Arial Unicode MS"/>
                  <a:ea typeface="JetBrains Mono"/>
                </a:rPr>
                <a:t>openAi</a:t>
              </a:r>
              <a:r>
                <a:rPr lang="zh-CN" altLang="zh-CN" sz="1300" dirty="0">
                  <a:solidFill>
                    <a:srgbClr val="067D17"/>
                  </a:solidFill>
                  <a:latin typeface="Arial Unicode MS"/>
                  <a:ea typeface="JetBrains Mono"/>
                </a:rPr>
                <a:t>streamingChatModel"</a:t>
              </a:r>
              <a:br>
                <a:rPr lang="zh-CN" altLang="zh-CN" sz="1300" dirty="0">
                  <a:solidFill>
                    <a:srgbClr val="067D17"/>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spTree>
    <p:extLst>
      <p:ext uri="{BB962C8B-B14F-4D97-AF65-F5344CB8AC3E}">
        <p14:creationId xmlns:p14="http://schemas.microsoft.com/office/powerpoint/2010/main" val="1025081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1000"/>
                                        <p:tgtEl>
                                          <p:spTgt spid="36"/>
                                        </p:tgtEl>
                                      </p:cBhvr>
                                    </p:animEffect>
                                    <p:anim calcmode="lin" valueType="num">
                                      <p:cBhvr>
                                        <p:cTn id="27" dur="1000" fill="hold"/>
                                        <p:tgtEl>
                                          <p:spTgt spid="36"/>
                                        </p:tgtEl>
                                        <p:attrNameLst>
                                          <p:attrName>ppt_x</p:attrName>
                                        </p:attrNameLst>
                                      </p:cBhvr>
                                      <p:tavLst>
                                        <p:tav tm="0">
                                          <p:val>
                                            <p:strVal val="#ppt_x"/>
                                          </p:val>
                                        </p:tav>
                                        <p:tav tm="100000">
                                          <p:val>
                                            <p:strVal val="#ppt_x"/>
                                          </p:val>
                                        </p:tav>
                                      </p:tavLst>
                                    </p:anim>
                                    <p:anim calcmode="lin" valueType="num">
                                      <p:cBhvr>
                                        <p:cTn id="2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流式调用</a:t>
            </a:r>
          </a:p>
        </p:txBody>
      </p:sp>
      <p:sp>
        <p:nvSpPr>
          <p:cNvPr id="8" name="内容占位符 1">
            <a:extLst>
              <a:ext uri="{FF2B5EF4-FFF2-40B4-BE49-F238E27FC236}">
                <a16:creationId xmlns:a16="http://schemas.microsoft.com/office/drawing/2014/main" id="{41C79046-0DC6-4870-A0CD-3CF84E496AAC}"/>
              </a:ext>
            </a:extLst>
          </p:cNvPr>
          <p:cNvSpPr txBox="1">
            <a:spLocks/>
          </p:cNvSpPr>
          <p:nvPr/>
        </p:nvSpPr>
        <p:spPr>
          <a:xfrm>
            <a:off x="698224" y="1032881"/>
            <a:ext cx="4359553" cy="21084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zh-CN" altLang="en-US" dirty="0">
                <a:solidFill>
                  <a:srgbClr val="2F2F2F"/>
                </a:solidFill>
              </a:rPr>
              <a:t>对接前端页面</a:t>
            </a:r>
            <a:endParaRPr lang="en-US" altLang="zh-CN" dirty="0">
              <a:solidFill>
                <a:srgbClr val="2F2F2F"/>
              </a:solidFill>
            </a:endParaRPr>
          </a:p>
        </p:txBody>
      </p:sp>
      <p:pic>
        <p:nvPicPr>
          <p:cNvPr id="4" name="图片 3">
            <a:extLst>
              <a:ext uri="{FF2B5EF4-FFF2-40B4-BE49-F238E27FC236}">
                <a16:creationId xmlns:a16="http://schemas.microsoft.com/office/drawing/2014/main" id="{B80D2FAD-6641-4FE0-ADD1-743BE677054F}"/>
              </a:ext>
            </a:extLst>
          </p:cNvPr>
          <p:cNvPicPr>
            <a:picLocks noChangeAspect="1"/>
          </p:cNvPicPr>
          <p:nvPr/>
        </p:nvPicPr>
        <p:blipFill>
          <a:blip r:embed="rId2"/>
          <a:stretch>
            <a:fillRect/>
          </a:stretch>
        </p:blipFill>
        <p:spPr>
          <a:xfrm>
            <a:off x="4400555" y="1239364"/>
            <a:ext cx="6257925" cy="1695451"/>
          </a:xfrm>
          <a:prstGeom prst="rect">
            <a:avLst/>
          </a:prstGeom>
          <a:ln w="6350">
            <a:solidFill>
              <a:schemeClr val="bg1">
                <a:lumMod val="75000"/>
              </a:schemeClr>
            </a:solidFill>
          </a:ln>
        </p:spPr>
      </p:pic>
      <p:pic>
        <p:nvPicPr>
          <p:cNvPr id="17" name="图片 16">
            <a:extLst>
              <a:ext uri="{FF2B5EF4-FFF2-40B4-BE49-F238E27FC236}">
                <a16:creationId xmlns:a16="http://schemas.microsoft.com/office/drawing/2014/main" id="{D96142FB-376C-4DCF-AEFF-021D886B1620}"/>
              </a:ext>
            </a:extLst>
          </p:cNvPr>
          <p:cNvPicPr>
            <a:picLocks noChangeAspect="1"/>
          </p:cNvPicPr>
          <p:nvPr/>
        </p:nvPicPr>
        <p:blipFill>
          <a:blip r:embed="rId3"/>
          <a:stretch>
            <a:fillRect/>
          </a:stretch>
        </p:blipFill>
        <p:spPr>
          <a:xfrm>
            <a:off x="4400553" y="3141297"/>
            <a:ext cx="4133851" cy="2276475"/>
          </a:xfrm>
          <a:prstGeom prst="rect">
            <a:avLst/>
          </a:prstGeom>
          <a:ln w="6350">
            <a:solidFill>
              <a:schemeClr val="bg1">
                <a:lumMod val="75000"/>
              </a:schemeClr>
            </a:solidFill>
          </a:ln>
        </p:spPr>
      </p:pic>
    </p:spTree>
    <p:extLst>
      <p:ext uri="{BB962C8B-B14F-4D97-AF65-F5344CB8AC3E}">
        <p14:creationId xmlns:p14="http://schemas.microsoft.com/office/powerpoint/2010/main" val="268979824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42"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anim calcmode="lin" valueType="num">
                                      <p:cBhvr>
                                        <p:cTn id="11" dur="1000" fill="hold"/>
                                        <p:tgtEl>
                                          <p:spTgt spid="4"/>
                                        </p:tgtEl>
                                        <p:attrNameLst>
                                          <p:attrName>ppt_x</p:attrName>
                                        </p:attrNameLst>
                                      </p:cBhvr>
                                      <p:tavLst>
                                        <p:tav tm="0">
                                          <p:val>
                                            <p:strVal val="#ppt_x"/>
                                          </p:val>
                                        </p:tav>
                                        <p:tav tm="100000">
                                          <p:val>
                                            <p:strVal val="#ppt_x"/>
                                          </p:val>
                                        </p:tav>
                                      </p:tavLst>
                                    </p:anim>
                                    <p:anim calcmode="lin" valueType="num">
                                      <p:cBhvr>
                                        <p:cTn id="12" dur="1000" fill="hold"/>
                                        <p:tgtEl>
                                          <p:spTgt spid="4"/>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5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1000"/>
                                        <p:tgtEl>
                                          <p:spTgt spid="17"/>
                                        </p:tgtEl>
                                      </p:cBhvr>
                                    </p:animEffect>
                                    <p:anim calcmode="lin" valueType="num">
                                      <p:cBhvr>
                                        <p:cTn id="16" dur="1000" fill="hold"/>
                                        <p:tgtEl>
                                          <p:spTgt spid="17"/>
                                        </p:tgtEl>
                                        <p:attrNameLst>
                                          <p:attrName>ppt_x</p:attrName>
                                        </p:attrNameLst>
                                      </p:cBhvr>
                                      <p:tavLst>
                                        <p:tav tm="0">
                                          <p:val>
                                            <p:strVal val="#ppt_x"/>
                                          </p:val>
                                        </p:tav>
                                        <p:tav tm="100000">
                                          <p:val>
                                            <p:strVal val="#ppt_x"/>
                                          </p:val>
                                        </p:tav>
                                      </p:tavLst>
                                    </p:anim>
                                    <p:anim calcmode="lin" valueType="num">
                                      <p:cBhvr>
                                        <p:cTn id="1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pPr lvl="1"/>
            <a:r>
              <a:rPr lang="zh-CN" altLang="en-US" sz="1400" dirty="0"/>
              <a:t>快速入门</a:t>
            </a:r>
            <a:endParaRPr lang="en-US" altLang="zh-CN" sz="1400" dirty="0"/>
          </a:p>
          <a:p>
            <a:pPr lvl="1"/>
            <a:r>
              <a:rPr lang="en-US" altLang="zh-CN" sz="1400" dirty="0"/>
              <a:t>Spring</a:t>
            </a:r>
            <a:r>
              <a:rPr lang="zh-CN" altLang="en-US" sz="1400" dirty="0"/>
              <a:t>整合</a:t>
            </a:r>
            <a:r>
              <a:rPr lang="en-US" altLang="zh-CN" sz="1400" dirty="0"/>
              <a:t>LangChain4j</a:t>
            </a:r>
          </a:p>
          <a:p>
            <a:pPr lvl="1"/>
            <a:r>
              <a:rPr lang="en-US" altLang="zh-CN" sz="1400" dirty="0" err="1"/>
              <a:t>AiServices</a:t>
            </a:r>
            <a:r>
              <a:rPr lang="zh-CN" altLang="en-US" sz="1400" dirty="0"/>
              <a:t>工具类</a:t>
            </a:r>
            <a:endParaRPr lang="en-US" altLang="zh-CN" sz="1400" dirty="0"/>
          </a:p>
          <a:p>
            <a:pPr lvl="1"/>
            <a:r>
              <a:rPr lang="zh-CN" altLang="en-US" sz="1400" dirty="0"/>
              <a:t>流式调用</a:t>
            </a:r>
            <a:endParaRPr lang="en-US" altLang="zh-CN" sz="1400" dirty="0"/>
          </a:p>
          <a:p>
            <a:pPr lvl="1"/>
            <a:r>
              <a:rPr lang="zh-CN" altLang="en-US" sz="1400" dirty="0"/>
              <a:t>消息注解</a:t>
            </a:r>
            <a:endParaRPr lang="en-US" altLang="zh-CN" sz="1400" dirty="0"/>
          </a:p>
          <a:p>
            <a:pPr lvl="1"/>
            <a:r>
              <a:rPr lang="zh-CN" altLang="en-US" sz="1400" dirty="0"/>
              <a:t>会话记忆</a:t>
            </a:r>
            <a:endParaRPr lang="en-US" altLang="zh-CN" sz="1400"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23203174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0" fill="hold"/>
                                        <p:tgtEl>
                                          <p:spTgt spid="4">
                                            <p:txEl>
                                              <p:pRg st="5" end="5"/>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消息注解</a:t>
            </a:r>
          </a:p>
        </p:txBody>
      </p:sp>
      <p:pic>
        <p:nvPicPr>
          <p:cNvPr id="6" name="图片 5">
            <a:extLst>
              <a:ext uri="{FF2B5EF4-FFF2-40B4-BE49-F238E27FC236}">
                <a16:creationId xmlns:a16="http://schemas.microsoft.com/office/drawing/2014/main" id="{716BA6B7-8368-4A47-9E17-2605371F7349}"/>
              </a:ext>
            </a:extLst>
          </p:cNvPr>
          <p:cNvPicPr>
            <a:picLocks noChangeAspect="1"/>
          </p:cNvPicPr>
          <p:nvPr/>
        </p:nvPicPr>
        <p:blipFill>
          <a:blip r:embed="rId2"/>
          <a:stretch>
            <a:fillRect/>
          </a:stretch>
        </p:blipFill>
        <p:spPr>
          <a:xfrm>
            <a:off x="2833268" y="980944"/>
            <a:ext cx="5569667" cy="5540659"/>
          </a:xfrm>
          <a:prstGeom prst="rect">
            <a:avLst/>
          </a:prstGeom>
        </p:spPr>
      </p:pic>
    </p:spTree>
    <p:extLst>
      <p:ext uri="{BB962C8B-B14F-4D97-AF65-F5344CB8AC3E}">
        <p14:creationId xmlns:p14="http://schemas.microsoft.com/office/powerpoint/2010/main" val="1136861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消息注解</a:t>
            </a:r>
          </a:p>
        </p:txBody>
      </p:sp>
      <p:sp>
        <p:nvSpPr>
          <p:cNvPr id="8" name="内容占位符 1">
            <a:extLst>
              <a:ext uri="{FF2B5EF4-FFF2-40B4-BE49-F238E27FC236}">
                <a16:creationId xmlns:a16="http://schemas.microsoft.com/office/drawing/2014/main" id="{41C79046-0DC6-4870-A0CD-3CF84E496AAC}"/>
              </a:ext>
            </a:extLst>
          </p:cNvPr>
          <p:cNvSpPr txBox="1">
            <a:spLocks/>
          </p:cNvSpPr>
          <p:nvPr/>
        </p:nvSpPr>
        <p:spPr>
          <a:xfrm>
            <a:off x="698224" y="1032881"/>
            <a:ext cx="4359553" cy="21084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54">
              <a:lnSpc>
                <a:spcPct val="150000"/>
              </a:lnSpc>
              <a:buFont typeface="Wingdings" panose="05000000000000000000" pitchFamily="2" charset="2"/>
              <a:buChar char="l"/>
              <a:defRPr/>
            </a:pPr>
            <a:r>
              <a:rPr lang="en-US" altLang="zh-CN" dirty="0">
                <a:solidFill>
                  <a:srgbClr val="2F2F2F"/>
                </a:solidFill>
                <a:latin typeface="Source Code Pro"/>
              </a:rPr>
              <a:t>@SystemMessage</a:t>
            </a:r>
          </a:p>
          <a:p>
            <a:pPr defTabSz="914354">
              <a:lnSpc>
                <a:spcPct val="150000"/>
              </a:lnSpc>
              <a:buFont typeface="Wingdings" panose="05000000000000000000" pitchFamily="2" charset="2"/>
              <a:buChar char="l"/>
              <a:defRPr/>
            </a:pPr>
            <a:r>
              <a:rPr lang="en-US" altLang="zh-CN" dirty="0">
                <a:solidFill>
                  <a:srgbClr val="2F2F2F"/>
                </a:solidFill>
                <a:latin typeface="Source Code Pro"/>
              </a:rPr>
              <a:t>@UserMessage</a:t>
            </a:r>
          </a:p>
        </p:txBody>
      </p:sp>
      <p:sp>
        <p:nvSpPr>
          <p:cNvPr id="7" name="矩形: 圆角 6">
            <a:extLst>
              <a:ext uri="{FF2B5EF4-FFF2-40B4-BE49-F238E27FC236}">
                <a16:creationId xmlns:a16="http://schemas.microsoft.com/office/drawing/2014/main" id="{CDF2E91B-9BA4-4AC9-8ABF-3A8DE206CA26}"/>
              </a:ext>
            </a:extLst>
          </p:cNvPr>
          <p:cNvSpPr/>
          <p:nvPr/>
        </p:nvSpPr>
        <p:spPr>
          <a:xfrm>
            <a:off x="5408150" y="1212241"/>
            <a:ext cx="6492407" cy="1852987"/>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9" name="任意多边形: 形状 8">
            <a:extLst>
              <a:ext uri="{FF2B5EF4-FFF2-40B4-BE49-F238E27FC236}">
                <a16:creationId xmlns:a16="http://schemas.microsoft.com/office/drawing/2014/main" id="{1F986EA6-0349-4F87-B903-C68106BC55BB}"/>
              </a:ext>
            </a:extLst>
          </p:cNvPr>
          <p:cNvSpPr/>
          <p:nvPr/>
        </p:nvSpPr>
        <p:spPr>
          <a:xfrm>
            <a:off x="5408150" y="1233979"/>
            <a:ext cx="6492407" cy="297031"/>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0" name="组合 9">
            <a:extLst>
              <a:ext uri="{FF2B5EF4-FFF2-40B4-BE49-F238E27FC236}">
                <a16:creationId xmlns:a16="http://schemas.microsoft.com/office/drawing/2014/main" id="{222F0A7E-DF65-4CE9-A4AB-CD755344F967}"/>
              </a:ext>
            </a:extLst>
          </p:cNvPr>
          <p:cNvGrpSpPr/>
          <p:nvPr/>
        </p:nvGrpSpPr>
        <p:grpSpPr>
          <a:xfrm>
            <a:off x="5573900" y="1319450"/>
            <a:ext cx="771635" cy="133081"/>
            <a:chOff x="2016841" y="2587412"/>
            <a:chExt cx="730275" cy="133081"/>
          </a:xfrm>
        </p:grpSpPr>
        <p:sp>
          <p:nvSpPr>
            <p:cNvPr id="12" name="椭圆 11">
              <a:extLst>
                <a:ext uri="{FF2B5EF4-FFF2-40B4-BE49-F238E27FC236}">
                  <a16:creationId xmlns:a16="http://schemas.microsoft.com/office/drawing/2014/main" id="{C67AEE22-C48A-4ED6-9ABF-89D189CBC98D}"/>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3" name="椭圆 12">
              <a:extLst>
                <a:ext uri="{FF2B5EF4-FFF2-40B4-BE49-F238E27FC236}">
                  <a16:creationId xmlns:a16="http://schemas.microsoft.com/office/drawing/2014/main" id="{FC5283C7-8141-41D8-9437-365E1499B631}"/>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4" name="椭圆 13">
              <a:extLst>
                <a:ext uri="{FF2B5EF4-FFF2-40B4-BE49-F238E27FC236}">
                  <a16:creationId xmlns:a16="http://schemas.microsoft.com/office/drawing/2014/main" id="{50681AB0-CA16-4DB2-BD7A-041080CCD4E4}"/>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2" name="Rectangle 1">
            <a:extLst>
              <a:ext uri="{FF2B5EF4-FFF2-40B4-BE49-F238E27FC236}">
                <a16:creationId xmlns:a16="http://schemas.microsoft.com/office/drawing/2014/main" id="{B2BF3552-1B67-4826-8C28-CE9DB7DECFB1}"/>
              </a:ext>
            </a:extLst>
          </p:cNvPr>
          <p:cNvSpPr>
            <a:spLocks noChangeArrowheads="1"/>
          </p:cNvSpPr>
          <p:nvPr/>
        </p:nvSpPr>
        <p:spPr bwMode="auto">
          <a:xfrm>
            <a:off x="5573899" y="1592088"/>
            <a:ext cx="5017900" cy="58541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@SystemMessage</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你是东哥的助手小月月，温柔貌美又多金</a:t>
            </a:r>
            <a:r>
              <a:rPr lang="zh-CN" altLang="en-US" sz="1300" dirty="0">
                <a:solidFill>
                  <a:srgbClr val="067D17"/>
                </a:solidFill>
                <a:latin typeface="宋体" panose="02010600030101010101" pitchFamily="2" charset="-122"/>
                <a:ea typeface="宋体" panose="02010600030101010101" pitchFamily="2" charset="-122"/>
              </a:rPr>
              <a:t>。</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Flux</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String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5" name="Rectangle 2">
            <a:extLst>
              <a:ext uri="{FF2B5EF4-FFF2-40B4-BE49-F238E27FC236}">
                <a16:creationId xmlns:a16="http://schemas.microsoft.com/office/drawing/2014/main" id="{2EDC10E1-CF6F-4DE8-AEBB-D993F7678CCC}"/>
              </a:ext>
            </a:extLst>
          </p:cNvPr>
          <p:cNvSpPr>
            <a:spLocks noChangeArrowheads="1"/>
          </p:cNvSpPr>
          <p:nvPr/>
        </p:nvSpPr>
        <p:spPr bwMode="auto">
          <a:xfrm>
            <a:off x="5573899" y="2376285"/>
            <a:ext cx="4038600" cy="58541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@SystemMessage</a:t>
            </a:r>
            <a:r>
              <a:rPr lang="zh-CN" altLang="zh-CN" sz="1300" dirty="0">
                <a:solidFill>
                  <a:srgbClr val="080808"/>
                </a:solidFill>
                <a:latin typeface="Arial Unicode MS"/>
                <a:ea typeface="JetBrains Mono"/>
              </a:rPr>
              <a:t>(fromResource = </a:t>
            </a:r>
            <a:r>
              <a:rPr lang="zh-CN" altLang="zh-CN" sz="1300" dirty="0">
                <a:solidFill>
                  <a:srgbClr val="067D17"/>
                </a:solidFill>
                <a:latin typeface="Arial Unicode MS"/>
                <a:ea typeface="JetBrains Mono"/>
              </a:rPr>
              <a:t>"system.txt"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Flux</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String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19" name="矩形: 圆角 18">
            <a:extLst>
              <a:ext uri="{FF2B5EF4-FFF2-40B4-BE49-F238E27FC236}">
                <a16:creationId xmlns:a16="http://schemas.microsoft.com/office/drawing/2014/main" id="{62152F18-84DD-4332-A502-AC89668C8CB5}"/>
              </a:ext>
            </a:extLst>
          </p:cNvPr>
          <p:cNvSpPr/>
          <p:nvPr/>
        </p:nvSpPr>
        <p:spPr>
          <a:xfrm>
            <a:off x="5408151" y="3338140"/>
            <a:ext cx="6492407" cy="1852987"/>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0" name="任意多边形: 形状 19">
            <a:extLst>
              <a:ext uri="{FF2B5EF4-FFF2-40B4-BE49-F238E27FC236}">
                <a16:creationId xmlns:a16="http://schemas.microsoft.com/office/drawing/2014/main" id="{1AE8258D-F499-43EA-9366-4640DDA39557}"/>
              </a:ext>
            </a:extLst>
          </p:cNvPr>
          <p:cNvSpPr/>
          <p:nvPr/>
        </p:nvSpPr>
        <p:spPr>
          <a:xfrm>
            <a:off x="5408151" y="3359878"/>
            <a:ext cx="6492407" cy="297031"/>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1" name="组合 20">
            <a:extLst>
              <a:ext uri="{FF2B5EF4-FFF2-40B4-BE49-F238E27FC236}">
                <a16:creationId xmlns:a16="http://schemas.microsoft.com/office/drawing/2014/main" id="{DA8C3026-772D-435D-A60F-BF3C3A09EEE7}"/>
              </a:ext>
            </a:extLst>
          </p:cNvPr>
          <p:cNvGrpSpPr/>
          <p:nvPr/>
        </p:nvGrpSpPr>
        <p:grpSpPr>
          <a:xfrm>
            <a:off x="5573901" y="3445349"/>
            <a:ext cx="771635" cy="133081"/>
            <a:chOff x="2016841" y="2587412"/>
            <a:chExt cx="730275" cy="133081"/>
          </a:xfrm>
        </p:grpSpPr>
        <p:sp>
          <p:nvSpPr>
            <p:cNvPr id="24" name="椭圆 23">
              <a:extLst>
                <a:ext uri="{FF2B5EF4-FFF2-40B4-BE49-F238E27FC236}">
                  <a16:creationId xmlns:a16="http://schemas.microsoft.com/office/drawing/2014/main" id="{B422FBF7-7722-450C-A9BD-798CB89354C2}"/>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5" name="椭圆 24">
              <a:extLst>
                <a:ext uri="{FF2B5EF4-FFF2-40B4-BE49-F238E27FC236}">
                  <a16:creationId xmlns:a16="http://schemas.microsoft.com/office/drawing/2014/main" id="{371C1797-F11E-4B57-8505-44DA554AAD1D}"/>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6" name="椭圆 25">
              <a:extLst>
                <a:ext uri="{FF2B5EF4-FFF2-40B4-BE49-F238E27FC236}">
                  <a16:creationId xmlns:a16="http://schemas.microsoft.com/office/drawing/2014/main" id="{AAB78AD6-BCA9-4FCE-AA18-1849B9EE5DE4}"/>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27" name="Rectangle 4">
            <a:extLst>
              <a:ext uri="{FF2B5EF4-FFF2-40B4-BE49-F238E27FC236}">
                <a16:creationId xmlns:a16="http://schemas.microsoft.com/office/drawing/2014/main" id="{AD2E86E7-4B0A-47DB-BAC5-047F8618F05A}"/>
              </a:ext>
            </a:extLst>
          </p:cNvPr>
          <p:cNvSpPr>
            <a:spLocks noChangeArrowheads="1"/>
          </p:cNvSpPr>
          <p:nvPr/>
        </p:nvSpPr>
        <p:spPr bwMode="auto">
          <a:xfrm>
            <a:off x="5553965" y="3733800"/>
            <a:ext cx="5057775" cy="58541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@UserMessage</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你是东哥的助手小月月，温柔貌美又多金。</a:t>
            </a:r>
            <a:r>
              <a:rPr lang="zh-CN" altLang="zh-CN" sz="1300" dirty="0">
                <a:solidFill>
                  <a:srgbClr val="067D17"/>
                </a:solidFill>
                <a:latin typeface="Arial Unicode MS"/>
                <a:ea typeface="JetBrains Mono"/>
              </a:rPr>
              <a:t>{{it}}"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Flux</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String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28" name="Rectangle 5">
            <a:extLst>
              <a:ext uri="{FF2B5EF4-FFF2-40B4-BE49-F238E27FC236}">
                <a16:creationId xmlns:a16="http://schemas.microsoft.com/office/drawing/2014/main" id="{93CF81E2-EFC3-4D93-8FB0-C3E00702AEB6}"/>
              </a:ext>
            </a:extLst>
          </p:cNvPr>
          <p:cNvSpPr>
            <a:spLocks noChangeArrowheads="1"/>
          </p:cNvSpPr>
          <p:nvPr/>
        </p:nvSpPr>
        <p:spPr bwMode="auto">
          <a:xfrm>
            <a:off x="5573902" y="4462465"/>
            <a:ext cx="5305425" cy="58541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@UserMessage</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你是东哥的助手小月月，温柔貌美又多金。</a:t>
            </a:r>
            <a:r>
              <a:rPr lang="zh-CN" altLang="zh-CN" sz="1300" dirty="0">
                <a:solidFill>
                  <a:srgbClr val="067D17"/>
                </a:solidFill>
                <a:latin typeface="Arial Unicode MS"/>
                <a:ea typeface="JetBrains Mono"/>
              </a:rPr>
              <a:t>{{msg}}"</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Flux</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String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9E880D"/>
                </a:solidFill>
                <a:latin typeface="Arial Unicode MS"/>
                <a:ea typeface="JetBrains Mono"/>
              </a:rPr>
              <a:t>@V</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"msg"</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Tree>
    <p:extLst>
      <p:ext uri="{BB962C8B-B14F-4D97-AF65-F5344CB8AC3E}">
        <p14:creationId xmlns:p14="http://schemas.microsoft.com/office/powerpoint/2010/main" val="380106307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1000"/>
                                        <p:tgtEl>
                                          <p:spTgt spid="20"/>
                                        </p:tgtEl>
                                      </p:cBhvr>
                                    </p:animEffect>
                                    <p:anim calcmode="lin" valueType="num">
                                      <p:cBhvr>
                                        <p:cTn id="42" dur="1000" fill="hold"/>
                                        <p:tgtEl>
                                          <p:spTgt spid="20"/>
                                        </p:tgtEl>
                                        <p:attrNameLst>
                                          <p:attrName>ppt_x</p:attrName>
                                        </p:attrNameLst>
                                      </p:cBhvr>
                                      <p:tavLst>
                                        <p:tav tm="0">
                                          <p:val>
                                            <p:strVal val="#ppt_x"/>
                                          </p:val>
                                        </p:tav>
                                        <p:tav tm="100000">
                                          <p:val>
                                            <p:strVal val="#ppt_x"/>
                                          </p:val>
                                        </p:tav>
                                      </p:tavLst>
                                    </p:anim>
                                    <p:anim calcmode="lin" valueType="num">
                                      <p:cBhvr>
                                        <p:cTn id="43" dur="1000" fill="hold"/>
                                        <p:tgtEl>
                                          <p:spTgt spid="20"/>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1000"/>
                                        <p:tgtEl>
                                          <p:spTgt spid="21"/>
                                        </p:tgtEl>
                                      </p:cBhvr>
                                    </p:animEffect>
                                    <p:anim calcmode="lin" valueType="num">
                                      <p:cBhvr>
                                        <p:cTn id="47" dur="1000" fill="hold"/>
                                        <p:tgtEl>
                                          <p:spTgt spid="21"/>
                                        </p:tgtEl>
                                        <p:attrNameLst>
                                          <p:attrName>ppt_x</p:attrName>
                                        </p:attrNameLst>
                                      </p:cBhvr>
                                      <p:tavLst>
                                        <p:tav tm="0">
                                          <p:val>
                                            <p:strVal val="#ppt_x"/>
                                          </p:val>
                                        </p:tav>
                                        <p:tav tm="100000">
                                          <p:val>
                                            <p:strVal val="#ppt_x"/>
                                          </p:val>
                                        </p:tav>
                                      </p:tavLst>
                                    </p:anim>
                                    <p:anim calcmode="lin" valueType="num">
                                      <p:cBhvr>
                                        <p:cTn id="48" dur="1000" fill="hold"/>
                                        <p:tgtEl>
                                          <p:spTgt spid="2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1000"/>
                                        <p:tgtEl>
                                          <p:spTgt spid="27"/>
                                        </p:tgtEl>
                                      </p:cBhvr>
                                    </p:animEffect>
                                    <p:anim calcmode="lin" valueType="num">
                                      <p:cBhvr>
                                        <p:cTn id="52" dur="1000" fill="hold"/>
                                        <p:tgtEl>
                                          <p:spTgt spid="27"/>
                                        </p:tgtEl>
                                        <p:attrNameLst>
                                          <p:attrName>ppt_x</p:attrName>
                                        </p:attrNameLst>
                                      </p:cBhvr>
                                      <p:tavLst>
                                        <p:tav tm="0">
                                          <p:val>
                                            <p:strVal val="#ppt_x"/>
                                          </p:val>
                                        </p:tav>
                                        <p:tav tm="100000">
                                          <p:val>
                                            <p:strVal val="#ppt_x"/>
                                          </p:val>
                                        </p:tav>
                                      </p:tavLst>
                                    </p:anim>
                                    <p:anim calcmode="lin" valueType="num">
                                      <p:cBhvr>
                                        <p:cTn id="5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1000"/>
                                        <p:tgtEl>
                                          <p:spTgt spid="28"/>
                                        </p:tgtEl>
                                      </p:cBhvr>
                                    </p:animEffect>
                                    <p:anim calcmode="lin" valueType="num">
                                      <p:cBhvr>
                                        <p:cTn id="59" dur="1000" fill="hold"/>
                                        <p:tgtEl>
                                          <p:spTgt spid="28"/>
                                        </p:tgtEl>
                                        <p:attrNameLst>
                                          <p:attrName>ppt_x</p:attrName>
                                        </p:attrNameLst>
                                      </p:cBhvr>
                                      <p:tavLst>
                                        <p:tav tm="0">
                                          <p:val>
                                            <p:strVal val="#ppt_x"/>
                                          </p:val>
                                        </p:tav>
                                        <p:tav tm="100000">
                                          <p:val>
                                            <p:strVal val="#ppt_x"/>
                                          </p:val>
                                        </p:tav>
                                      </p:tavLst>
                                    </p:anim>
                                    <p:anim calcmode="lin" valueType="num">
                                      <p:cBhvr>
                                        <p:cTn id="6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2" grpId="0"/>
      <p:bldP spid="5" grpId="0"/>
      <p:bldP spid="19" grpId="0" animBg="1"/>
      <p:bldP spid="20" grpId="0" animBg="1"/>
      <p:bldP spid="27" grpId="0"/>
      <p:bldP spid="2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pPr lvl="1"/>
            <a:r>
              <a:rPr lang="zh-CN" altLang="en-US" sz="1400" dirty="0"/>
              <a:t>快速入门</a:t>
            </a:r>
            <a:endParaRPr lang="en-US" altLang="zh-CN" sz="1400" dirty="0"/>
          </a:p>
          <a:p>
            <a:pPr lvl="1"/>
            <a:r>
              <a:rPr lang="en-US" altLang="zh-CN" sz="1400" dirty="0"/>
              <a:t>Spring</a:t>
            </a:r>
            <a:r>
              <a:rPr lang="zh-CN" altLang="en-US" sz="1400" dirty="0"/>
              <a:t>整合</a:t>
            </a:r>
            <a:r>
              <a:rPr lang="en-US" altLang="zh-CN" sz="1400" dirty="0"/>
              <a:t>LangChain4j</a:t>
            </a:r>
          </a:p>
          <a:p>
            <a:pPr lvl="1"/>
            <a:r>
              <a:rPr lang="en-US" altLang="zh-CN" sz="1400" dirty="0" err="1"/>
              <a:t>AiServices</a:t>
            </a:r>
            <a:r>
              <a:rPr lang="zh-CN" altLang="en-US" sz="1400" dirty="0"/>
              <a:t>工具类</a:t>
            </a:r>
            <a:endParaRPr lang="en-US" altLang="zh-CN" sz="1400" dirty="0"/>
          </a:p>
          <a:p>
            <a:pPr lvl="1"/>
            <a:r>
              <a:rPr lang="zh-CN" altLang="en-US" sz="1400" dirty="0"/>
              <a:t>流式调用</a:t>
            </a:r>
            <a:endParaRPr lang="en-US" altLang="zh-CN" sz="1400" dirty="0"/>
          </a:p>
          <a:p>
            <a:pPr lvl="1"/>
            <a:r>
              <a:rPr lang="zh-CN" altLang="en-US" sz="1400" dirty="0"/>
              <a:t>消息注解</a:t>
            </a:r>
            <a:endParaRPr lang="en-US" altLang="zh-CN" sz="1400" dirty="0"/>
          </a:p>
          <a:p>
            <a:pPr lvl="1"/>
            <a:r>
              <a:rPr lang="zh-CN" altLang="en-US" sz="1400" dirty="0"/>
              <a:t>会话记忆</a:t>
            </a:r>
            <a:endParaRPr lang="en-US" altLang="zh-CN" sz="1400"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34599359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0" fill="hold"/>
                                        <p:tgtEl>
                                          <p:spTgt spid="4">
                                            <p:txEl>
                                              <p:pRg st="6" end="6"/>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会话记忆</a:t>
            </a:r>
          </a:p>
        </p:txBody>
      </p:sp>
      <p:sp>
        <p:nvSpPr>
          <p:cNvPr id="22" name="内容占位符 1">
            <a:extLst>
              <a:ext uri="{FF2B5EF4-FFF2-40B4-BE49-F238E27FC236}">
                <a16:creationId xmlns:a16="http://schemas.microsoft.com/office/drawing/2014/main" id="{F513F191-619B-4994-84C2-F30687632900}"/>
              </a:ext>
            </a:extLst>
          </p:cNvPr>
          <p:cNvSpPr>
            <a:spLocks noGrp="1"/>
          </p:cNvSpPr>
          <p:nvPr>
            <p:ph idx="1"/>
          </p:nvPr>
        </p:nvSpPr>
        <p:spPr>
          <a:xfrm>
            <a:off x="576198" y="956243"/>
            <a:ext cx="11060481" cy="796359"/>
          </a:xfrm>
        </p:spPr>
        <p:txBody>
          <a:bodyPr/>
          <a:lstStyle/>
          <a:p>
            <a:r>
              <a:rPr lang="zh-CN" altLang="en-US" sz="1800" dirty="0"/>
              <a:t>大模型是不具备记忆能力的，要想让大模型记住之前聊天的内容，唯一的办法就是把之前聊天的内容与新的提示词一起发给大模型。</a:t>
            </a:r>
          </a:p>
        </p:txBody>
      </p:sp>
      <p:pic>
        <p:nvPicPr>
          <p:cNvPr id="4" name="图片 3">
            <a:extLst>
              <a:ext uri="{FF2B5EF4-FFF2-40B4-BE49-F238E27FC236}">
                <a16:creationId xmlns:a16="http://schemas.microsoft.com/office/drawing/2014/main" id="{72BBF9AE-9007-41BD-A97A-36AD48F37A57}"/>
              </a:ext>
            </a:extLst>
          </p:cNvPr>
          <p:cNvPicPr>
            <a:picLocks noChangeAspect="1"/>
          </p:cNvPicPr>
          <p:nvPr/>
        </p:nvPicPr>
        <p:blipFill>
          <a:blip r:embed="rId2"/>
          <a:stretch>
            <a:fillRect/>
          </a:stretch>
        </p:blipFill>
        <p:spPr>
          <a:xfrm>
            <a:off x="2701699" y="1898030"/>
            <a:ext cx="5985103" cy="4872207"/>
          </a:xfrm>
          <a:prstGeom prst="rect">
            <a:avLst/>
          </a:prstGeom>
          <a:ln w="6350">
            <a:solidFill>
              <a:schemeClr val="bg1">
                <a:lumMod val="75000"/>
              </a:schemeClr>
            </a:solidFill>
          </a:ln>
        </p:spPr>
      </p:pic>
    </p:spTree>
    <p:extLst>
      <p:ext uri="{BB962C8B-B14F-4D97-AF65-F5344CB8AC3E}">
        <p14:creationId xmlns:p14="http://schemas.microsoft.com/office/powerpoint/2010/main" val="4280698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会话记忆</a:t>
            </a:r>
          </a:p>
        </p:txBody>
      </p:sp>
      <p:sp>
        <p:nvSpPr>
          <p:cNvPr id="22" name="内容占位符 1">
            <a:extLst>
              <a:ext uri="{FF2B5EF4-FFF2-40B4-BE49-F238E27FC236}">
                <a16:creationId xmlns:a16="http://schemas.microsoft.com/office/drawing/2014/main" id="{F513F191-619B-4994-84C2-F30687632900}"/>
              </a:ext>
            </a:extLst>
          </p:cNvPr>
          <p:cNvSpPr>
            <a:spLocks noGrp="1"/>
          </p:cNvSpPr>
          <p:nvPr>
            <p:ph idx="1"/>
          </p:nvPr>
        </p:nvSpPr>
        <p:spPr>
          <a:xfrm>
            <a:off x="576198" y="956243"/>
            <a:ext cx="11060481" cy="796359"/>
          </a:xfrm>
        </p:spPr>
        <p:txBody>
          <a:bodyPr/>
          <a:lstStyle/>
          <a:p>
            <a:r>
              <a:rPr lang="zh-CN" altLang="en-US" sz="1800" dirty="0"/>
              <a:t>大模型是不具备记忆能力的，要想让大模型记住之前聊天的内容，唯一的办法就是把之前聊天的内容与新的提示词一起发给大模型。</a:t>
            </a:r>
          </a:p>
        </p:txBody>
      </p:sp>
      <p:grpSp>
        <p:nvGrpSpPr>
          <p:cNvPr id="12" name="组合 11">
            <a:extLst>
              <a:ext uri="{FF2B5EF4-FFF2-40B4-BE49-F238E27FC236}">
                <a16:creationId xmlns:a16="http://schemas.microsoft.com/office/drawing/2014/main" id="{3399B4D0-505C-4B37-8DA4-9284243B470F}"/>
              </a:ext>
            </a:extLst>
          </p:cNvPr>
          <p:cNvGrpSpPr/>
          <p:nvPr/>
        </p:nvGrpSpPr>
        <p:grpSpPr>
          <a:xfrm>
            <a:off x="664234" y="2286000"/>
            <a:ext cx="1915064" cy="3441940"/>
            <a:chOff x="664234" y="2286000"/>
            <a:chExt cx="1915064" cy="3441940"/>
          </a:xfrm>
        </p:grpSpPr>
        <p:sp>
          <p:nvSpPr>
            <p:cNvPr id="5" name="矩形 4">
              <a:extLst>
                <a:ext uri="{FF2B5EF4-FFF2-40B4-BE49-F238E27FC236}">
                  <a16:creationId xmlns:a16="http://schemas.microsoft.com/office/drawing/2014/main" id="{7A656E05-6860-44EA-8818-C89E310D4E52}"/>
                </a:ext>
              </a:extLst>
            </p:cNvPr>
            <p:cNvSpPr/>
            <p:nvPr/>
          </p:nvSpPr>
          <p:spPr>
            <a:xfrm>
              <a:off x="664234" y="2286000"/>
              <a:ext cx="1915064" cy="3441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a:extLst>
                <a:ext uri="{FF2B5EF4-FFF2-40B4-BE49-F238E27FC236}">
                  <a16:creationId xmlns:a16="http://schemas.microsoft.com/office/drawing/2014/main" id="{B529E070-44EB-4F2C-9252-EA73A1013B9B}"/>
                </a:ext>
              </a:extLst>
            </p:cNvPr>
            <p:cNvSpPr/>
            <p:nvPr/>
          </p:nvSpPr>
          <p:spPr>
            <a:xfrm>
              <a:off x="664234" y="2286000"/>
              <a:ext cx="715992" cy="215660"/>
            </a:xfrm>
            <a:prstGeom prst="rect">
              <a:avLst/>
            </a:prstGeom>
            <a:ln>
              <a:solidFill>
                <a:srgbClr val="9361E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t>浏览器</a:t>
              </a:r>
            </a:p>
          </p:txBody>
        </p:sp>
      </p:grpSp>
      <p:grpSp>
        <p:nvGrpSpPr>
          <p:cNvPr id="14" name="组合 13">
            <a:extLst>
              <a:ext uri="{FF2B5EF4-FFF2-40B4-BE49-F238E27FC236}">
                <a16:creationId xmlns:a16="http://schemas.microsoft.com/office/drawing/2014/main" id="{FFA65967-E23B-48BE-99B3-ECE8E5B3E3BD}"/>
              </a:ext>
            </a:extLst>
          </p:cNvPr>
          <p:cNvGrpSpPr/>
          <p:nvPr/>
        </p:nvGrpSpPr>
        <p:grpSpPr>
          <a:xfrm>
            <a:off x="4277308" y="2286000"/>
            <a:ext cx="3433313" cy="3441940"/>
            <a:chOff x="4277308" y="2286000"/>
            <a:chExt cx="3433313" cy="3441940"/>
          </a:xfrm>
        </p:grpSpPr>
        <p:sp>
          <p:nvSpPr>
            <p:cNvPr id="2" name="矩形 1">
              <a:extLst>
                <a:ext uri="{FF2B5EF4-FFF2-40B4-BE49-F238E27FC236}">
                  <a16:creationId xmlns:a16="http://schemas.microsoft.com/office/drawing/2014/main" id="{A1ABA773-F76F-4085-A189-7B28DA237357}"/>
                </a:ext>
              </a:extLst>
            </p:cNvPr>
            <p:cNvSpPr/>
            <p:nvPr/>
          </p:nvSpPr>
          <p:spPr>
            <a:xfrm>
              <a:off x="4277309" y="2286000"/>
              <a:ext cx="3433312" cy="3441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E7926013-312F-4861-92C2-254EEDD28C70}"/>
                </a:ext>
              </a:extLst>
            </p:cNvPr>
            <p:cNvSpPr/>
            <p:nvPr/>
          </p:nvSpPr>
          <p:spPr>
            <a:xfrm>
              <a:off x="4277308" y="2286000"/>
              <a:ext cx="786398" cy="215660"/>
            </a:xfrm>
            <a:prstGeom prst="rect">
              <a:avLst/>
            </a:prstGeom>
            <a:ln>
              <a:solidFill>
                <a:srgbClr val="9361E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200" dirty="0"/>
                <a:t>Web</a:t>
              </a:r>
              <a:r>
                <a:rPr lang="zh-CN" altLang="en-US" sz="1200" dirty="0"/>
                <a:t>后端</a:t>
              </a:r>
            </a:p>
          </p:txBody>
        </p:sp>
      </p:grpSp>
      <p:grpSp>
        <p:nvGrpSpPr>
          <p:cNvPr id="15" name="组合 14">
            <a:extLst>
              <a:ext uri="{FF2B5EF4-FFF2-40B4-BE49-F238E27FC236}">
                <a16:creationId xmlns:a16="http://schemas.microsoft.com/office/drawing/2014/main" id="{B84E36A6-45BD-4D9E-BFF6-A1A7ECFB195B}"/>
              </a:ext>
            </a:extLst>
          </p:cNvPr>
          <p:cNvGrpSpPr/>
          <p:nvPr/>
        </p:nvGrpSpPr>
        <p:grpSpPr>
          <a:xfrm>
            <a:off x="9408631" y="2286000"/>
            <a:ext cx="1915064" cy="3441940"/>
            <a:chOff x="9408631" y="2286000"/>
            <a:chExt cx="1915064" cy="3441940"/>
          </a:xfrm>
        </p:grpSpPr>
        <p:sp>
          <p:nvSpPr>
            <p:cNvPr id="7" name="矩形 6">
              <a:extLst>
                <a:ext uri="{FF2B5EF4-FFF2-40B4-BE49-F238E27FC236}">
                  <a16:creationId xmlns:a16="http://schemas.microsoft.com/office/drawing/2014/main" id="{AFC3A2C1-A83F-488F-AEFC-23082982C547}"/>
                </a:ext>
              </a:extLst>
            </p:cNvPr>
            <p:cNvSpPr/>
            <p:nvPr/>
          </p:nvSpPr>
          <p:spPr>
            <a:xfrm>
              <a:off x="9408631" y="2286000"/>
              <a:ext cx="1915064" cy="3441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53D856E-9338-4D81-A22B-BFF2ACA871A9}"/>
                </a:ext>
              </a:extLst>
            </p:cNvPr>
            <p:cNvSpPr/>
            <p:nvPr/>
          </p:nvSpPr>
          <p:spPr>
            <a:xfrm>
              <a:off x="9408631" y="2291751"/>
              <a:ext cx="786398" cy="215660"/>
            </a:xfrm>
            <a:prstGeom prst="rect">
              <a:avLst/>
            </a:prstGeom>
            <a:ln>
              <a:solidFill>
                <a:srgbClr val="9361E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t>大模型</a:t>
              </a:r>
            </a:p>
          </p:txBody>
        </p:sp>
      </p:grpSp>
      <p:grpSp>
        <p:nvGrpSpPr>
          <p:cNvPr id="16" name="组合 15">
            <a:extLst>
              <a:ext uri="{FF2B5EF4-FFF2-40B4-BE49-F238E27FC236}">
                <a16:creationId xmlns:a16="http://schemas.microsoft.com/office/drawing/2014/main" id="{9455A82F-1EAA-4125-985C-99513D2957D9}"/>
              </a:ext>
            </a:extLst>
          </p:cNvPr>
          <p:cNvGrpSpPr/>
          <p:nvPr/>
        </p:nvGrpSpPr>
        <p:grpSpPr>
          <a:xfrm>
            <a:off x="4623758" y="4543246"/>
            <a:ext cx="2794959" cy="1081178"/>
            <a:chOff x="4623758" y="4543246"/>
            <a:chExt cx="2794959" cy="1081178"/>
          </a:xfrm>
        </p:grpSpPr>
        <p:sp>
          <p:nvSpPr>
            <p:cNvPr id="8" name="矩形 7">
              <a:extLst>
                <a:ext uri="{FF2B5EF4-FFF2-40B4-BE49-F238E27FC236}">
                  <a16:creationId xmlns:a16="http://schemas.microsoft.com/office/drawing/2014/main" id="{79624711-9B62-4692-8A95-07E3EB611133}"/>
                </a:ext>
              </a:extLst>
            </p:cNvPr>
            <p:cNvSpPr/>
            <p:nvPr/>
          </p:nvSpPr>
          <p:spPr>
            <a:xfrm>
              <a:off x="4623759" y="4546121"/>
              <a:ext cx="2794958" cy="107830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574AA36-45A2-43F3-9B49-83A224A94148}"/>
                </a:ext>
              </a:extLst>
            </p:cNvPr>
            <p:cNvSpPr/>
            <p:nvPr/>
          </p:nvSpPr>
          <p:spPr>
            <a:xfrm>
              <a:off x="4623758" y="4543246"/>
              <a:ext cx="905773" cy="215660"/>
            </a:xfrm>
            <a:prstGeom prst="rect">
              <a:avLst/>
            </a:prstGeom>
            <a:ln>
              <a:solidFill>
                <a:srgbClr val="2F2F2F"/>
              </a:solidFill>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1200" dirty="0"/>
                <a:t>存储对象</a:t>
              </a:r>
            </a:p>
          </p:txBody>
        </p:sp>
      </p:grpSp>
      <p:sp>
        <p:nvSpPr>
          <p:cNvPr id="17" name="文本框 16">
            <a:extLst>
              <a:ext uri="{FF2B5EF4-FFF2-40B4-BE49-F238E27FC236}">
                <a16:creationId xmlns:a16="http://schemas.microsoft.com/office/drawing/2014/main" id="{22308591-E554-4D16-907E-92598405EA1E}"/>
              </a:ext>
            </a:extLst>
          </p:cNvPr>
          <p:cNvSpPr txBox="1"/>
          <p:nvPr/>
        </p:nvSpPr>
        <p:spPr>
          <a:xfrm>
            <a:off x="1380226" y="2690010"/>
            <a:ext cx="1199072" cy="246221"/>
          </a:xfrm>
          <a:prstGeom prst="rect">
            <a:avLst/>
          </a:prstGeom>
          <a:noFill/>
        </p:spPr>
        <p:txBody>
          <a:bodyPr wrap="square" rtlCol="0">
            <a:spAutoFit/>
          </a:bodyPr>
          <a:lstStyle/>
          <a:p>
            <a:r>
              <a:rPr lang="zh-CN" altLang="en-US" sz="1000" dirty="0">
                <a:solidFill>
                  <a:schemeClr val="bg1"/>
                </a:solidFill>
              </a:rPr>
              <a:t>西北大学是</a:t>
            </a:r>
            <a:r>
              <a:rPr lang="en-US" altLang="zh-CN" sz="1000" dirty="0">
                <a:solidFill>
                  <a:schemeClr val="bg1"/>
                </a:solidFill>
              </a:rPr>
              <a:t>211</a:t>
            </a:r>
            <a:r>
              <a:rPr lang="zh-CN" altLang="en-US" sz="1000" dirty="0">
                <a:solidFill>
                  <a:schemeClr val="bg1"/>
                </a:solidFill>
              </a:rPr>
              <a:t>吗</a:t>
            </a:r>
            <a:r>
              <a:rPr lang="en-US" altLang="zh-CN" sz="1000" dirty="0">
                <a:solidFill>
                  <a:schemeClr val="bg1"/>
                </a:solidFill>
              </a:rPr>
              <a:t>?</a:t>
            </a:r>
            <a:endParaRPr lang="zh-CN" altLang="en-US" sz="1000" dirty="0">
              <a:solidFill>
                <a:schemeClr val="bg1"/>
              </a:solidFill>
            </a:endParaRPr>
          </a:p>
        </p:txBody>
      </p:sp>
      <p:cxnSp>
        <p:nvCxnSpPr>
          <p:cNvPr id="19" name="直接箭头连接符 18">
            <a:extLst>
              <a:ext uri="{FF2B5EF4-FFF2-40B4-BE49-F238E27FC236}">
                <a16:creationId xmlns:a16="http://schemas.microsoft.com/office/drawing/2014/main" id="{48432738-2F2F-4959-9C92-DD1F77FEDD5F}"/>
              </a:ext>
            </a:extLst>
          </p:cNvPr>
          <p:cNvCxnSpPr>
            <a:stCxn id="17" idx="3"/>
          </p:cNvCxnSpPr>
          <p:nvPr/>
        </p:nvCxnSpPr>
        <p:spPr>
          <a:xfrm>
            <a:off x="2579298" y="2813121"/>
            <a:ext cx="1698010" cy="77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文本框 20">
            <a:extLst>
              <a:ext uri="{FF2B5EF4-FFF2-40B4-BE49-F238E27FC236}">
                <a16:creationId xmlns:a16="http://schemas.microsoft.com/office/drawing/2014/main" id="{095003D5-FB32-4F86-B673-AE4BFF476601}"/>
              </a:ext>
            </a:extLst>
          </p:cNvPr>
          <p:cNvSpPr txBox="1"/>
          <p:nvPr/>
        </p:nvSpPr>
        <p:spPr>
          <a:xfrm>
            <a:off x="1380226" y="2690010"/>
            <a:ext cx="1199072" cy="246221"/>
          </a:xfrm>
          <a:prstGeom prst="rect">
            <a:avLst/>
          </a:prstGeom>
          <a:noFill/>
        </p:spPr>
        <p:txBody>
          <a:bodyPr wrap="square" rtlCol="0">
            <a:spAutoFit/>
          </a:bodyPr>
          <a:lstStyle/>
          <a:p>
            <a:r>
              <a:rPr lang="zh-CN" altLang="en-US" sz="1000" dirty="0">
                <a:solidFill>
                  <a:schemeClr val="bg1"/>
                </a:solidFill>
              </a:rPr>
              <a:t>西北大学是</a:t>
            </a:r>
            <a:r>
              <a:rPr lang="en-US" altLang="zh-CN" sz="1000" dirty="0">
                <a:solidFill>
                  <a:schemeClr val="bg1"/>
                </a:solidFill>
              </a:rPr>
              <a:t>211</a:t>
            </a:r>
            <a:r>
              <a:rPr lang="zh-CN" altLang="en-US" sz="1000" dirty="0">
                <a:solidFill>
                  <a:schemeClr val="bg1"/>
                </a:solidFill>
              </a:rPr>
              <a:t>吗</a:t>
            </a:r>
            <a:r>
              <a:rPr lang="en-US" altLang="zh-CN" sz="1000" dirty="0">
                <a:solidFill>
                  <a:schemeClr val="bg1"/>
                </a:solidFill>
              </a:rPr>
              <a:t>?</a:t>
            </a:r>
            <a:endParaRPr lang="zh-CN" altLang="en-US" sz="1000" dirty="0">
              <a:solidFill>
                <a:schemeClr val="bg1"/>
              </a:solidFill>
            </a:endParaRPr>
          </a:p>
        </p:txBody>
      </p:sp>
      <p:sp>
        <p:nvSpPr>
          <p:cNvPr id="23" name="文本框 22">
            <a:extLst>
              <a:ext uri="{FF2B5EF4-FFF2-40B4-BE49-F238E27FC236}">
                <a16:creationId xmlns:a16="http://schemas.microsoft.com/office/drawing/2014/main" id="{2C01B209-67EB-4C45-9E46-A6690928E589}"/>
              </a:ext>
            </a:extLst>
          </p:cNvPr>
          <p:cNvSpPr txBox="1"/>
          <p:nvPr/>
        </p:nvSpPr>
        <p:spPr>
          <a:xfrm>
            <a:off x="4687760" y="4822333"/>
            <a:ext cx="1199072" cy="246221"/>
          </a:xfrm>
          <a:prstGeom prst="rect">
            <a:avLst/>
          </a:prstGeom>
          <a:noFill/>
        </p:spPr>
        <p:txBody>
          <a:bodyPr wrap="square" rtlCol="0">
            <a:spAutoFit/>
          </a:bodyPr>
          <a:lstStyle/>
          <a:p>
            <a:r>
              <a:rPr lang="zh-CN" altLang="en-US" sz="1000" dirty="0"/>
              <a:t>西北大学是</a:t>
            </a:r>
            <a:r>
              <a:rPr lang="en-US" altLang="zh-CN" sz="1000" dirty="0"/>
              <a:t>211</a:t>
            </a:r>
            <a:r>
              <a:rPr lang="zh-CN" altLang="en-US" sz="1000" dirty="0"/>
              <a:t>吗</a:t>
            </a:r>
            <a:r>
              <a:rPr lang="en-US" altLang="zh-CN" sz="1000" dirty="0"/>
              <a:t>?</a:t>
            </a:r>
            <a:endParaRPr lang="zh-CN" altLang="en-US" sz="1000" dirty="0"/>
          </a:p>
        </p:txBody>
      </p:sp>
      <p:cxnSp>
        <p:nvCxnSpPr>
          <p:cNvPr id="24" name="直接箭头连接符 23">
            <a:extLst>
              <a:ext uri="{FF2B5EF4-FFF2-40B4-BE49-F238E27FC236}">
                <a16:creationId xmlns:a16="http://schemas.microsoft.com/office/drawing/2014/main" id="{80B17F87-84B3-468B-AF85-7D99A42C985A}"/>
              </a:ext>
            </a:extLst>
          </p:cNvPr>
          <p:cNvCxnSpPr/>
          <p:nvPr/>
        </p:nvCxnSpPr>
        <p:spPr>
          <a:xfrm>
            <a:off x="7710621" y="2805403"/>
            <a:ext cx="1698010" cy="77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7" name="文本框 26">
            <a:extLst>
              <a:ext uri="{FF2B5EF4-FFF2-40B4-BE49-F238E27FC236}">
                <a16:creationId xmlns:a16="http://schemas.microsoft.com/office/drawing/2014/main" id="{A3AD67F6-2BB4-4B5D-A1A9-9431F3AD3A4C}"/>
              </a:ext>
            </a:extLst>
          </p:cNvPr>
          <p:cNvSpPr txBox="1"/>
          <p:nvPr/>
        </p:nvSpPr>
        <p:spPr>
          <a:xfrm>
            <a:off x="9408631" y="3284322"/>
            <a:ext cx="1199072" cy="246221"/>
          </a:xfrm>
          <a:prstGeom prst="rect">
            <a:avLst/>
          </a:prstGeom>
          <a:noFill/>
        </p:spPr>
        <p:txBody>
          <a:bodyPr wrap="square" rtlCol="0">
            <a:spAutoFit/>
          </a:bodyPr>
          <a:lstStyle/>
          <a:p>
            <a:r>
              <a:rPr lang="zh-CN" altLang="en-US" sz="1000" dirty="0">
                <a:solidFill>
                  <a:schemeClr val="bg1"/>
                </a:solidFill>
              </a:rPr>
              <a:t>是的</a:t>
            </a:r>
          </a:p>
        </p:txBody>
      </p:sp>
      <p:cxnSp>
        <p:nvCxnSpPr>
          <p:cNvPr id="28" name="直接箭头连接符 27">
            <a:extLst>
              <a:ext uri="{FF2B5EF4-FFF2-40B4-BE49-F238E27FC236}">
                <a16:creationId xmlns:a16="http://schemas.microsoft.com/office/drawing/2014/main" id="{155264CE-B098-4EAA-9C4C-2DC97A68CBF3}"/>
              </a:ext>
            </a:extLst>
          </p:cNvPr>
          <p:cNvCxnSpPr>
            <a:cxnSpLocks/>
          </p:cNvCxnSpPr>
          <p:nvPr/>
        </p:nvCxnSpPr>
        <p:spPr>
          <a:xfrm flipH="1" flipV="1">
            <a:off x="7710621" y="3407433"/>
            <a:ext cx="1698010"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0" name="文本框 29">
            <a:extLst>
              <a:ext uri="{FF2B5EF4-FFF2-40B4-BE49-F238E27FC236}">
                <a16:creationId xmlns:a16="http://schemas.microsoft.com/office/drawing/2014/main" id="{612EA8D1-3AAF-49AF-A858-E8132FA84B4D}"/>
              </a:ext>
            </a:extLst>
          </p:cNvPr>
          <p:cNvSpPr txBox="1"/>
          <p:nvPr/>
        </p:nvSpPr>
        <p:spPr>
          <a:xfrm>
            <a:off x="4687760" y="5063688"/>
            <a:ext cx="1199072" cy="246221"/>
          </a:xfrm>
          <a:prstGeom prst="rect">
            <a:avLst/>
          </a:prstGeom>
          <a:noFill/>
        </p:spPr>
        <p:txBody>
          <a:bodyPr wrap="square" rtlCol="0">
            <a:spAutoFit/>
          </a:bodyPr>
          <a:lstStyle/>
          <a:p>
            <a:r>
              <a:rPr lang="zh-CN" altLang="en-US" sz="1000" dirty="0"/>
              <a:t>是的</a:t>
            </a:r>
          </a:p>
        </p:txBody>
      </p:sp>
      <p:cxnSp>
        <p:nvCxnSpPr>
          <p:cNvPr id="32" name="直接箭头连接符 31">
            <a:extLst>
              <a:ext uri="{FF2B5EF4-FFF2-40B4-BE49-F238E27FC236}">
                <a16:creationId xmlns:a16="http://schemas.microsoft.com/office/drawing/2014/main" id="{4B1CC0E8-5CF2-4DF5-8B0E-7361A83A86B9}"/>
              </a:ext>
            </a:extLst>
          </p:cNvPr>
          <p:cNvCxnSpPr/>
          <p:nvPr/>
        </p:nvCxnSpPr>
        <p:spPr>
          <a:xfrm flipH="1">
            <a:off x="2579298" y="3407432"/>
            <a:ext cx="169801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3" name="文本框 32">
            <a:extLst>
              <a:ext uri="{FF2B5EF4-FFF2-40B4-BE49-F238E27FC236}">
                <a16:creationId xmlns:a16="http://schemas.microsoft.com/office/drawing/2014/main" id="{3B65CF80-924A-43D3-9A85-DE9F62BAA64A}"/>
              </a:ext>
            </a:extLst>
          </p:cNvPr>
          <p:cNvSpPr txBox="1"/>
          <p:nvPr/>
        </p:nvSpPr>
        <p:spPr>
          <a:xfrm>
            <a:off x="1863305" y="3878634"/>
            <a:ext cx="1199072" cy="246221"/>
          </a:xfrm>
          <a:prstGeom prst="rect">
            <a:avLst/>
          </a:prstGeom>
          <a:noFill/>
        </p:spPr>
        <p:txBody>
          <a:bodyPr wrap="square" rtlCol="0">
            <a:spAutoFit/>
          </a:bodyPr>
          <a:lstStyle/>
          <a:p>
            <a:r>
              <a:rPr lang="zh-CN" altLang="en-US" sz="1000" dirty="0">
                <a:solidFill>
                  <a:schemeClr val="bg1"/>
                </a:solidFill>
              </a:rPr>
              <a:t>是</a:t>
            </a:r>
            <a:r>
              <a:rPr lang="en-US" altLang="zh-CN" sz="1000" dirty="0">
                <a:solidFill>
                  <a:schemeClr val="bg1"/>
                </a:solidFill>
              </a:rPr>
              <a:t>985</a:t>
            </a:r>
            <a:r>
              <a:rPr lang="zh-CN" altLang="en-US" sz="1000" dirty="0">
                <a:solidFill>
                  <a:schemeClr val="bg1"/>
                </a:solidFill>
              </a:rPr>
              <a:t>吗</a:t>
            </a:r>
            <a:r>
              <a:rPr lang="en-US" altLang="zh-CN" sz="1000" dirty="0">
                <a:solidFill>
                  <a:schemeClr val="bg1"/>
                </a:solidFill>
              </a:rPr>
              <a:t>?</a:t>
            </a:r>
            <a:endParaRPr lang="zh-CN" altLang="en-US" sz="1000" dirty="0">
              <a:solidFill>
                <a:schemeClr val="bg1"/>
              </a:solidFill>
            </a:endParaRPr>
          </a:p>
        </p:txBody>
      </p:sp>
      <p:cxnSp>
        <p:nvCxnSpPr>
          <p:cNvPr id="34" name="直接箭头连接符 33">
            <a:extLst>
              <a:ext uri="{FF2B5EF4-FFF2-40B4-BE49-F238E27FC236}">
                <a16:creationId xmlns:a16="http://schemas.microsoft.com/office/drawing/2014/main" id="{1D9F89F5-A1CC-4030-AF31-FD282BE835E6}"/>
              </a:ext>
            </a:extLst>
          </p:cNvPr>
          <p:cNvCxnSpPr/>
          <p:nvPr/>
        </p:nvCxnSpPr>
        <p:spPr>
          <a:xfrm>
            <a:off x="2579298" y="4001744"/>
            <a:ext cx="1698010" cy="77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5" name="文本框 34">
            <a:extLst>
              <a:ext uri="{FF2B5EF4-FFF2-40B4-BE49-F238E27FC236}">
                <a16:creationId xmlns:a16="http://schemas.microsoft.com/office/drawing/2014/main" id="{82DCED7A-7646-47F4-9F6D-D464AA248B85}"/>
              </a:ext>
            </a:extLst>
          </p:cNvPr>
          <p:cNvSpPr txBox="1"/>
          <p:nvPr/>
        </p:nvSpPr>
        <p:spPr>
          <a:xfrm>
            <a:off x="1863305" y="3878634"/>
            <a:ext cx="1199072" cy="246221"/>
          </a:xfrm>
          <a:prstGeom prst="rect">
            <a:avLst/>
          </a:prstGeom>
          <a:noFill/>
        </p:spPr>
        <p:txBody>
          <a:bodyPr wrap="square" rtlCol="0">
            <a:spAutoFit/>
          </a:bodyPr>
          <a:lstStyle/>
          <a:p>
            <a:r>
              <a:rPr lang="zh-CN" altLang="en-US" sz="1000" dirty="0">
                <a:solidFill>
                  <a:schemeClr val="bg1"/>
                </a:solidFill>
              </a:rPr>
              <a:t>是</a:t>
            </a:r>
            <a:r>
              <a:rPr lang="en-US" altLang="zh-CN" sz="1000" dirty="0">
                <a:solidFill>
                  <a:schemeClr val="bg1"/>
                </a:solidFill>
              </a:rPr>
              <a:t>985</a:t>
            </a:r>
            <a:r>
              <a:rPr lang="zh-CN" altLang="en-US" sz="1000" dirty="0">
                <a:solidFill>
                  <a:schemeClr val="bg1"/>
                </a:solidFill>
              </a:rPr>
              <a:t>吗</a:t>
            </a:r>
            <a:r>
              <a:rPr lang="en-US" altLang="zh-CN" sz="1000" dirty="0">
                <a:solidFill>
                  <a:schemeClr val="bg1"/>
                </a:solidFill>
              </a:rPr>
              <a:t>?</a:t>
            </a:r>
            <a:endParaRPr lang="zh-CN" altLang="en-US" sz="1000" dirty="0">
              <a:solidFill>
                <a:schemeClr val="bg1"/>
              </a:solidFill>
            </a:endParaRPr>
          </a:p>
        </p:txBody>
      </p:sp>
      <p:sp>
        <p:nvSpPr>
          <p:cNvPr id="37" name="文本框 36">
            <a:extLst>
              <a:ext uri="{FF2B5EF4-FFF2-40B4-BE49-F238E27FC236}">
                <a16:creationId xmlns:a16="http://schemas.microsoft.com/office/drawing/2014/main" id="{7E8136F3-568D-4D6A-8280-7CB4B47FCF53}"/>
              </a:ext>
            </a:extLst>
          </p:cNvPr>
          <p:cNvSpPr txBox="1"/>
          <p:nvPr/>
        </p:nvSpPr>
        <p:spPr>
          <a:xfrm>
            <a:off x="4687760" y="5309909"/>
            <a:ext cx="1199072" cy="246221"/>
          </a:xfrm>
          <a:prstGeom prst="rect">
            <a:avLst/>
          </a:prstGeom>
          <a:noFill/>
        </p:spPr>
        <p:txBody>
          <a:bodyPr wrap="square" rtlCol="0">
            <a:spAutoFit/>
          </a:bodyPr>
          <a:lstStyle/>
          <a:p>
            <a:r>
              <a:rPr lang="zh-CN" altLang="en-US" sz="1000" dirty="0"/>
              <a:t>是</a:t>
            </a:r>
            <a:r>
              <a:rPr lang="en-US" altLang="zh-CN" sz="1000" dirty="0"/>
              <a:t>985</a:t>
            </a:r>
            <a:r>
              <a:rPr lang="zh-CN" altLang="en-US" sz="1000" dirty="0"/>
              <a:t>吗</a:t>
            </a:r>
            <a:r>
              <a:rPr lang="en-US" altLang="zh-CN" sz="1000" dirty="0"/>
              <a:t>?</a:t>
            </a:r>
            <a:endParaRPr lang="zh-CN" altLang="en-US" sz="1000" dirty="0"/>
          </a:p>
        </p:txBody>
      </p:sp>
      <p:sp>
        <p:nvSpPr>
          <p:cNvPr id="38" name="文本框 37">
            <a:extLst>
              <a:ext uri="{FF2B5EF4-FFF2-40B4-BE49-F238E27FC236}">
                <a16:creationId xmlns:a16="http://schemas.microsoft.com/office/drawing/2014/main" id="{12DA0254-E14B-4BC5-815A-F0F948602309}"/>
              </a:ext>
            </a:extLst>
          </p:cNvPr>
          <p:cNvSpPr txBox="1"/>
          <p:nvPr/>
        </p:nvSpPr>
        <p:spPr>
          <a:xfrm>
            <a:off x="4687760" y="4822333"/>
            <a:ext cx="1199072" cy="246221"/>
          </a:xfrm>
          <a:prstGeom prst="rect">
            <a:avLst/>
          </a:prstGeom>
          <a:noFill/>
        </p:spPr>
        <p:txBody>
          <a:bodyPr wrap="square" rtlCol="0">
            <a:spAutoFit/>
          </a:bodyPr>
          <a:lstStyle/>
          <a:p>
            <a:r>
              <a:rPr lang="zh-CN" altLang="en-US" sz="1000" dirty="0"/>
              <a:t>西北大学是</a:t>
            </a:r>
            <a:r>
              <a:rPr lang="en-US" altLang="zh-CN" sz="1000" dirty="0"/>
              <a:t>211</a:t>
            </a:r>
            <a:r>
              <a:rPr lang="zh-CN" altLang="en-US" sz="1000" dirty="0"/>
              <a:t>吗</a:t>
            </a:r>
            <a:r>
              <a:rPr lang="en-US" altLang="zh-CN" sz="1000" dirty="0"/>
              <a:t>?</a:t>
            </a:r>
            <a:endParaRPr lang="zh-CN" altLang="en-US" sz="1000" dirty="0"/>
          </a:p>
        </p:txBody>
      </p:sp>
      <p:sp>
        <p:nvSpPr>
          <p:cNvPr id="39" name="文本框 38">
            <a:extLst>
              <a:ext uri="{FF2B5EF4-FFF2-40B4-BE49-F238E27FC236}">
                <a16:creationId xmlns:a16="http://schemas.microsoft.com/office/drawing/2014/main" id="{4FA2C9EF-E2FC-4CFE-B741-ACC38E5A18B6}"/>
              </a:ext>
            </a:extLst>
          </p:cNvPr>
          <p:cNvSpPr txBox="1"/>
          <p:nvPr/>
        </p:nvSpPr>
        <p:spPr>
          <a:xfrm>
            <a:off x="9408631" y="2690010"/>
            <a:ext cx="1199072" cy="246221"/>
          </a:xfrm>
          <a:prstGeom prst="rect">
            <a:avLst/>
          </a:prstGeom>
          <a:noFill/>
        </p:spPr>
        <p:txBody>
          <a:bodyPr wrap="square" rtlCol="0">
            <a:spAutoFit/>
          </a:bodyPr>
          <a:lstStyle/>
          <a:p>
            <a:r>
              <a:rPr lang="zh-CN" altLang="en-US" sz="1000" dirty="0">
                <a:solidFill>
                  <a:schemeClr val="bg1"/>
                </a:solidFill>
              </a:rPr>
              <a:t>西北大学是</a:t>
            </a:r>
            <a:r>
              <a:rPr lang="en-US" altLang="zh-CN" sz="1000" dirty="0">
                <a:solidFill>
                  <a:schemeClr val="bg1"/>
                </a:solidFill>
              </a:rPr>
              <a:t>211</a:t>
            </a:r>
            <a:r>
              <a:rPr lang="zh-CN" altLang="en-US" sz="1000" dirty="0">
                <a:solidFill>
                  <a:schemeClr val="bg1"/>
                </a:solidFill>
              </a:rPr>
              <a:t>吗</a:t>
            </a:r>
            <a:r>
              <a:rPr lang="en-US" altLang="zh-CN" sz="1000" dirty="0">
                <a:solidFill>
                  <a:schemeClr val="bg1"/>
                </a:solidFill>
              </a:rPr>
              <a:t>?</a:t>
            </a:r>
            <a:endParaRPr lang="zh-CN" altLang="en-US" sz="1000" dirty="0">
              <a:solidFill>
                <a:schemeClr val="bg1"/>
              </a:solidFill>
            </a:endParaRPr>
          </a:p>
        </p:txBody>
      </p:sp>
      <p:sp>
        <p:nvSpPr>
          <p:cNvPr id="41" name="文本框 40">
            <a:extLst>
              <a:ext uri="{FF2B5EF4-FFF2-40B4-BE49-F238E27FC236}">
                <a16:creationId xmlns:a16="http://schemas.microsoft.com/office/drawing/2014/main" id="{AF65D1FB-B5C5-4CE9-93A7-A7E757A2AB24}"/>
              </a:ext>
            </a:extLst>
          </p:cNvPr>
          <p:cNvSpPr txBox="1"/>
          <p:nvPr/>
        </p:nvSpPr>
        <p:spPr>
          <a:xfrm>
            <a:off x="4623758" y="3305889"/>
            <a:ext cx="1199072" cy="246221"/>
          </a:xfrm>
          <a:prstGeom prst="rect">
            <a:avLst/>
          </a:prstGeom>
          <a:noFill/>
        </p:spPr>
        <p:txBody>
          <a:bodyPr wrap="square" rtlCol="0">
            <a:spAutoFit/>
          </a:bodyPr>
          <a:lstStyle/>
          <a:p>
            <a:r>
              <a:rPr lang="zh-CN" altLang="en-US" sz="1000" dirty="0">
                <a:solidFill>
                  <a:schemeClr val="bg1"/>
                </a:solidFill>
              </a:rPr>
              <a:t>是的</a:t>
            </a:r>
          </a:p>
        </p:txBody>
      </p:sp>
      <p:sp>
        <p:nvSpPr>
          <p:cNvPr id="42" name="文本框 41">
            <a:extLst>
              <a:ext uri="{FF2B5EF4-FFF2-40B4-BE49-F238E27FC236}">
                <a16:creationId xmlns:a16="http://schemas.microsoft.com/office/drawing/2014/main" id="{EC43D5CC-889F-483C-9B50-BC19145B3C18}"/>
              </a:ext>
            </a:extLst>
          </p:cNvPr>
          <p:cNvSpPr txBox="1"/>
          <p:nvPr/>
        </p:nvSpPr>
        <p:spPr>
          <a:xfrm>
            <a:off x="4623758" y="3305889"/>
            <a:ext cx="1199072" cy="246221"/>
          </a:xfrm>
          <a:prstGeom prst="rect">
            <a:avLst/>
          </a:prstGeom>
          <a:noFill/>
        </p:spPr>
        <p:txBody>
          <a:bodyPr wrap="square" rtlCol="0">
            <a:spAutoFit/>
          </a:bodyPr>
          <a:lstStyle/>
          <a:p>
            <a:r>
              <a:rPr lang="zh-CN" altLang="en-US" sz="1000" dirty="0">
                <a:solidFill>
                  <a:schemeClr val="bg1"/>
                </a:solidFill>
              </a:rPr>
              <a:t>是的</a:t>
            </a:r>
          </a:p>
        </p:txBody>
      </p:sp>
      <p:sp>
        <p:nvSpPr>
          <p:cNvPr id="44" name="文本框 43">
            <a:extLst>
              <a:ext uri="{FF2B5EF4-FFF2-40B4-BE49-F238E27FC236}">
                <a16:creationId xmlns:a16="http://schemas.microsoft.com/office/drawing/2014/main" id="{188FA5CC-8DA4-443F-9849-3A3536D59D05}"/>
              </a:ext>
            </a:extLst>
          </p:cNvPr>
          <p:cNvSpPr txBox="1"/>
          <p:nvPr/>
        </p:nvSpPr>
        <p:spPr>
          <a:xfrm>
            <a:off x="4687760" y="4822333"/>
            <a:ext cx="1199072" cy="246221"/>
          </a:xfrm>
          <a:prstGeom prst="rect">
            <a:avLst/>
          </a:prstGeom>
          <a:noFill/>
        </p:spPr>
        <p:txBody>
          <a:bodyPr wrap="square" rtlCol="0">
            <a:spAutoFit/>
          </a:bodyPr>
          <a:lstStyle/>
          <a:p>
            <a:r>
              <a:rPr lang="zh-CN" altLang="en-US" sz="1000" dirty="0"/>
              <a:t>西北大学是</a:t>
            </a:r>
            <a:r>
              <a:rPr lang="en-US" altLang="zh-CN" sz="1000" dirty="0"/>
              <a:t>211</a:t>
            </a:r>
            <a:r>
              <a:rPr lang="zh-CN" altLang="en-US" sz="1000" dirty="0"/>
              <a:t>吗</a:t>
            </a:r>
            <a:r>
              <a:rPr lang="en-US" altLang="zh-CN" sz="1000" dirty="0"/>
              <a:t>?</a:t>
            </a:r>
            <a:endParaRPr lang="zh-CN" altLang="en-US" sz="1000" dirty="0"/>
          </a:p>
        </p:txBody>
      </p:sp>
      <p:sp>
        <p:nvSpPr>
          <p:cNvPr id="45" name="文本框 44">
            <a:extLst>
              <a:ext uri="{FF2B5EF4-FFF2-40B4-BE49-F238E27FC236}">
                <a16:creationId xmlns:a16="http://schemas.microsoft.com/office/drawing/2014/main" id="{5FB38F51-164D-4B6E-A775-6F730C22678A}"/>
              </a:ext>
            </a:extLst>
          </p:cNvPr>
          <p:cNvSpPr txBox="1"/>
          <p:nvPr/>
        </p:nvSpPr>
        <p:spPr>
          <a:xfrm>
            <a:off x="4687760" y="5063688"/>
            <a:ext cx="1199072" cy="246221"/>
          </a:xfrm>
          <a:prstGeom prst="rect">
            <a:avLst/>
          </a:prstGeom>
          <a:noFill/>
        </p:spPr>
        <p:txBody>
          <a:bodyPr wrap="square" rtlCol="0">
            <a:spAutoFit/>
          </a:bodyPr>
          <a:lstStyle/>
          <a:p>
            <a:r>
              <a:rPr lang="zh-CN" altLang="en-US" sz="1000" dirty="0"/>
              <a:t>是的</a:t>
            </a:r>
          </a:p>
        </p:txBody>
      </p:sp>
      <p:sp>
        <p:nvSpPr>
          <p:cNvPr id="46" name="文本框 45">
            <a:extLst>
              <a:ext uri="{FF2B5EF4-FFF2-40B4-BE49-F238E27FC236}">
                <a16:creationId xmlns:a16="http://schemas.microsoft.com/office/drawing/2014/main" id="{84B704DD-4461-48E6-8CF1-C2DE6B5F56BF}"/>
              </a:ext>
            </a:extLst>
          </p:cNvPr>
          <p:cNvSpPr txBox="1"/>
          <p:nvPr/>
        </p:nvSpPr>
        <p:spPr>
          <a:xfrm>
            <a:off x="4687760" y="5309909"/>
            <a:ext cx="1199072" cy="246221"/>
          </a:xfrm>
          <a:prstGeom prst="rect">
            <a:avLst/>
          </a:prstGeom>
          <a:noFill/>
        </p:spPr>
        <p:txBody>
          <a:bodyPr wrap="square" rtlCol="0">
            <a:spAutoFit/>
          </a:bodyPr>
          <a:lstStyle/>
          <a:p>
            <a:r>
              <a:rPr lang="zh-CN" altLang="en-US" sz="1000" dirty="0"/>
              <a:t>是</a:t>
            </a:r>
            <a:r>
              <a:rPr lang="en-US" altLang="zh-CN" sz="1000" dirty="0"/>
              <a:t>985</a:t>
            </a:r>
            <a:r>
              <a:rPr lang="zh-CN" altLang="en-US" sz="1000" dirty="0"/>
              <a:t>吗</a:t>
            </a:r>
            <a:r>
              <a:rPr lang="en-US" altLang="zh-CN" sz="1000" dirty="0"/>
              <a:t>?</a:t>
            </a:r>
            <a:endParaRPr lang="zh-CN" altLang="en-US" sz="1000" dirty="0"/>
          </a:p>
        </p:txBody>
      </p:sp>
      <p:cxnSp>
        <p:nvCxnSpPr>
          <p:cNvPr id="48" name="直接箭头连接符 47">
            <a:extLst>
              <a:ext uri="{FF2B5EF4-FFF2-40B4-BE49-F238E27FC236}">
                <a16:creationId xmlns:a16="http://schemas.microsoft.com/office/drawing/2014/main" id="{0F281249-6CB6-4B15-9DDC-9FBC25E87369}"/>
              </a:ext>
            </a:extLst>
          </p:cNvPr>
          <p:cNvCxnSpPr/>
          <p:nvPr/>
        </p:nvCxnSpPr>
        <p:spPr>
          <a:xfrm>
            <a:off x="7710621" y="4023354"/>
            <a:ext cx="1698010" cy="771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文本框 55">
            <a:extLst>
              <a:ext uri="{FF2B5EF4-FFF2-40B4-BE49-F238E27FC236}">
                <a16:creationId xmlns:a16="http://schemas.microsoft.com/office/drawing/2014/main" id="{D93FC13E-6E49-4EE4-9764-8760FF6F44D7}"/>
              </a:ext>
            </a:extLst>
          </p:cNvPr>
          <p:cNvSpPr txBox="1"/>
          <p:nvPr/>
        </p:nvSpPr>
        <p:spPr>
          <a:xfrm>
            <a:off x="9659810" y="3689764"/>
            <a:ext cx="1199072" cy="246221"/>
          </a:xfrm>
          <a:prstGeom prst="rect">
            <a:avLst/>
          </a:prstGeom>
          <a:noFill/>
        </p:spPr>
        <p:txBody>
          <a:bodyPr wrap="square" rtlCol="0">
            <a:spAutoFit/>
          </a:bodyPr>
          <a:lstStyle/>
          <a:p>
            <a:r>
              <a:rPr lang="zh-CN" altLang="en-US" sz="1000" dirty="0">
                <a:solidFill>
                  <a:schemeClr val="bg1"/>
                </a:solidFill>
              </a:rPr>
              <a:t>西北大学是</a:t>
            </a:r>
            <a:r>
              <a:rPr lang="en-US" altLang="zh-CN" sz="1000" dirty="0">
                <a:solidFill>
                  <a:schemeClr val="bg1"/>
                </a:solidFill>
              </a:rPr>
              <a:t>211</a:t>
            </a:r>
            <a:r>
              <a:rPr lang="zh-CN" altLang="en-US" sz="1000" dirty="0">
                <a:solidFill>
                  <a:schemeClr val="bg1"/>
                </a:solidFill>
              </a:rPr>
              <a:t>吗</a:t>
            </a:r>
            <a:r>
              <a:rPr lang="en-US" altLang="zh-CN" sz="1000" dirty="0">
                <a:solidFill>
                  <a:schemeClr val="bg1"/>
                </a:solidFill>
              </a:rPr>
              <a:t>?</a:t>
            </a:r>
            <a:endParaRPr lang="zh-CN" altLang="en-US" sz="1000" dirty="0">
              <a:solidFill>
                <a:schemeClr val="bg1"/>
              </a:solidFill>
            </a:endParaRPr>
          </a:p>
        </p:txBody>
      </p:sp>
      <p:sp>
        <p:nvSpPr>
          <p:cNvPr id="57" name="文本框 56">
            <a:extLst>
              <a:ext uri="{FF2B5EF4-FFF2-40B4-BE49-F238E27FC236}">
                <a16:creationId xmlns:a16="http://schemas.microsoft.com/office/drawing/2014/main" id="{73F56A88-8B04-4893-983E-2EE1C611A43F}"/>
              </a:ext>
            </a:extLst>
          </p:cNvPr>
          <p:cNvSpPr txBox="1"/>
          <p:nvPr/>
        </p:nvSpPr>
        <p:spPr>
          <a:xfrm>
            <a:off x="9659810" y="3931119"/>
            <a:ext cx="1199072" cy="246221"/>
          </a:xfrm>
          <a:prstGeom prst="rect">
            <a:avLst/>
          </a:prstGeom>
          <a:noFill/>
        </p:spPr>
        <p:txBody>
          <a:bodyPr wrap="square" rtlCol="0">
            <a:spAutoFit/>
          </a:bodyPr>
          <a:lstStyle/>
          <a:p>
            <a:r>
              <a:rPr lang="zh-CN" altLang="en-US" sz="1000" dirty="0">
                <a:solidFill>
                  <a:schemeClr val="bg1"/>
                </a:solidFill>
              </a:rPr>
              <a:t>是的</a:t>
            </a:r>
          </a:p>
        </p:txBody>
      </p:sp>
      <p:sp>
        <p:nvSpPr>
          <p:cNvPr id="58" name="文本框 57">
            <a:extLst>
              <a:ext uri="{FF2B5EF4-FFF2-40B4-BE49-F238E27FC236}">
                <a16:creationId xmlns:a16="http://schemas.microsoft.com/office/drawing/2014/main" id="{578BC608-F7F6-4BFD-B5ED-B0A521DFBEB3}"/>
              </a:ext>
            </a:extLst>
          </p:cNvPr>
          <p:cNvSpPr txBox="1"/>
          <p:nvPr/>
        </p:nvSpPr>
        <p:spPr>
          <a:xfrm>
            <a:off x="9659810" y="4177340"/>
            <a:ext cx="1199072" cy="246221"/>
          </a:xfrm>
          <a:prstGeom prst="rect">
            <a:avLst/>
          </a:prstGeom>
          <a:noFill/>
        </p:spPr>
        <p:txBody>
          <a:bodyPr wrap="square" rtlCol="0">
            <a:spAutoFit/>
          </a:bodyPr>
          <a:lstStyle/>
          <a:p>
            <a:r>
              <a:rPr lang="zh-CN" altLang="en-US" sz="1000" dirty="0">
                <a:solidFill>
                  <a:schemeClr val="bg1"/>
                </a:solidFill>
              </a:rPr>
              <a:t>是</a:t>
            </a:r>
            <a:r>
              <a:rPr lang="en-US" altLang="zh-CN" sz="1000" dirty="0">
                <a:solidFill>
                  <a:schemeClr val="bg1"/>
                </a:solidFill>
              </a:rPr>
              <a:t>985</a:t>
            </a:r>
            <a:r>
              <a:rPr lang="zh-CN" altLang="en-US" sz="1000" dirty="0">
                <a:solidFill>
                  <a:schemeClr val="bg1"/>
                </a:solidFill>
              </a:rPr>
              <a:t>吗</a:t>
            </a:r>
            <a:r>
              <a:rPr lang="en-US" altLang="zh-CN" sz="1000" dirty="0">
                <a:solidFill>
                  <a:schemeClr val="bg1"/>
                </a:solidFill>
              </a:rPr>
              <a:t>?</a:t>
            </a:r>
            <a:endParaRPr lang="zh-CN" altLang="en-US" sz="1000" dirty="0">
              <a:solidFill>
                <a:schemeClr val="bg1"/>
              </a:solidFill>
            </a:endParaRPr>
          </a:p>
        </p:txBody>
      </p:sp>
    </p:spTree>
    <p:extLst>
      <p:ext uri="{BB962C8B-B14F-4D97-AF65-F5344CB8AC3E}">
        <p14:creationId xmlns:p14="http://schemas.microsoft.com/office/powerpoint/2010/main" val="37473176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anim calcmode="lin" valueType="num">
                                      <p:cBhvr>
                                        <p:cTn id="20" dur="1000" fill="hold"/>
                                        <p:tgtEl>
                                          <p:spTgt spid="21"/>
                                        </p:tgtEl>
                                        <p:attrNameLst>
                                          <p:attrName>ppt_x</p:attrName>
                                        </p:attrNameLst>
                                      </p:cBhvr>
                                      <p:tavLst>
                                        <p:tav tm="0">
                                          <p:val>
                                            <p:strVal val="#ppt_x"/>
                                          </p:val>
                                        </p:tav>
                                        <p:tav tm="100000">
                                          <p:val>
                                            <p:strVal val="#ppt_x"/>
                                          </p:val>
                                        </p:tav>
                                      </p:tavLst>
                                    </p:anim>
                                    <p:anim calcmode="lin" valueType="num">
                                      <p:cBhvr>
                                        <p:cTn id="2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63" presetClass="path" presetSubtype="0" accel="50000" decel="50000" fill="hold" grpId="1" nodeType="clickEffect">
                                  <p:stCondLst>
                                    <p:cond delay="0"/>
                                  </p:stCondLst>
                                  <p:childTnLst>
                                    <p:animMotion origin="layout" path="M 2.08333E-7 4.81481E-6 L 0.26602 4.81481E-6 " pathEditMode="relative" rAng="0" ptsTypes="AA">
                                      <p:cBhvr>
                                        <p:cTn id="25" dur="2000" fill="hold"/>
                                        <p:tgtEl>
                                          <p:spTgt spid="21"/>
                                        </p:tgtEl>
                                        <p:attrNameLst>
                                          <p:attrName>ppt_x</p:attrName>
                                          <p:attrName>ppt_y</p:attrName>
                                        </p:attrNameLst>
                                      </p:cBhvr>
                                      <p:rCtr x="13294" y="0"/>
                                    </p:animMotion>
                                  </p:childTnLst>
                                </p:cTn>
                              </p:par>
                              <p:par>
                                <p:cTn id="26" presetID="22" presetClass="entr" presetSubtype="8"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2" nodeType="clickEffect">
                                  <p:stCondLst>
                                    <p:cond delay="0"/>
                                  </p:stCondLst>
                                  <p:childTnLst>
                                    <p:animMotion origin="layout" path="M 0.26602 4.81481E-6 L 0.26849 0.31018 " pathEditMode="relative" rAng="0" ptsTypes="AA">
                                      <p:cBhvr>
                                        <p:cTn id="32" dur="2000" fill="hold"/>
                                        <p:tgtEl>
                                          <p:spTgt spid="21"/>
                                        </p:tgtEl>
                                        <p:attrNameLst>
                                          <p:attrName>ppt_x</p:attrName>
                                          <p:attrName>ppt_y</p:attrName>
                                        </p:attrNameLst>
                                      </p:cBhvr>
                                      <p:rCtr x="117" y="15509"/>
                                    </p:animMotion>
                                  </p:childTnLst>
                                </p:cTn>
                              </p:par>
                            </p:childTnLst>
                          </p:cTn>
                        </p:par>
                        <p:par>
                          <p:cTn id="33" fill="hold">
                            <p:stCondLst>
                              <p:cond delay="2000"/>
                            </p:stCondLst>
                            <p:childTnLst>
                              <p:par>
                                <p:cTn id="34" presetID="1" presetClass="exit" presetSubtype="0" fill="hold" grpId="3" nodeType="afterEffect">
                                  <p:stCondLst>
                                    <p:cond delay="0"/>
                                  </p:stCondLst>
                                  <p:childTnLst>
                                    <p:set>
                                      <p:cBhvr>
                                        <p:cTn id="35" dur="1" fill="hold">
                                          <p:stCondLst>
                                            <p:cond delay="0"/>
                                          </p:stCondLst>
                                        </p:cTn>
                                        <p:tgtEl>
                                          <p:spTgt spid="21"/>
                                        </p:tgtEl>
                                        <p:attrNameLst>
                                          <p:attrName>style.visibility</p:attrName>
                                        </p:attrNameLst>
                                      </p:cBhvr>
                                      <p:to>
                                        <p:strVal val="hidden"/>
                                      </p:to>
                                    </p:set>
                                  </p:childTnLst>
                                </p:cTn>
                              </p:par>
                              <p:par>
                                <p:cTn id="36" presetID="1"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56" presetClass="path" presetSubtype="0" accel="50000" decel="50000" fill="hold" grpId="1" nodeType="clickEffect">
                                  <p:stCondLst>
                                    <p:cond delay="0"/>
                                  </p:stCondLst>
                                  <p:childTnLst>
                                    <p:animMotion origin="layout" path="M -3.75E-6 -4.81481E-6 L 0.38855 -0.31203 " pathEditMode="relative" rAng="0" ptsTypes="AA">
                                      <p:cBhvr>
                                        <p:cTn id="43" dur="2000" fill="hold"/>
                                        <p:tgtEl>
                                          <p:spTgt spid="38"/>
                                        </p:tgtEl>
                                        <p:attrNameLst>
                                          <p:attrName>ppt_x</p:attrName>
                                          <p:attrName>ppt_y</p:attrName>
                                        </p:attrNameLst>
                                      </p:cBhvr>
                                      <p:rCtr x="19427" y="-15602"/>
                                    </p:animMotion>
                                  </p:childTnLst>
                                </p:cTn>
                              </p:par>
                              <p:par>
                                <p:cTn id="44" presetID="22" presetClass="entr" presetSubtype="8"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childTnLst>
                          </p:cTn>
                        </p:par>
                        <p:par>
                          <p:cTn id="47" fill="hold">
                            <p:stCondLst>
                              <p:cond delay="2000"/>
                            </p:stCondLst>
                            <p:childTnLst>
                              <p:par>
                                <p:cTn id="48" presetID="1" presetClass="exit" presetSubtype="0" fill="hold" grpId="2" nodeType="afterEffect">
                                  <p:stCondLst>
                                    <p:cond delay="0"/>
                                  </p:stCondLst>
                                  <p:childTnLst>
                                    <p:set>
                                      <p:cBhvr>
                                        <p:cTn id="49" dur="1" fill="hold">
                                          <p:stCondLst>
                                            <p:cond delay="0"/>
                                          </p:stCondLst>
                                        </p:cTn>
                                        <p:tgtEl>
                                          <p:spTgt spid="38"/>
                                        </p:tgtEl>
                                        <p:attrNameLst>
                                          <p:attrName>style.visibility</p:attrName>
                                        </p:attrNameLst>
                                      </p:cBhvr>
                                      <p:to>
                                        <p:strVal val="hidden"/>
                                      </p:to>
                                    </p:set>
                                  </p:childTnLst>
                                </p:cTn>
                              </p:par>
                              <p:par>
                                <p:cTn id="50" presetID="1" presetClass="entr" presetSubtype="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1000"/>
                                        <p:tgtEl>
                                          <p:spTgt spid="27"/>
                                        </p:tgtEl>
                                      </p:cBhvr>
                                    </p:animEffect>
                                    <p:anim calcmode="lin" valueType="num">
                                      <p:cBhvr>
                                        <p:cTn id="57" dur="1000" fill="hold"/>
                                        <p:tgtEl>
                                          <p:spTgt spid="27"/>
                                        </p:tgtEl>
                                        <p:attrNameLst>
                                          <p:attrName>ppt_x</p:attrName>
                                        </p:attrNameLst>
                                      </p:cBhvr>
                                      <p:tavLst>
                                        <p:tav tm="0">
                                          <p:val>
                                            <p:strVal val="#ppt_x"/>
                                          </p:val>
                                        </p:tav>
                                        <p:tav tm="100000">
                                          <p:val>
                                            <p:strVal val="#ppt_x"/>
                                          </p:val>
                                        </p:tav>
                                      </p:tavLst>
                                    </p:anim>
                                    <p:anim calcmode="lin" valueType="num">
                                      <p:cBhvr>
                                        <p:cTn id="5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5" presetClass="path" presetSubtype="0" accel="50000" decel="50000" fill="hold" grpId="1" nodeType="clickEffect">
                                  <p:stCondLst>
                                    <p:cond delay="0"/>
                                  </p:stCondLst>
                                  <p:childTnLst>
                                    <p:animMotion origin="layout" path="M -3.33333E-6 7.40741E-7 L -0.39427 7.40741E-7 " pathEditMode="relative" rAng="0" ptsTypes="AA">
                                      <p:cBhvr>
                                        <p:cTn id="62" dur="2000" fill="hold"/>
                                        <p:tgtEl>
                                          <p:spTgt spid="27"/>
                                        </p:tgtEl>
                                        <p:attrNameLst>
                                          <p:attrName>ppt_x</p:attrName>
                                          <p:attrName>ppt_y</p:attrName>
                                        </p:attrNameLst>
                                      </p:cBhvr>
                                      <p:rCtr x="-19714" y="0"/>
                                    </p:animMotion>
                                  </p:childTnLst>
                                </p:cTn>
                              </p:par>
                              <p:par>
                                <p:cTn id="63" presetID="22" presetClass="entr" presetSubtype="2"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wipe(right)">
                                      <p:cBhvr>
                                        <p:cTn id="65" dur="500"/>
                                        <p:tgtEl>
                                          <p:spTgt spid="28"/>
                                        </p:tgtEl>
                                      </p:cBhvr>
                                    </p:animEffect>
                                  </p:childTnLst>
                                </p:cTn>
                              </p:par>
                            </p:childTnLst>
                          </p:cTn>
                        </p:par>
                        <p:par>
                          <p:cTn id="66" fill="hold">
                            <p:stCondLst>
                              <p:cond delay="2000"/>
                            </p:stCondLst>
                            <p:childTnLst>
                              <p:par>
                                <p:cTn id="67" presetID="1" presetClass="exit" presetSubtype="0" fill="hold" grpId="2" nodeType="afterEffect">
                                  <p:stCondLst>
                                    <p:cond delay="0"/>
                                  </p:stCondLst>
                                  <p:childTnLst>
                                    <p:set>
                                      <p:cBhvr>
                                        <p:cTn id="68" dur="1" fill="hold">
                                          <p:stCondLst>
                                            <p:cond delay="0"/>
                                          </p:stCondLst>
                                        </p:cTn>
                                        <p:tgtEl>
                                          <p:spTgt spid="27"/>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500"/>
                                        <p:tgtEl>
                                          <p:spTgt spid="39"/>
                                        </p:tgtEl>
                                      </p:cBhvr>
                                    </p:animEffect>
                                    <p:set>
                                      <p:cBhvr>
                                        <p:cTn id="71" dur="1" fill="hold">
                                          <p:stCondLst>
                                            <p:cond delay="499"/>
                                          </p:stCondLst>
                                        </p:cTn>
                                        <p:tgtEl>
                                          <p:spTgt spid="39"/>
                                        </p:tgtEl>
                                        <p:attrNameLst>
                                          <p:attrName>style.visibility</p:attrName>
                                        </p:attrNameLst>
                                      </p:cBhvr>
                                      <p:to>
                                        <p:strVal val="hidden"/>
                                      </p:to>
                                    </p:set>
                                  </p:childTnLst>
                                </p:cTn>
                              </p:par>
                              <p:par>
                                <p:cTn id="72" presetID="1" presetClass="entr" presetSubtype="0" fill="hold" grpId="0" nodeType="withEffect">
                                  <p:stCondLst>
                                    <p:cond delay="0"/>
                                  </p:stCondLst>
                                  <p:childTnLst>
                                    <p:set>
                                      <p:cBhvr>
                                        <p:cTn id="73" dur="1" fill="hold">
                                          <p:stCondLst>
                                            <p:cond delay="0"/>
                                          </p:stCondLst>
                                        </p:cTn>
                                        <p:tgtEl>
                                          <p:spTgt spid="4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42" presetClass="path" presetSubtype="0" accel="50000" decel="50000" fill="hold" grpId="1" nodeType="clickEffect">
                                  <p:stCondLst>
                                    <p:cond delay="0"/>
                                  </p:stCondLst>
                                  <p:childTnLst>
                                    <p:animMotion origin="layout" path="M 0 0 L 0 0.25 E" pathEditMode="relative" ptsTypes="">
                                      <p:cBhvr>
                                        <p:cTn id="79" dur="2000" fill="hold"/>
                                        <p:tgtEl>
                                          <p:spTgt spid="42"/>
                                        </p:tgtEl>
                                        <p:attrNameLst>
                                          <p:attrName>ppt_x</p:attrName>
                                          <p:attrName>ppt_y</p:attrName>
                                        </p:attrNameLst>
                                      </p:cBhvr>
                                    </p:animMotion>
                                  </p:childTnLst>
                                </p:cTn>
                              </p:par>
                            </p:childTnLst>
                          </p:cTn>
                        </p:par>
                        <p:par>
                          <p:cTn id="80" fill="hold">
                            <p:stCondLst>
                              <p:cond delay="2000"/>
                            </p:stCondLst>
                            <p:childTnLst>
                              <p:par>
                                <p:cTn id="81" presetID="1" presetClass="exit" presetSubtype="0" fill="hold" grpId="2" nodeType="afterEffect">
                                  <p:stCondLst>
                                    <p:cond delay="0"/>
                                  </p:stCondLst>
                                  <p:childTnLst>
                                    <p:set>
                                      <p:cBhvr>
                                        <p:cTn id="82" dur="1" fill="hold">
                                          <p:stCondLst>
                                            <p:cond delay="0"/>
                                          </p:stCondLst>
                                        </p:cTn>
                                        <p:tgtEl>
                                          <p:spTgt spid="42"/>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35" presetClass="path" presetSubtype="0" accel="50000" decel="50000" fill="hold" grpId="1" nodeType="clickEffect">
                                  <p:stCondLst>
                                    <p:cond delay="0"/>
                                  </p:stCondLst>
                                  <p:childTnLst>
                                    <p:animMotion origin="layout" path="M 4.58333E-6 0 L -0.32214 0 " pathEditMode="relative" rAng="0" ptsTypes="AA">
                                      <p:cBhvr>
                                        <p:cTn id="88" dur="2000" fill="hold"/>
                                        <p:tgtEl>
                                          <p:spTgt spid="41"/>
                                        </p:tgtEl>
                                        <p:attrNameLst>
                                          <p:attrName>ppt_x</p:attrName>
                                          <p:attrName>ppt_y</p:attrName>
                                        </p:attrNameLst>
                                      </p:cBhvr>
                                      <p:rCtr x="-16107" y="0"/>
                                    </p:animMotion>
                                  </p:childTnLst>
                                </p:cTn>
                              </p:par>
                              <p:par>
                                <p:cTn id="89" presetID="22" presetClass="entr" presetSubtype="2" fill="hold"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wipe(right)">
                                      <p:cBhvr>
                                        <p:cTn id="91" dur="500"/>
                                        <p:tgtEl>
                                          <p:spTgt spid="32"/>
                                        </p:tgtEl>
                                      </p:cBhvr>
                                    </p:animEffect>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1000"/>
                                        <p:tgtEl>
                                          <p:spTgt spid="33"/>
                                        </p:tgtEl>
                                      </p:cBhvr>
                                    </p:animEffect>
                                    <p:anim calcmode="lin" valueType="num">
                                      <p:cBhvr>
                                        <p:cTn id="97" dur="1000" fill="hold"/>
                                        <p:tgtEl>
                                          <p:spTgt spid="33"/>
                                        </p:tgtEl>
                                        <p:attrNameLst>
                                          <p:attrName>ppt_x</p:attrName>
                                        </p:attrNameLst>
                                      </p:cBhvr>
                                      <p:tavLst>
                                        <p:tav tm="0">
                                          <p:val>
                                            <p:strVal val="#ppt_x"/>
                                          </p:val>
                                        </p:tav>
                                        <p:tav tm="100000">
                                          <p:val>
                                            <p:strVal val="#ppt_x"/>
                                          </p:val>
                                        </p:tav>
                                      </p:tavLst>
                                    </p:anim>
                                    <p:anim calcmode="lin" valueType="num">
                                      <p:cBhvr>
                                        <p:cTn id="98" dur="1000" fill="hold"/>
                                        <p:tgtEl>
                                          <p:spTgt spid="33"/>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1000"/>
                                        <p:tgtEl>
                                          <p:spTgt spid="35"/>
                                        </p:tgtEl>
                                      </p:cBhvr>
                                    </p:animEffect>
                                    <p:anim calcmode="lin" valueType="num">
                                      <p:cBhvr>
                                        <p:cTn id="102" dur="1000" fill="hold"/>
                                        <p:tgtEl>
                                          <p:spTgt spid="35"/>
                                        </p:tgtEl>
                                        <p:attrNameLst>
                                          <p:attrName>ppt_x</p:attrName>
                                        </p:attrNameLst>
                                      </p:cBhvr>
                                      <p:tavLst>
                                        <p:tav tm="0">
                                          <p:val>
                                            <p:strVal val="#ppt_x"/>
                                          </p:val>
                                        </p:tav>
                                        <p:tav tm="100000">
                                          <p:val>
                                            <p:strVal val="#ppt_x"/>
                                          </p:val>
                                        </p:tav>
                                      </p:tavLst>
                                    </p:anim>
                                    <p:anim calcmode="lin" valueType="num">
                                      <p:cBhvr>
                                        <p:cTn id="103"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63" presetClass="path" presetSubtype="0" accel="50000" decel="50000" fill="hold" grpId="1" nodeType="clickEffect">
                                  <p:stCondLst>
                                    <p:cond delay="0"/>
                                  </p:stCondLst>
                                  <p:childTnLst>
                                    <p:animMotion origin="layout" path="M -3.125E-6 -3.33333E-6 L 0.22644 -3.33333E-6 " pathEditMode="relative" rAng="0" ptsTypes="AA">
                                      <p:cBhvr>
                                        <p:cTn id="107" dur="2000" fill="hold"/>
                                        <p:tgtEl>
                                          <p:spTgt spid="35"/>
                                        </p:tgtEl>
                                        <p:attrNameLst>
                                          <p:attrName>ppt_x</p:attrName>
                                          <p:attrName>ppt_y</p:attrName>
                                        </p:attrNameLst>
                                      </p:cBhvr>
                                      <p:rCtr x="11315" y="0"/>
                                    </p:animMotion>
                                  </p:childTnLst>
                                </p:cTn>
                              </p:par>
                              <p:par>
                                <p:cTn id="108" presetID="22" presetClass="entr" presetSubtype="8" fill="hold" nodeType="withEffect">
                                  <p:stCondLst>
                                    <p:cond delay="0"/>
                                  </p:stCondLst>
                                  <p:childTnLst>
                                    <p:set>
                                      <p:cBhvr>
                                        <p:cTn id="109" dur="1" fill="hold">
                                          <p:stCondLst>
                                            <p:cond delay="0"/>
                                          </p:stCondLst>
                                        </p:cTn>
                                        <p:tgtEl>
                                          <p:spTgt spid="34"/>
                                        </p:tgtEl>
                                        <p:attrNameLst>
                                          <p:attrName>style.visibility</p:attrName>
                                        </p:attrNameLst>
                                      </p:cBhvr>
                                      <p:to>
                                        <p:strVal val="visible"/>
                                      </p:to>
                                    </p:set>
                                    <p:animEffect transition="in" filter="wipe(left)">
                                      <p:cBhvr>
                                        <p:cTn id="110" dur="500"/>
                                        <p:tgtEl>
                                          <p:spTgt spid="34"/>
                                        </p:tgtEl>
                                      </p:cBhvr>
                                    </p:animEffect>
                                  </p:childTnLst>
                                </p:cTn>
                              </p:par>
                            </p:childTnLst>
                          </p:cTn>
                        </p:par>
                      </p:childTnLst>
                    </p:cTn>
                  </p:par>
                  <p:par>
                    <p:cTn id="111" fill="hold">
                      <p:stCondLst>
                        <p:cond delay="indefinite"/>
                      </p:stCondLst>
                      <p:childTnLst>
                        <p:par>
                          <p:cTn id="112" fill="hold">
                            <p:stCondLst>
                              <p:cond delay="0"/>
                            </p:stCondLst>
                            <p:childTnLst>
                              <p:par>
                                <p:cTn id="113" presetID="42" presetClass="path" presetSubtype="0" accel="50000" decel="50000" fill="hold" grpId="2" nodeType="clickEffect">
                                  <p:stCondLst>
                                    <p:cond delay="0"/>
                                  </p:stCondLst>
                                  <p:childTnLst>
                                    <p:animMotion origin="layout" path="M 0.22644 -3.33333E-6 L 0.22539 0.20973 " pathEditMode="relative" rAng="0" ptsTypes="AA">
                                      <p:cBhvr>
                                        <p:cTn id="114" dur="2000" fill="hold"/>
                                        <p:tgtEl>
                                          <p:spTgt spid="35"/>
                                        </p:tgtEl>
                                        <p:attrNameLst>
                                          <p:attrName>ppt_x</p:attrName>
                                          <p:attrName>ppt_y</p:attrName>
                                        </p:attrNameLst>
                                      </p:cBhvr>
                                      <p:rCtr x="-52" y="10486"/>
                                    </p:animMotion>
                                  </p:childTnLst>
                                </p:cTn>
                              </p:par>
                            </p:childTnLst>
                          </p:cTn>
                        </p:par>
                        <p:par>
                          <p:cTn id="115" fill="hold">
                            <p:stCondLst>
                              <p:cond delay="2000"/>
                            </p:stCondLst>
                            <p:childTnLst>
                              <p:par>
                                <p:cTn id="116" presetID="1" presetClass="exit" presetSubtype="0" fill="hold" grpId="3" nodeType="afterEffect">
                                  <p:stCondLst>
                                    <p:cond delay="0"/>
                                  </p:stCondLst>
                                  <p:childTnLst>
                                    <p:set>
                                      <p:cBhvr>
                                        <p:cTn id="117" dur="1" fill="hold">
                                          <p:stCondLst>
                                            <p:cond delay="0"/>
                                          </p:stCondLst>
                                        </p:cTn>
                                        <p:tgtEl>
                                          <p:spTgt spid="35"/>
                                        </p:tgtEl>
                                        <p:attrNameLst>
                                          <p:attrName>style.visibility</p:attrName>
                                        </p:attrNameLst>
                                      </p:cBhvr>
                                      <p:to>
                                        <p:strVal val="hidden"/>
                                      </p:to>
                                    </p:set>
                                  </p:childTnLst>
                                </p:cTn>
                              </p:par>
                              <p:par>
                                <p:cTn id="118" presetID="1" presetClass="entr" presetSubtype="0"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childTnLst>
                                </p:cTn>
                              </p:par>
                              <p:par>
                                <p:cTn id="120" presetID="1" presetClass="entr" presetSubtype="0" fill="hold" grpId="1" nodeType="withEffect">
                                  <p:stCondLst>
                                    <p:cond delay="0"/>
                                  </p:stCondLst>
                                  <p:childTnLst>
                                    <p:set>
                                      <p:cBhvr>
                                        <p:cTn id="121" dur="1" fill="hold">
                                          <p:stCondLst>
                                            <p:cond delay="0"/>
                                          </p:stCondLst>
                                        </p:cTn>
                                        <p:tgtEl>
                                          <p:spTgt spid="44"/>
                                        </p:tgtEl>
                                        <p:attrNameLst>
                                          <p:attrName>style.visibility</p:attrName>
                                        </p:attrNameLst>
                                      </p:cBhvr>
                                      <p:to>
                                        <p:strVal val="visible"/>
                                      </p:to>
                                    </p:set>
                                  </p:childTnLst>
                                </p:cTn>
                              </p:par>
                              <p:par>
                                <p:cTn id="122" presetID="1" presetClass="entr" presetSubtype="0" fill="hold" grpId="1" nodeType="withEffect">
                                  <p:stCondLst>
                                    <p:cond delay="0"/>
                                  </p:stCondLst>
                                  <p:childTnLst>
                                    <p:set>
                                      <p:cBhvr>
                                        <p:cTn id="123" dur="1" fill="hold">
                                          <p:stCondLst>
                                            <p:cond delay="0"/>
                                          </p:stCondLst>
                                        </p:cTn>
                                        <p:tgtEl>
                                          <p:spTgt spid="45"/>
                                        </p:tgtEl>
                                        <p:attrNameLst>
                                          <p:attrName>style.visibility</p:attrName>
                                        </p:attrNameLst>
                                      </p:cBhvr>
                                      <p:to>
                                        <p:strVal val="visible"/>
                                      </p:to>
                                    </p:set>
                                  </p:childTnLst>
                                </p:cTn>
                              </p:par>
                              <p:par>
                                <p:cTn id="124" presetID="1" presetClass="entr" presetSubtype="0" fill="hold" grpId="1" nodeType="withEffect">
                                  <p:stCondLst>
                                    <p:cond delay="0"/>
                                  </p:stCondLst>
                                  <p:childTnLst>
                                    <p:set>
                                      <p:cBhvr>
                                        <p:cTn id="125" dur="1" fill="hold">
                                          <p:stCondLst>
                                            <p:cond delay="0"/>
                                          </p:stCondLst>
                                        </p:cTn>
                                        <p:tgtEl>
                                          <p:spTgt spid="4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63" presetClass="path" presetSubtype="0" accel="50000" decel="50000" fill="hold" grpId="0" nodeType="clickEffect">
                                  <p:stCondLst>
                                    <p:cond delay="0"/>
                                  </p:stCondLst>
                                  <p:childTnLst>
                                    <p:animMotion origin="layout" path="M -3.75E-6 -4.81481E-6 L 0.40625 -0.16689 " pathEditMode="relative" rAng="0" ptsTypes="AA">
                                      <p:cBhvr>
                                        <p:cTn id="129" dur="2000" fill="hold"/>
                                        <p:tgtEl>
                                          <p:spTgt spid="44"/>
                                        </p:tgtEl>
                                        <p:attrNameLst>
                                          <p:attrName>ppt_x</p:attrName>
                                          <p:attrName>ppt_y</p:attrName>
                                        </p:attrNameLst>
                                      </p:cBhvr>
                                      <p:rCtr x="20313" y="-8356"/>
                                    </p:animMotion>
                                  </p:childTnLst>
                                </p:cTn>
                              </p:par>
                              <p:par>
                                <p:cTn id="130" presetID="63" presetClass="path" presetSubtype="0" accel="50000" decel="50000" fill="hold" grpId="0" nodeType="withEffect">
                                  <p:stCondLst>
                                    <p:cond delay="0"/>
                                  </p:stCondLst>
                                  <p:childTnLst>
                                    <p:animMotion origin="layout" path="M -3.75E-6 1.11022E-16 L 0.40704 -0.16366 " pathEditMode="relative" rAng="0" ptsTypes="AA">
                                      <p:cBhvr>
                                        <p:cTn id="131" dur="2000" fill="hold"/>
                                        <p:tgtEl>
                                          <p:spTgt spid="45"/>
                                        </p:tgtEl>
                                        <p:attrNameLst>
                                          <p:attrName>ppt_x</p:attrName>
                                          <p:attrName>ppt_y</p:attrName>
                                        </p:attrNameLst>
                                      </p:cBhvr>
                                      <p:rCtr x="20352" y="-8194"/>
                                    </p:animMotion>
                                  </p:childTnLst>
                                </p:cTn>
                              </p:par>
                              <p:par>
                                <p:cTn id="132" presetID="63" presetClass="path" presetSubtype="0" accel="50000" decel="50000" fill="hold" grpId="0" nodeType="withEffect">
                                  <p:stCondLst>
                                    <p:cond delay="0"/>
                                  </p:stCondLst>
                                  <p:childTnLst>
                                    <p:animMotion origin="layout" path="M -3.75E-6 3.7037E-7 L 0.4086 -0.16528 " pathEditMode="relative" rAng="0" ptsTypes="AA">
                                      <p:cBhvr>
                                        <p:cTn id="133" dur="2000" fill="hold"/>
                                        <p:tgtEl>
                                          <p:spTgt spid="46"/>
                                        </p:tgtEl>
                                        <p:attrNameLst>
                                          <p:attrName>ppt_x</p:attrName>
                                          <p:attrName>ppt_y</p:attrName>
                                        </p:attrNameLst>
                                      </p:cBhvr>
                                      <p:rCtr x="20430" y="-8264"/>
                                    </p:animMotion>
                                  </p:childTnLst>
                                </p:cTn>
                              </p:par>
                              <p:par>
                                <p:cTn id="134" presetID="22" presetClass="entr" presetSubtype="8" fill="hold" nodeType="with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wipe(left)">
                                      <p:cBhvr>
                                        <p:cTn id="136" dur="500"/>
                                        <p:tgtEl>
                                          <p:spTgt spid="48"/>
                                        </p:tgtEl>
                                      </p:cBhvr>
                                    </p:animEffect>
                                  </p:childTnLst>
                                </p:cTn>
                              </p:par>
                            </p:childTnLst>
                          </p:cTn>
                        </p:par>
                        <p:par>
                          <p:cTn id="137" fill="hold">
                            <p:stCondLst>
                              <p:cond delay="2000"/>
                            </p:stCondLst>
                            <p:childTnLst>
                              <p:par>
                                <p:cTn id="138" presetID="1" presetClass="exit" presetSubtype="0" fill="hold" grpId="2" nodeType="afterEffect">
                                  <p:stCondLst>
                                    <p:cond delay="0"/>
                                  </p:stCondLst>
                                  <p:childTnLst>
                                    <p:set>
                                      <p:cBhvr>
                                        <p:cTn id="139" dur="1" fill="hold">
                                          <p:stCondLst>
                                            <p:cond delay="0"/>
                                          </p:stCondLst>
                                        </p:cTn>
                                        <p:tgtEl>
                                          <p:spTgt spid="44"/>
                                        </p:tgtEl>
                                        <p:attrNameLst>
                                          <p:attrName>style.visibility</p:attrName>
                                        </p:attrNameLst>
                                      </p:cBhvr>
                                      <p:to>
                                        <p:strVal val="hidden"/>
                                      </p:to>
                                    </p:set>
                                  </p:childTnLst>
                                </p:cTn>
                              </p:par>
                            </p:childTnLst>
                          </p:cTn>
                        </p:par>
                        <p:par>
                          <p:cTn id="140" fill="hold">
                            <p:stCondLst>
                              <p:cond delay="2000"/>
                            </p:stCondLst>
                            <p:childTnLst>
                              <p:par>
                                <p:cTn id="141" presetID="1" presetClass="exit" presetSubtype="0" fill="hold" grpId="2" nodeType="afterEffect">
                                  <p:stCondLst>
                                    <p:cond delay="0"/>
                                  </p:stCondLst>
                                  <p:childTnLst>
                                    <p:set>
                                      <p:cBhvr>
                                        <p:cTn id="142" dur="1" fill="hold">
                                          <p:stCondLst>
                                            <p:cond delay="0"/>
                                          </p:stCondLst>
                                        </p:cTn>
                                        <p:tgtEl>
                                          <p:spTgt spid="45"/>
                                        </p:tgtEl>
                                        <p:attrNameLst>
                                          <p:attrName>style.visibility</p:attrName>
                                        </p:attrNameLst>
                                      </p:cBhvr>
                                      <p:to>
                                        <p:strVal val="hidden"/>
                                      </p:to>
                                    </p:set>
                                  </p:childTnLst>
                                </p:cTn>
                              </p:par>
                            </p:childTnLst>
                          </p:cTn>
                        </p:par>
                        <p:par>
                          <p:cTn id="143" fill="hold">
                            <p:stCondLst>
                              <p:cond delay="2000"/>
                            </p:stCondLst>
                            <p:childTnLst>
                              <p:par>
                                <p:cTn id="144" presetID="1" presetClass="exit" presetSubtype="0" fill="hold" grpId="2" nodeType="afterEffect">
                                  <p:stCondLst>
                                    <p:cond delay="0"/>
                                  </p:stCondLst>
                                  <p:childTnLst>
                                    <p:set>
                                      <p:cBhvr>
                                        <p:cTn id="145" dur="1" fill="hold">
                                          <p:stCondLst>
                                            <p:cond delay="0"/>
                                          </p:stCondLst>
                                        </p:cTn>
                                        <p:tgtEl>
                                          <p:spTgt spid="46"/>
                                        </p:tgtEl>
                                        <p:attrNameLst>
                                          <p:attrName>style.visibility</p:attrName>
                                        </p:attrNameLst>
                                      </p:cBhvr>
                                      <p:to>
                                        <p:strVal val="hidden"/>
                                      </p:to>
                                    </p:set>
                                  </p:childTnLst>
                                </p:cTn>
                              </p:par>
                              <p:par>
                                <p:cTn id="146" presetID="1" presetClass="entr" presetSubtype="0" fill="hold" grpId="0" nodeType="withEffect">
                                  <p:stCondLst>
                                    <p:cond delay="0"/>
                                  </p:stCondLst>
                                  <p:childTnLst>
                                    <p:set>
                                      <p:cBhvr>
                                        <p:cTn id="147" dur="1" fill="hold">
                                          <p:stCondLst>
                                            <p:cond delay="0"/>
                                          </p:stCondLst>
                                        </p:cTn>
                                        <p:tgtEl>
                                          <p:spTgt spid="56"/>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57"/>
                                        </p:tgtEl>
                                        <p:attrNameLst>
                                          <p:attrName>style.visibility</p:attrName>
                                        </p:attrNameLst>
                                      </p:cBhvr>
                                      <p:to>
                                        <p:strVal val="visible"/>
                                      </p:to>
                                    </p:set>
                                  </p:childTnLst>
                                </p:cTn>
                              </p:par>
                              <p:par>
                                <p:cTn id="150" presetID="1"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1" grpId="1"/>
      <p:bldP spid="21" grpId="2"/>
      <p:bldP spid="21" grpId="3"/>
      <p:bldP spid="23" grpId="0"/>
      <p:bldP spid="27" grpId="0"/>
      <p:bldP spid="27" grpId="1"/>
      <p:bldP spid="27" grpId="2"/>
      <p:bldP spid="30" grpId="0"/>
      <p:bldP spid="33" grpId="0"/>
      <p:bldP spid="35" grpId="0"/>
      <p:bldP spid="35" grpId="1"/>
      <p:bldP spid="35" grpId="2"/>
      <p:bldP spid="35" grpId="3"/>
      <p:bldP spid="37" grpId="0"/>
      <p:bldP spid="38" grpId="0"/>
      <p:bldP spid="38" grpId="1"/>
      <p:bldP spid="38" grpId="2"/>
      <p:bldP spid="39" grpId="0"/>
      <p:bldP spid="39" grpId="1"/>
      <p:bldP spid="41" grpId="0"/>
      <p:bldP spid="41" grpId="1"/>
      <p:bldP spid="42" grpId="0"/>
      <p:bldP spid="42" grpId="1"/>
      <p:bldP spid="42" grpId="2"/>
      <p:bldP spid="44" grpId="0"/>
      <p:bldP spid="44" grpId="1"/>
      <p:bldP spid="44" grpId="2"/>
      <p:bldP spid="45" grpId="0"/>
      <p:bldP spid="45" grpId="1"/>
      <p:bldP spid="45" grpId="2"/>
      <p:bldP spid="46" grpId="0"/>
      <p:bldP spid="46" grpId="1"/>
      <p:bldP spid="46" grpId="2"/>
      <p:bldP spid="56" grpId="0"/>
      <p:bldP spid="57" grpId="0"/>
      <p:bldP spid="5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会话记忆</a:t>
            </a:r>
          </a:p>
        </p:txBody>
      </p:sp>
      <p:sp>
        <p:nvSpPr>
          <p:cNvPr id="7" name="内容占位符 1">
            <a:extLst>
              <a:ext uri="{FF2B5EF4-FFF2-40B4-BE49-F238E27FC236}">
                <a16:creationId xmlns:a16="http://schemas.microsoft.com/office/drawing/2014/main" id="{78026C46-CA21-4FFC-9742-93D28D9E42C5}"/>
              </a:ext>
            </a:extLst>
          </p:cNvPr>
          <p:cNvSpPr txBox="1">
            <a:spLocks/>
          </p:cNvSpPr>
          <p:nvPr/>
        </p:nvSpPr>
        <p:spPr>
          <a:xfrm>
            <a:off x="698224" y="1032882"/>
            <a:ext cx="4359553" cy="11864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en-US" altLang="zh-CN" dirty="0">
                <a:solidFill>
                  <a:srgbClr val="2F2F2F"/>
                </a:solidFill>
              </a:rPr>
              <a:t>1.</a:t>
            </a:r>
            <a:r>
              <a:rPr lang="zh-CN" altLang="en-US" dirty="0">
                <a:solidFill>
                  <a:srgbClr val="2F2F2F"/>
                </a:solidFill>
              </a:rPr>
              <a:t>定义会话记忆对象</a:t>
            </a:r>
            <a:endParaRPr lang="en-US" altLang="zh-CN" dirty="0">
              <a:solidFill>
                <a:srgbClr val="2F2F2F"/>
              </a:solidFill>
            </a:endParaRPr>
          </a:p>
          <a:p>
            <a:pPr marL="0" indent="0">
              <a:lnSpc>
                <a:spcPct val="150000"/>
              </a:lnSpc>
              <a:buNone/>
              <a:defRPr/>
            </a:pPr>
            <a:r>
              <a:rPr lang="en-US" altLang="zh-CN" dirty="0">
                <a:solidFill>
                  <a:srgbClr val="2F2F2F"/>
                </a:solidFill>
              </a:rPr>
              <a:t>2.</a:t>
            </a:r>
            <a:r>
              <a:rPr lang="zh-CN" altLang="en-US" dirty="0">
                <a:solidFill>
                  <a:srgbClr val="2F2F2F"/>
                </a:solidFill>
              </a:rPr>
              <a:t>配置会话记忆对象</a:t>
            </a:r>
            <a:endParaRPr lang="en-US" altLang="zh-CN" dirty="0">
              <a:solidFill>
                <a:srgbClr val="2F2F2F"/>
              </a:solidFill>
            </a:endParaRPr>
          </a:p>
        </p:txBody>
      </p:sp>
      <p:grpSp>
        <p:nvGrpSpPr>
          <p:cNvPr id="46" name="组合 45">
            <a:extLst>
              <a:ext uri="{FF2B5EF4-FFF2-40B4-BE49-F238E27FC236}">
                <a16:creationId xmlns:a16="http://schemas.microsoft.com/office/drawing/2014/main" id="{88523821-87AC-4FED-A910-E0A9F02047F5}"/>
              </a:ext>
            </a:extLst>
          </p:cNvPr>
          <p:cNvGrpSpPr/>
          <p:nvPr/>
        </p:nvGrpSpPr>
        <p:grpSpPr>
          <a:xfrm>
            <a:off x="5408151" y="690188"/>
            <a:ext cx="6492407" cy="2472112"/>
            <a:chOff x="5408148" y="690188"/>
            <a:chExt cx="6492407" cy="2472112"/>
          </a:xfrm>
        </p:grpSpPr>
        <p:sp>
          <p:nvSpPr>
            <p:cNvPr id="9" name="矩形: 圆角 8">
              <a:extLst>
                <a:ext uri="{FF2B5EF4-FFF2-40B4-BE49-F238E27FC236}">
                  <a16:creationId xmlns:a16="http://schemas.microsoft.com/office/drawing/2014/main" id="{47B1B26E-2DA2-4E71-B439-0007D7C932D9}"/>
                </a:ext>
              </a:extLst>
            </p:cNvPr>
            <p:cNvSpPr/>
            <p:nvPr/>
          </p:nvSpPr>
          <p:spPr>
            <a:xfrm>
              <a:off x="5408148" y="690188"/>
              <a:ext cx="6492407" cy="2472112"/>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0" name="任意多边形: 形状 9">
              <a:extLst>
                <a:ext uri="{FF2B5EF4-FFF2-40B4-BE49-F238E27FC236}">
                  <a16:creationId xmlns:a16="http://schemas.microsoft.com/office/drawing/2014/main" id="{64115E1F-A5FE-410D-9194-53EA2E68B931}"/>
                </a:ext>
              </a:extLst>
            </p:cNvPr>
            <p:cNvSpPr/>
            <p:nvPr/>
          </p:nvSpPr>
          <p:spPr>
            <a:xfrm>
              <a:off x="5408148" y="711926"/>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1" name="组合 10">
              <a:extLst>
                <a:ext uri="{FF2B5EF4-FFF2-40B4-BE49-F238E27FC236}">
                  <a16:creationId xmlns:a16="http://schemas.microsoft.com/office/drawing/2014/main" id="{E64BE187-2901-48C6-8856-F3E44C9385FA}"/>
                </a:ext>
              </a:extLst>
            </p:cNvPr>
            <p:cNvGrpSpPr/>
            <p:nvPr/>
          </p:nvGrpSpPr>
          <p:grpSpPr>
            <a:xfrm>
              <a:off x="5573900" y="797396"/>
              <a:ext cx="771634" cy="133081"/>
              <a:chOff x="2016841" y="2587412"/>
              <a:chExt cx="730275" cy="133081"/>
            </a:xfrm>
          </p:grpSpPr>
          <p:sp>
            <p:nvSpPr>
              <p:cNvPr id="14" name="椭圆 13">
                <a:extLst>
                  <a:ext uri="{FF2B5EF4-FFF2-40B4-BE49-F238E27FC236}">
                    <a16:creationId xmlns:a16="http://schemas.microsoft.com/office/drawing/2014/main" id="{D747EFF7-3A0E-43A9-9F84-F00684BD9842}"/>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5" name="椭圆 14">
                <a:extLst>
                  <a:ext uri="{FF2B5EF4-FFF2-40B4-BE49-F238E27FC236}">
                    <a16:creationId xmlns:a16="http://schemas.microsoft.com/office/drawing/2014/main" id="{30DBB94B-4DA0-4843-AD71-79372863A4F7}"/>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6" name="椭圆 15">
                <a:extLst>
                  <a:ext uri="{FF2B5EF4-FFF2-40B4-BE49-F238E27FC236}">
                    <a16:creationId xmlns:a16="http://schemas.microsoft.com/office/drawing/2014/main" id="{6E25F0AB-EF70-4D76-ADE1-35FC2B6BD35A}"/>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6" name="Rectangle 2">
              <a:extLst>
                <a:ext uri="{FF2B5EF4-FFF2-40B4-BE49-F238E27FC236}">
                  <a16:creationId xmlns:a16="http://schemas.microsoft.com/office/drawing/2014/main" id="{77878146-B207-40AF-AEC9-755D4F624275}"/>
                </a:ext>
              </a:extLst>
            </p:cNvPr>
            <p:cNvSpPr>
              <a:spLocks noChangeArrowheads="1"/>
            </p:cNvSpPr>
            <p:nvPr/>
          </p:nvSpPr>
          <p:spPr bwMode="auto">
            <a:xfrm>
              <a:off x="5573900" y="1094425"/>
              <a:ext cx="4562475" cy="189282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ChatMemory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Object </a:t>
              </a:r>
              <a:r>
                <a:rPr lang="zh-CN" altLang="zh-CN" sz="1300" dirty="0">
                  <a:solidFill>
                    <a:srgbClr val="00627A"/>
                  </a:solidFill>
                  <a:latin typeface="Arial Unicode MS"/>
                  <a:ea typeface="JetBrains Mono"/>
                </a:rPr>
                <a:t>id</a:t>
              </a:r>
              <a:r>
                <a:rPr lang="zh-CN" altLang="zh-CN" sz="1300" dirty="0">
                  <a:solidFill>
                    <a:srgbClr val="080808"/>
                  </a:solidFill>
                  <a:latin typeface="Arial Unicode MS"/>
                  <a:ea typeface="JetBrains Mono"/>
                </a:rPr>
                <a:t>();</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记忆存储对象的唯一标识</a:t>
              </a:r>
              <a:br>
                <a:rPr lang="zh-CN" altLang="zh-CN" sz="1300" i="1" dirty="0">
                  <a:solidFill>
                    <a:srgbClr val="686671"/>
                  </a:solidFill>
                  <a:latin typeface="宋体" panose="02010600030101010101" pitchFamily="2" charset="-122"/>
                  <a:ea typeface="宋体" panose="02010600030101010101" pitchFamily="2" charset="-122"/>
                </a:rPr>
              </a:b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33B3"/>
                  </a:solidFill>
                  <a:latin typeface="Arial Unicode MS"/>
                  <a:ea typeface="JetBrains Mono"/>
                </a:rPr>
                <a:t>void </a:t>
              </a:r>
              <a:r>
                <a:rPr lang="zh-CN" altLang="zh-CN" sz="1300" dirty="0">
                  <a:solidFill>
                    <a:srgbClr val="00627A"/>
                  </a:solidFill>
                  <a:latin typeface="Arial Unicode MS"/>
                  <a:ea typeface="JetBrains Mono"/>
                </a:rPr>
                <a:t>add</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ChatMessage var1</a:t>
              </a:r>
              <a:r>
                <a:rPr lang="zh-CN" altLang="zh-CN" sz="1300" dirty="0">
                  <a:solidFill>
                    <a:srgbClr val="080808"/>
                  </a:solidFill>
                  <a:latin typeface="Arial Unicode MS"/>
                  <a:ea typeface="JetBrains Mono"/>
                </a:rPr>
                <a:t>);</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添加一条会话记忆</a:t>
              </a:r>
              <a:br>
                <a:rPr lang="zh-CN" altLang="zh-CN" sz="1300" i="1" dirty="0">
                  <a:solidFill>
                    <a:srgbClr val="686671"/>
                  </a:solidFill>
                  <a:latin typeface="宋体" panose="02010600030101010101" pitchFamily="2" charset="-122"/>
                  <a:ea typeface="宋体" panose="02010600030101010101" pitchFamily="2" charset="-122"/>
                </a:rPr>
              </a:b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messages</a:t>
              </a:r>
              <a:r>
                <a:rPr lang="zh-CN" altLang="zh-CN" sz="1300" dirty="0">
                  <a:solidFill>
                    <a:srgbClr val="080808"/>
                  </a:solidFill>
                  <a:latin typeface="Arial Unicode MS"/>
                  <a:ea typeface="JetBrains Mono"/>
                </a:rPr>
                <a:t>();</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获取所有会话记忆</a:t>
              </a:r>
              <a:br>
                <a:rPr lang="zh-CN" altLang="zh-CN" sz="1300" i="1" dirty="0">
                  <a:solidFill>
                    <a:srgbClr val="686671"/>
                  </a:solidFill>
                  <a:latin typeface="宋体" panose="02010600030101010101" pitchFamily="2" charset="-122"/>
                  <a:ea typeface="宋体" panose="02010600030101010101" pitchFamily="2" charset="-122"/>
                </a:rPr>
              </a:b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33B3"/>
                  </a:solidFill>
                  <a:latin typeface="Arial Unicode MS"/>
                  <a:ea typeface="JetBrains Mono"/>
                </a:rPr>
                <a:t>void </a:t>
              </a:r>
              <a:r>
                <a:rPr lang="zh-CN" altLang="zh-CN" sz="1300" dirty="0">
                  <a:solidFill>
                    <a:srgbClr val="00627A"/>
                  </a:solidFill>
                  <a:latin typeface="Arial Unicode MS"/>
                  <a:ea typeface="JetBrains Mono"/>
                </a:rPr>
                <a:t>clear</a:t>
              </a:r>
              <a:r>
                <a:rPr lang="zh-CN" altLang="zh-CN" sz="1300" dirty="0">
                  <a:solidFill>
                    <a:srgbClr val="080808"/>
                  </a:solidFill>
                  <a:latin typeface="Arial Unicode MS"/>
                  <a:ea typeface="JetBrains Mono"/>
                </a:rPr>
                <a:t>();</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清除所有会话记忆</a:t>
              </a:r>
              <a:br>
                <a:rPr lang="zh-CN" altLang="zh-CN" sz="1300" i="1" dirty="0">
                  <a:solidFill>
                    <a:srgbClr val="686671"/>
                  </a:solidFill>
                  <a:latin typeface="宋体" panose="02010600030101010101" pitchFamily="2" charset="-122"/>
                  <a:ea typeface="宋体" panose="02010600030101010101" pitchFamily="2" charset="-122"/>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pic>
        <p:nvPicPr>
          <p:cNvPr id="18" name="图片 17">
            <a:extLst>
              <a:ext uri="{FF2B5EF4-FFF2-40B4-BE49-F238E27FC236}">
                <a16:creationId xmlns:a16="http://schemas.microsoft.com/office/drawing/2014/main" id="{DF11BA46-85F7-4BBE-8F0E-76D9E50DA7EE}"/>
              </a:ext>
            </a:extLst>
          </p:cNvPr>
          <p:cNvPicPr>
            <a:picLocks noChangeAspect="1"/>
          </p:cNvPicPr>
          <p:nvPr/>
        </p:nvPicPr>
        <p:blipFill>
          <a:blip r:embed="rId2"/>
          <a:stretch>
            <a:fillRect/>
          </a:stretch>
        </p:blipFill>
        <p:spPr>
          <a:xfrm>
            <a:off x="5408150" y="3343277"/>
            <a:ext cx="4619625" cy="704851"/>
          </a:xfrm>
          <a:prstGeom prst="rect">
            <a:avLst/>
          </a:prstGeom>
          <a:ln w="6350">
            <a:solidFill>
              <a:schemeClr val="bg1">
                <a:lumMod val="75000"/>
              </a:schemeClr>
            </a:solidFill>
          </a:ln>
        </p:spPr>
      </p:pic>
      <p:grpSp>
        <p:nvGrpSpPr>
          <p:cNvPr id="43" name="组合 42">
            <a:extLst>
              <a:ext uri="{FF2B5EF4-FFF2-40B4-BE49-F238E27FC236}">
                <a16:creationId xmlns:a16="http://schemas.microsoft.com/office/drawing/2014/main" id="{326CA94C-774D-4977-9C4B-7E10A2E29170}"/>
              </a:ext>
            </a:extLst>
          </p:cNvPr>
          <p:cNvGrpSpPr/>
          <p:nvPr/>
        </p:nvGrpSpPr>
        <p:grpSpPr>
          <a:xfrm>
            <a:off x="5408151" y="4229106"/>
            <a:ext cx="6492407" cy="2087428"/>
            <a:chOff x="5408148" y="4229102"/>
            <a:chExt cx="6492407" cy="2087428"/>
          </a:xfrm>
        </p:grpSpPr>
        <p:sp>
          <p:nvSpPr>
            <p:cNvPr id="25" name="矩形: 圆角 24">
              <a:extLst>
                <a:ext uri="{FF2B5EF4-FFF2-40B4-BE49-F238E27FC236}">
                  <a16:creationId xmlns:a16="http://schemas.microsoft.com/office/drawing/2014/main" id="{C99137C3-4204-4B1A-874F-87F1B45D7404}"/>
                </a:ext>
              </a:extLst>
            </p:cNvPr>
            <p:cNvSpPr/>
            <p:nvPr/>
          </p:nvSpPr>
          <p:spPr>
            <a:xfrm>
              <a:off x="5408148" y="4229102"/>
              <a:ext cx="6492407" cy="2087428"/>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6" name="任意多边形: 形状 25">
              <a:extLst>
                <a:ext uri="{FF2B5EF4-FFF2-40B4-BE49-F238E27FC236}">
                  <a16:creationId xmlns:a16="http://schemas.microsoft.com/office/drawing/2014/main" id="{B7696D77-D44C-41B7-975E-3D950F2829F4}"/>
                </a:ext>
              </a:extLst>
            </p:cNvPr>
            <p:cNvSpPr/>
            <p:nvPr/>
          </p:nvSpPr>
          <p:spPr>
            <a:xfrm>
              <a:off x="5408148" y="4250840"/>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7" name="组合 26">
              <a:extLst>
                <a:ext uri="{FF2B5EF4-FFF2-40B4-BE49-F238E27FC236}">
                  <a16:creationId xmlns:a16="http://schemas.microsoft.com/office/drawing/2014/main" id="{017AAC38-C88C-40A7-9372-EC2591AD1EFA}"/>
                </a:ext>
              </a:extLst>
            </p:cNvPr>
            <p:cNvGrpSpPr/>
            <p:nvPr/>
          </p:nvGrpSpPr>
          <p:grpSpPr>
            <a:xfrm>
              <a:off x="5573900" y="4336310"/>
              <a:ext cx="771634" cy="133081"/>
              <a:chOff x="2016841" y="2587412"/>
              <a:chExt cx="730275" cy="133081"/>
            </a:xfrm>
          </p:grpSpPr>
          <p:sp>
            <p:nvSpPr>
              <p:cNvPr id="30" name="椭圆 29">
                <a:extLst>
                  <a:ext uri="{FF2B5EF4-FFF2-40B4-BE49-F238E27FC236}">
                    <a16:creationId xmlns:a16="http://schemas.microsoft.com/office/drawing/2014/main" id="{F00A5AA4-C185-4A0D-862D-03EED43B036D}"/>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1" name="椭圆 30">
                <a:extLst>
                  <a:ext uri="{FF2B5EF4-FFF2-40B4-BE49-F238E27FC236}">
                    <a16:creationId xmlns:a16="http://schemas.microsoft.com/office/drawing/2014/main" id="{CC16247E-F811-42BD-8F83-8F258236C53C}"/>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2" name="椭圆 31">
                <a:extLst>
                  <a:ext uri="{FF2B5EF4-FFF2-40B4-BE49-F238E27FC236}">
                    <a16:creationId xmlns:a16="http://schemas.microsoft.com/office/drawing/2014/main" id="{D49B327F-F94B-421D-B225-DDE9BE9B0ED3}"/>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42" name="Rectangle 5">
              <a:extLst>
                <a:ext uri="{FF2B5EF4-FFF2-40B4-BE49-F238E27FC236}">
                  <a16:creationId xmlns:a16="http://schemas.microsoft.com/office/drawing/2014/main" id="{39D68DCA-A188-48C8-ADC1-51253224BD8D}"/>
                </a:ext>
              </a:extLst>
            </p:cNvPr>
            <p:cNvSpPr>
              <a:spLocks noChangeArrowheads="1"/>
            </p:cNvSpPr>
            <p:nvPr/>
          </p:nvSpPr>
          <p:spPr bwMode="auto">
            <a:xfrm>
              <a:off x="5573900" y="4567176"/>
              <a:ext cx="4010026" cy="162570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@Bean</a:t>
              </a:r>
              <a:br>
                <a:rPr lang="zh-CN" altLang="zh-CN" sz="1300" dirty="0">
                  <a:solidFill>
                    <a:srgbClr val="9E880D"/>
                  </a:solidFill>
                  <a:latin typeface="Arial Unicode MS"/>
                  <a:ea typeface="JetBrains Mono"/>
                </a:rPr>
              </a:b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ChatMemory </a:t>
              </a:r>
              <a:r>
                <a:rPr lang="zh-CN" altLang="zh-CN" sz="1300" dirty="0">
                  <a:solidFill>
                    <a:srgbClr val="00627A"/>
                  </a:solidFill>
                  <a:latin typeface="Arial Unicode MS"/>
                  <a:ea typeface="JetBrains Mono"/>
                </a:rPr>
                <a:t>chatMemory</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MessageWindowChatMemory</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.maxMessages(</a:t>
              </a:r>
              <a:r>
                <a:rPr lang="zh-CN" altLang="zh-CN" sz="1300" dirty="0">
                  <a:solidFill>
                    <a:srgbClr val="1750EB"/>
                  </a:solidFill>
                  <a:latin typeface="Arial Unicode MS"/>
                  <a:ea typeface="JetBrains Mono"/>
                </a:rPr>
                <a:t>20</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grpSp>
        <p:nvGrpSpPr>
          <p:cNvPr id="45" name="组合 44">
            <a:extLst>
              <a:ext uri="{FF2B5EF4-FFF2-40B4-BE49-F238E27FC236}">
                <a16:creationId xmlns:a16="http://schemas.microsoft.com/office/drawing/2014/main" id="{BB64889D-D23A-49C1-B9B9-08387134AF65}"/>
              </a:ext>
            </a:extLst>
          </p:cNvPr>
          <p:cNvGrpSpPr/>
          <p:nvPr/>
        </p:nvGrpSpPr>
        <p:grpSpPr>
          <a:xfrm>
            <a:off x="698226" y="3292596"/>
            <a:ext cx="4658271" cy="3023934"/>
            <a:chOff x="698223" y="3292595"/>
            <a:chExt cx="4658271" cy="3023935"/>
          </a:xfrm>
        </p:grpSpPr>
        <p:sp>
          <p:nvSpPr>
            <p:cNvPr id="34" name="矩形: 圆角 33">
              <a:extLst>
                <a:ext uri="{FF2B5EF4-FFF2-40B4-BE49-F238E27FC236}">
                  <a16:creationId xmlns:a16="http://schemas.microsoft.com/office/drawing/2014/main" id="{7DC67A1E-CA8F-48D7-AF37-C3AEA12F1684}"/>
                </a:ext>
              </a:extLst>
            </p:cNvPr>
            <p:cNvSpPr/>
            <p:nvPr/>
          </p:nvSpPr>
          <p:spPr>
            <a:xfrm>
              <a:off x="698223" y="3292595"/>
              <a:ext cx="4483378" cy="302393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5" name="任意多边形: 形状 34">
              <a:extLst>
                <a:ext uri="{FF2B5EF4-FFF2-40B4-BE49-F238E27FC236}">
                  <a16:creationId xmlns:a16="http://schemas.microsoft.com/office/drawing/2014/main" id="{FD36D6A4-DD76-4021-B755-F202D631CCBC}"/>
                </a:ext>
              </a:extLst>
            </p:cNvPr>
            <p:cNvSpPr/>
            <p:nvPr/>
          </p:nvSpPr>
          <p:spPr>
            <a:xfrm>
              <a:off x="698223" y="3314333"/>
              <a:ext cx="4483378"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36" name="组合 35">
              <a:extLst>
                <a:ext uri="{FF2B5EF4-FFF2-40B4-BE49-F238E27FC236}">
                  <a16:creationId xmlns:a16="http://schemas.microsoft.com/office/drawing/2014/main" id="{1D6FD92C-8AD7-45C3-B04B-6396CD75E18D}"/>
                </a:ext>
              </a:extLst>
            </p:cNvPr>
            <p:cNvGrpSpPr/>
            <p:nvPr/>
          </p:nvGrpSpPr>
          <p:grpSpPr>
            <a:xfrm>
              <a:off x="863974" y="3399803"/>
              <a:ext cx="771634" cy="133081"/>
              <a:chOff x="2016841" y="2587412"/>
              <a:chExt cx="730275" cy="133081"/>
            </a:xfrm>
          </p:grpSpPr>
          <p:sp>
            <p:nvSpPr>
              <p:cNvPr id="38" name="椭圆 37">
                <a:extLst>
                  <a:ext uri="{FF2B5EF4-FFF2-40B4-BE49-F238E27FC236}">
                    <a16:creationId xmlns:a16="http://schemas.microsoft.com/office/drawing/2014/main" id="{B5482822-73F0-477A-86B3-E0D00A860C20}"/>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9" name="椭圆 38">
                <a:extLst>
                  <a:ext uri="{FF2B5EF4-FFF2-40B4-BE49-F238E27FC236}">
                    <a16:creationId xmlns:a16="http://schemas.microsoft.com/office/drawing/2014/main" id="{1BEC81C2-E71D-460E-8511-48998496E198}"/>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0" name="椭圆 39">
                <a:extLst>
                  <a:ext uri="{FF2B5EF4-FFF2-40B4-BE49-F238E27FC236}">
                    <a16:creationId xmlns:a16="http://schemas.microsoft.com/office/drawing/2014/main" id="{1E73486E-B07B-41FF-AABA-CE53619CB749}"/>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44" name="Rectangle 6">
              <a:extLst>
                <a:ext uri="{FF2B5EF4-FFF2-40B4-BE49-F238E27FC236}">
                  <a16:creationId xmlns:a16="http://schemas.microsoft.com/office/drawing/2014/main" id="{1E5E2519-FA3C-4B6B-9C21-1B8BB88E821D}"/>
                </a:ext>
              </a:extLst>
            </p:cNvPr>
            <p:cNvSpPr>
              <a:spLocks noChangeArrowheads="1"/>
            </p:cNvSpPr>
            <p:nvPr/>
          </p:nvSpPr>
          <p:spPr bwMode="auto">
            <a:xfrm>
              <a:off x="717819" y="3633101"/>
              <a:ext cx="4638675" cy="209288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9E880D"/>
                  </a:solidFill>
                  <a:latin typeface="Arial Unicode MS"/>
                  <a:ea typeface="JetBrains Mono"/>
                </a:rPr>
                <a:t>@AiService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wiringMode = </a:t>
              </a:r>
              <a:r>
                <a:rPr lang="zh-CN" altLang="zh-CN" sz="1300" dirty="0">
                  <a:solidFill>
                    <a:srgbClr val="000000"/>
                  </a:solidFill>
                  <a:latin typeface="Arial Unicode MS"/>
                  <a:ea typeface="JetBrains Mono"/>
                </a:rPr>
                <a:t>AiServiceWiringMode</a:t>
              </a:r>
              <a:r>
                <a:rPr lang="zh-CN" altLang="zh-CN" sz="1300" dirty="0">
                  <a:solidFill>
                    <a:srgbClr val="080808"/>
                  </a:solidFill>
                  <a:latin typeface="Arial Unicode MS"/>
                  <a:ea typeface="JetBrains Mono"/>
                </a:rPr>
                <a:t>.</a:t>
              </a:r>
              <a:r>
                <a:rPr lang="zh-CN" altLang="zh-CN" sz="1300" i="1" dirty="0">
                  <a:solidFill>
                    <a:srgbClr val="871094"/>
                  </a:solidFill>
                  <a:latin typeface="Arial Unicode MS"/>
                  <a:ea typeface="JetBrains Mono"/>
                </a:rPr>
                <a:t>EXPLICIT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chatModel = </a:t>
              </a:r>
              <a:r>
                <a:rPr lang="zh-CN" altLang="zh-CN" sz="1300" dirty="0">
                  <a:solidFill>
                    <a:srgbClr val="067D17"/>
                  </a:solidFill>
                  <a:latin typeface="Arial Unicode MS"/>
                  <a:ea typeface="JetBrains Mono"/>
                </a:rPr>
                <a:t>"openAiChatModel"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streamingChatModel = </a:t>
              </a:r>
              <a:r>
                <a:rPr lang="zh-CN" altLang="zh-CN" sz="1300" dirty="0">
                  <a:solidFill>
                    <a:srgbClr val="067D17"/>
                  </a:solidFill>
                  <a:latin typeface="Arial Unicode MS"/>
                  <a:ea typeface="JetBrains Mono"/>
                </a:rPr>
                <a:t>"openAiStreamingChatModel"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chatMemory = </a:t>
              </a:r>
              <a:r>
                <a:rPr lang="zh-CN" altLang="zh-CN" sz="1300" dirty="0">
                  <a:solidFill>
                    <a:srgbClr val="067D17"/>
                  </a:solidFill>
                  <a:latin typeface="Arial Unicode MS"/>
                  <a:ea typeface="JetBrains Mono"/>
                </a:rPr>
                <a:t>"chatMemory"</a:t>
              </a:r>
              <a:br>
                <a:rPr lang="zh-CN" altLang="zh-CN" sz="1300" dirty="0">
                  <a:solidFill>
                    <a:srgbClr val="067D17"/>
                  </a:solidFill>
                  <a:latin typeface="Arial Unicode MS"/>
                  <a:ea typeface="JetBrains Mono"/>
                </a:rPr>
              </a:b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ConsultantService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@SystemMessage</a:t>
              </a:r>
              <a:r>
                <a:rPr lang="zh-CN" altLang="zh-CN" sz="1300" dirty="0">
                  <a:solidFill>
                    <a:srgbClr val="080808"/>
                  </a:solidFill>
                  <a:latin typeface="Arial Unicode MS"/>
                  <a:ea typeface="JetBrains Mono"/>
                </a:rPr>
                <a:t>(fromResource = </a:t>
              </a:r>
              <a:r>
                <a:rPr lang="zh-CN" altLang="zh-CN" sz="1300" dirty="0">
                  <a:solidFill>
                    <a:srgbClr val="067D17"/>
                  </a:solidFill>
                  <a:latin typeface="Arial Unicode MS"/>
                  <a:ea typeface="JetBrains Mono"/>
                </a:rPr>
                <a:t>"system.txt"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Flux</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String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message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sp>
        <p:nvSpPr>
          <p:cNvPr id="29" name="矩形 28">
            <a:extLst>
              <a:ext uri="{FF2B5EF4-FFF2-40B4-BE49-F238E27FC236}">
                <a16:creationId xmlns:a16="http://schemas.microsoft.com/office/drawing/2014/main" id="{C1041BC0-5E74-4A83-A720-0BF9DC41D5B8}"/>
              </a:ext>
            </a:extLst>
          </p:cNvPr>
          <p:cNvSpPr/>
          <p:nvPr/>
        </p:nvSpPr>
        <p:spPr>
          <a:xfrm>
            <a:off x="1060461" y="4487213"/>
            <a:ext cx="2822944" cy="287029"/>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322900816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1000"/>
                                        <p:tgtEl>
                                          <p:spTgt spid="46"/>
                                        </p:tgtEl>
                                      </p:cBhvr>
                                    </p:animEffect>
                                    <p:anim calcmode="lin" valueType="num">
                                      <p:cBhvr>
                                        <p:cTn id="13" dur="1000" fill="hold"/>
                                        <p:tgtEl>
                                          <p:spTgt spid="46"/>
                                        </p:tgtEl>
                                        <p:attrNameLst>
                                          <p:attrName>ppt_x</p:attrName>
                                        </p:attrNameLst>
                                      </p:cBhvr>
                                      <p:tavLst>
                                        <p:tav tm="0">
                                          <p:val>
                                            <p:strVal val="#ppt_x"/>
                                          </p:val>
                                        </p:tav>
                                        <p:tav tm="100000">
                                          <p:val>
                                            <p:strVal val="#ppt_x"/>
                                          </p:val>
                                        </p:tav>
                                      </p:tavLst>
                                    </p:anim>
                                    <p:anim calcmode="lin" valueType="num">
                                      <p:cBhvr>
                                        <p:cTn id="14" dur="1000" fill="hold"/>
                                        <p:tgtEl>
                                          <p:spTgt spid="4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100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1000"/>
                                        <p:tgtEl>
                                          <p:spTgt spid="43"/>
                                        </p:tgtEl>
                                      </p:cBhvr>
                                    </p:animEffect>
                                    <p:anim calcmode="lin" valueType="num">
                                      <p:cBhvr>
                                        <p:cTn id="23" dur="1000" fill="hold"/>
                                        <p:tgtEl>
                                          <p:spTgt spid="43"/>
                                        </p:tgtEl>
                                        <p:attrNameLst>
                                          <p:attrName>ppt_x</p:attrName>
                                        </p:attrNameLst>
                                      </p:cBhvr>
                                      <p:tavLst>
                                        <p:tav tm="0">
                                          <p:val>
                                            <p:strVal val="#ppt_x"/>
                                          </p:val>
                                        </p:tav>
                                        <p:tav tm="100000">
                                          <p:val>
                                            <p:strVal val="#ppt_x"/>
                                          </p:val>
                                        </p:tav>
                                      </p:tavLst>
                                    </p:anim>
                                    <p:anim calcmode="lin" valueType="num">
                                      <p:cBhvr>
                                        <p:cTn id="2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fade">
                                      <p:cBhvr>
                                        <p:cTn id="29" dur="1000"/>
                                        <p:tgtEl>
                                          <p:spTgt spid="45"/>
                                        </p:tgtEl>
                                      </p:cBhvr>
                                    </p:animEffect>
                                    <p:anim calcmode="lin" valueType="num">
                                      <p:cBhvr>
                                        <p:cTn id="30" dur="1000" fill="hold"/>
                                        <p:tgtEl>
                                          <p:spTgt spid="45"/>
                                        </p:tgtEl>
                                        <p:attrNameLst>
                                          <p:attrName>ppt_x</p:attrName>
                                        </p:attrNameLst>
                                      </p:cBhvr>
                                      <p:tavLst>
                                        <p:tav tm="0">
                                          <p:val>
                                            <p:strVal val="#ppt_x"/>
                                          </p:val>
                                        </p:tav>
                                        <p:tav tm="100000">
                                          <p:val>
                                            <p:strVal val="#ppt_x"/>
                                          </p:val>
                                        </p:tav>
                                      </p:tavLst>
                                    </p:anim>
                                    <p:anim calcmode="lin" valueType="num">
                                      <p:cBhvr>
                                        <p:cTn id="31" dur="1000" fill="hold"/>
                                        <p:tgtEl>
                                          <p:spTgt spid="4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1000"/>
                                        <p:tgtEl>
                                          <p:spTgt spid="29"/>
                                        </p:tgtEl>
                                      </p:cBhvr>
                                    </p:animEffect>
                                    <p:anim calcmode="lin" valueType="num">
                                      <p:cBhvr>
                                        <p:cTn id="35" dur="1000" fill="hold"/>
                                        <p:tgtEl>
                                          <p:spTgt spid="29"/>
                                        </p:tgtEl>
                                        <p:attrNameLst>
                                          <p:attrName>ppt_x</p:attrName>
                                        </p:attrNameLst>
                                      </p:cBhvr>
                                      <p:tavLst>
                                        <p:tav tm="0">
                                          <p:val>
                                            <p:strVal val="#ppt_x"/>
                                          </p:val>
                                        </p:tav>
                                        <p:tav tm="100000">
                                          <p:val>
                                            <p:strVal val="#ppt_x"/>
                                          </p:val>
                                        </p:tav>
                                      </p:tavLst>
                                    </p:anim>
                                    <p:anim calcmode="lin" valueType="num">
                                      <p:cBhvr>
                                        <p:cTn id="3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会话记忆隔离</a:t>
            </a:r>
          </a:p>
        </p:txBody>
      </p:sp>
      <p:sp>
        <p:nvSpPr>
          <p:cNvPr id="29" name="内容占位符 1">
            <a:extLst>
              <a:ext uri="{FF2B5EF4-FFF2-40B4-BE49-F238E27FC236}">
                <a16:creationId xmlns:a16="http://schemas.microsoft.com/office/drawing/2014/main" id="{7FBAE5AF-D8AE-4C76-8E88-458B49BB4D07}"/>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mn-ea"/>
                <a:ea typeface="阿里巴巴普惠体"/>
              </a:rPr>
              <a:t>刚才我们做的会话记忆，所有会话使用的是同一个记忆存储对象，因此不同会话之间的记忆并没有做到隔离</a:t>
            </a:r>
            <a:endParaRPr lang="en-US" altLang="zh-CN" dirty="0">
              <a:solidFill>
                <a:srgbClr val="262626"/>
              </a:solidFill>
              <a:latin typeface="+mn-ea"/>
              <a:ea typeface="阿里巴巴普惠体"/>
            </a:endParaRPr>
          </a:p>
        </p:txBody>
      </p:sp>
      <p:grpSp>
        <p:nvGrpSpPr>
          <p:cNvPr id="8" name="组合 7">
            <a:extLst>
              <a:ext uri="{FF2B5EF4-FFF2-40B4-BE49-F238E27FC236}">
                <a16:creationId xmlns:a16="http://schemas.microsoft.com/office/drawing/2014/main" id="{FC2483D2-AB8D-49DF-AEEF-52CB3053857A}"/>
              </a:ext>
            </a:extLst>
          </p:cNvPr>
          <p:cNvGrpSpPr/>
          <p:nvPr/>
        </p:nvGrpSpPr>
        <p:grpSpPr>
          <a:xfrm>
            <a:off x="2560175" y="3857612"/>
            <a:ext cx="6492407" cy="2472112"/>
            <a:chOff x="5360523" y="1651500"/>
            <a:chExt cx="6492407" cy="2472112"/>
          </a:xfrm>
        </p:grpSpPr>
        <p:grpSp>
          <p:nvGrpSpPr>
            <p:cNvPr id="33" name="组合 32">
              <a:extLst>
                <a:ext uri="{FF2B5EF4-FFF2-40B4-BE49-F238E27FC236}">
                  <a16:creationId xmlns:a16="http://schemas.microsoft.com/office/drawing/2014/main" id="{A93556D3-10D4-4B87-AD5B-025DE29E7FA4}"/>
                </a:ext>
              </a:extLst>
            </p:cNvPr>
            <p:cNvGrpSpPr/>
            <p:nvPr/>
          </p:nvGrpSpPr>
          <p:grpSpPr>
            <a:xfrm>
              <a:off x="5360523" y="1651500"/>
              <a:ext cx="6492407" cy="2472112"/>
              <a:chOff x="5408148" y="690188"/>
              <a:chExt cx="6492407" cy="2472112"/>
            </a:xfrm>
          </p:grpSpPr>
          <p:sp>
            <p:nvSpPr>
              <p:cNvPr id="37" name="矩形: 圆角 36">
                <a:extLst>
                  <a:ext uri="{FF2B5EF4-FFF2-40B4-BE49-F238E27FC236}">
                    <a16:creationId xmlns:a16="http://schemas.microsoft.com/office/drawing/2014/main" id="{9189728E-8BCD-4438-AB55-25C8BD4F1626}"/>
                  </a:ext>
                </a:extLst>
              </p:cNvPr>
              <p:cNvSpPr/>
              <p:nvPr/>
            </p:nvSpPr>
            <p:spPr>
              <a:xfrm>
                <a:off x="5408148" y="690188"/>
                <a:ext cx="6492407" cy="2472112"/>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2" name="任意多边形: 形状 41">
                <a:extLst>
                  <a:ext uri="{FF2B5EF4-FFF2-40B4-BE49-F238E27FC236}">
                    <a16:creationId xmlns:a16="http://schemas.microsoft.com/office/drawing/2014/main" id="{806A8E13-2F95-42B1-8AAD-D1FEBCF795D9}"/>
                  </a:ext>
                </a:extLst>
              </p:cNvPr>
              <p:cNvSpPr/>
              <p:nvPr/>
            </p:nvSpPr>
            <p:spPr>
              <a:xfrm>
                <a:off x="5408148" y="711926"/>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43" name="组合 42">
                <a:extLst>
                  <a:ext uri="{FF2B5EF4-FFF2-40B4-BE49-F238E27FC236}">
                    <a16:creationId xmlns:a16="http://schemas.microsoft.com/office/drawing/2014/main" id="{3B3EF23C-B466-461E-8A91-E96E60257ACF}"/>
                  </a:ext>
                </a:extLst>
              </p:cNvPr>
              <p:cNvGrpSpPr/>
              <p:nvPr/>
            </p:nvGrpSpPr>
            <p:grpSpPr>
              <a:xfrm>
                <a:off x="5573900" y="797396"/>
                <a:ext cx="771634" cy="133081"/>
                <a:chOff x="2016841" y="2587412"/>
                <a:chExt cx="730275" cy="133081"/>
              </a:xfrm>
            </p:grpSpPr>
            <p:sp>
              <p:nvSpPr>
                <p:cNvPr id="45" name="椭圆 44">
                  <a:extLst>
                    <a:ext uri="{FF2B5EF4-FFF2-40B4-BE49-F238E27FC236}">
                      <a16:creationId xmlns:a16="http://schemas.microsoft.com/office/drawing/2014/main" id="{ECCF6F22-45A4-4CEF-B40E-CF357273C3B4}"/>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6" name="椭圆 45">
                  <a:extLst>
                    <a:ext uri="{FF2B5EF4-FFF2-40B4-BE49-F238E27FC236}">
                      <a16:creationId xmlns:a16="http://schemas.microsoft.com/office/drawing/2014/main" id="{C17795BF-2B5F-4889-812A-2AF95E02B202}"/>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7" name="椭圆 46">
                  <a:extLst>
                    <a:ext uri="{FF2B5EF4-FFF2-40B4-BE49-F238E27FC236}">
                      <a16:creationId xmlns:a16="http://schemas.microsoft.com/office/drawing/2014/main" id="{471E126D-1E86-4A48-91B2-B0CA6962DB95}"/>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44" name="Rectangle 2">
                <a:extLst>
                  <a:ext uri="{FF2B5EF4-FFF2-40B4-BE49-F238E27FC236}">
                    <a16:creationId xmlns:a16="http://schemas.microsoft.com/office/drawing/2014/main" id="{CBD3132A-0688-4959-9719-CD2DB4750C72}"/>
                  </a:ext>
                </a:extLst>
              </p:cNvPr>
              <p:cNvSpPr>
                <a:spLocks noChangeArrowheads="1"/>
              </p:cNvSpPr>
              <p:nvPr/>
            </p:nvSpPr>
            <p:spPr bwMode="auto">
              <a:xfrm>
                <a:off x="5573900" y="1094425"/>
                <a:ext cx="4562475" cy="189282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ChatMemory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Object </a:t>
                </a:r>
                <a:r>
                  <a:rPr lang="zh-CN" altLang="zh-CN" sz="1300" dirty="0">
                    <a:solidFill>
                      <a:srgbClr val="00627A"/>
                    </a:solidFill>
                    <a:latin typeface="Arial Unicode MS"/>
                    <a:ea typeface="JetBrains Mono"/>
                  </a:rPr>
                  <a:t>id</a:t>
                </a:r>
                <a:r>
                  <a:rPr lang="zh-CN" altLang="zh-CN" sz="1300" dirty="0">
                    <a:solidFill>
                      <a:srgbClr val="080808"/>
                    </a:solidFill>
                    <a:latin typeface="Arial Unicode MS"/>
                    <a:ea typeface="JetBrains Mono"/>
                  </a:rPr>
                  <a:t>();</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记忆存储对象的唯一标识</a:t>
                </a:r>
                <a:br>
                  <a:rPr lang="zh-CN" altLang="zh-CN" sz="1300" i="1" dirty="0">
                    <a:solidFill>
                      <a:srgbClr val="686671"/>
                    </a:solidFill>
                    <a:latin typeface="宋体" panose="02010600030101010101" pitchFamily="2" charset="-122"/>
                    <a:ea typeface="宋体" panose="02010600030101010101" pitchFamily="2" charset="-122"/>
                  </a:rPr>
                </a:b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33B3"/>
                    </a:solidFill>
                    <a:latin typeface="Arial Unicode MS"/>
                    <a:ea typeface="JetBrains Mono"/>
                  </a:rPr>
                  <a:t>void </a:t>
                </a:r>
                <a:r>
                  <a:rPr lang="zh-CN" altLang="zh-CN" sz="1300" dirty="0">
                    <a:solidFill>
                      <a:srgbClr val="00627A"/>
                    </a:solidFill>
                    <a:latin typeface="Arial Unicode MS"/>
                    <a:ea typeface="JetBrains Mono"/>
                  </a:rPr>
                  <a:t>add</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ChatMessage var1</a:t>
                </a:r>
                <a:r>
                  <a:rPr lang="zh-CN" altLang="zh-CN" sz="1300" dirty="0">
                    <a:solidFill>
                      <a:srgbClr val="080808"/>
                    </a:solidFill>
                    <a:latin typeface="Arial Unicode MS"/>
                    <a:ea typeface="JetBrains Mono"/>
                  </a:rPr>
                  <a:t>);</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添加一条会话记忆</a:t>
                </a:r>
                <a:br>
                  <a:rPr lang="zh-CN" altLang="zh-CN" sz="1300" i="1" dirty="0">
                    <a:solidFill>
                      <a:srgbClr val="686671"/>
                    </a:solidFill>
                    <a:latin typeface="宋体" panose="02010600030101010101" pitchFamily="2" charset="-122"/>
                    <a:ea typeface="宋体" panose="02010600030101010101" pitchFamily="2" charset="-122"/>
                  </a:rPr>
                </a:b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messages</a:t>
                </a:r>
                <a:r>
                  <a:rPr lang="zh-CN" altLang="zh-CN" sz="1300" dirty="0">
                    <a:solidFill>
                      <a:srgbClr val="080808"/>
                    </a:solidFill>
                    <a:latin typeface="Arial Unicode MS"/>
                    <a:ea typeface="JetBrains Mono"/>
                  </a:rPr>
                  <a:t>();</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获取所有会话记忆</a:t>
                </a:r>
                <a:br>
                  <a:rPr lang="zh-CN" altLang="zh-CN" sz="1300" i="1" dirty="0">
                    <a:solidFill>
                      <a:srgbClr val="686671"/>
                    </a:solidFill>
                    <a:latin typeface="宋体" panose="02010600030101010101" pitchFamily="2" charset="-122"/>
                    <a:ea typeface="宋体" panose="02010600030101010101" pitchFamily="2" charset="-122"/>
                  </a:rPr>
                </a:b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33B3"/>
                    </a:solidFill>
                    <a:latin typeface="Arial Unicode MS"/>
                    <a:ea typeface="JetBrains Mono"/>
                  </a:rPr>
                  <a:t>void </a:t>
                </a:r>
                <a:r>
                  <a:rPr lang="zh-CN" altLang="zh-CN" sz="1300" dirty="0">
                    <a:solidFill>
                      <a:srgbClr val="00627A"/>
                    </a:solidFill>
                    <a:latin typeface="Arial Unicode MS"/>
                    <a:ea typeface="JetBrains Mono"/>
                  </a:rPr>
                  <a:t>clear</a:t>
                </a:r>
                <a:r>
                  <a:rPr lang="zh-CN" altLang="zh-CN" sz="1300" dirty="0">
                    <a:solidFill>
                      <a:srgbClr val="080808"/>
                    </a:solidFill>
                    <a:latin typeface="Arial Unicode MS"/>
                    <a:ea typeface="JetBrains Mono"/>
                  </a:rPr>
                  <a:t>();</a:t>
                </a:r>
                <a:r>
                  <a:rPr lang="zh-CN" altLang="zh-CN" sz="1300" i="1" dirty="0">
                    <a:solidFill>
                      <a:srgbClr val="686671"/>
                    </a:solidFill>
                    <a:latin typeface="Arial Unicode MS"/>
                    <a:ea typeface="JetBrains Mono"/>
                  </a:rPr>
                  <a:t>//</a:t>
                </a:r>
                <a:r>
                  <a:rPr lang="zh-CN" altLang="zh-CN" sz="1300" i="1" dirty="0">
                    <a:solidFill>
                      <a:srgbClr val="686671"/>
                    </a:solidFill>
                    <a:latin typeface="宋体" panose="02010600030101010101" pitchFamily="2" charset="-122"/>
                    <a:ea typeface="宋体" panose="02010600030101010101" pitchFamily="2" charset="-122"/>
                  </a:rPr>
                  <a:t>清除所有会话记忆</a:t>
                </a:r>
                <a:br>
                  <a:rPr lang="zh-CN" altLang="zh-CN" sz="1300" i="1" dirty="0">
                    <a:solidFill>
                      <a:srgbClr val="686671"/>
                    </a:solidFill>
                    <a:latin typeface="宋体" panose="02010600030101010101" pitchFamily="2" charset="-122"/>
                    <a:ea typeface="宋体" panose="02010600030101010101" pitchFamily="2" charset="-122"/>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cxnSp>
          <p:nvCxnSpPr>
            <p:cNvPr id="4" name="直接连接符 3">
              <a:extLst>
                <a:ext uri="{FF2B5EF4-FFF2-40B4-BE49-F238E27FC236}">
                  <a16:creationId xmlns:a16="http://schemas.microsoft.com/office/drawing/2014/main" id="{45113176-C1EF-4B9A-A4A7-BCFAE3E8FC2F}"/>
                </a:ext>
              </a:extLst>
            </p:cNvPr>
            <p:cNvCxnSpPr>
              <a:cxnSpLocks/>
            </p:cNvCxnSpPr>
            <p:nvPr/>
          </p:nvCxnSpPr>
          <p:spPr>
            <a:xfrm flipV="1">
              <a:off x="5991225" y="2552700"/>
              <a:ext cx="2676525" cy="19050"/>
            </a:xfrm>
            <a:prstGeom prst="line">
              <a:avLst/>
            </a:prstGeom>
            <a:ln>
              <a:solidFill>
                <a:srgbClr val="C00000"/>
              </a:solidFill>
            </a:ln>
          </p:spPr>
          <p:style>
            <a:lnRef idx="3">
              <a:schemeClr val="accent1"/>
            </a:lnRef>
            <a:fillRef idx="0">
              <a:schemeClr val="accent1"/>
            </a:fillRef>
            <a:effectRef idx="2">
              <a:schemeClr val="accent1"/>
            </a:effectRef>
            <a:fontRef idx="minor">
              <a:schemeClr val="tx1"/>
            </a:fontRef>
          </p:style>
        </p:cxnSp>
      </p:grpSp>
      <p:grpSp>
        <p:nvGrpSpPr>
          <p:cNvPr id="14" name="组合 13">
            <a:extLst>
              <a:ext uri="{FF2B5EF4-FFF2-40B4-BE49-F238E27FC236}">
                <a16:creationId xmlns:a16="http://schemas.microsoft.com/office/drawing/2014/main" id="{90DCF50F-BB49-46C1-A2E5-8593AF1E90C1}"/>
              </a:ext>
            </a:extLst>
          </p:cNvPr>
          <p:cNvGrpSpPr/>
          <p:nvPr/>
        </p:nvGrpSpPr>
        <p:grpSpPr>
          <a:xfrm>
            <a:off x="2560174" y="1638129"/>
            <a:ext cx="6492407" cy="2087428"/>
            <a:chOff x="5408148" y="4229102"/>
            <a:chExt cx="6492407" cy="2087428"/>
          </a:xfrm>
        </p:grpSpPr>
        <p:sp>
          <p:nvSpPr>
            <p:cNvPr id="15" name="矩形: 圆角 14">
              <a:extLst>
                <a:ext uri="{FF2B5EF4-FFF2-40B4-BE49-F238E27FC236}">
                  <a16:creationId xmlns:a16="http://schemas.microsoft.com/office/drawing/2014/main" id="{0E8AE622-C3B2-4635-9F4F-6F812334D688}"/>
                </a:ext>
              </a:extLst>
            </p:cNvPr>
            <p:cNvSpPr/>
            <p:nvPr/>
          </p:nvSpPr>
          <p:spPr>
            <a:xfrm>
              <a:off x="5408148" y="4229102"/>
              <a:ext cx="6492407" cy="2087428"/>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6" name="任意多边形: 形状 15">
              <a:extLst>
                <a:ext uri="{FF2B5EF4-FFF2-40B4-BE49-F238E27FC236}">
                  <a16:creationId xmlns:a16="http://schemas.microsoft.com/office/drawing/2014/main" id="{75E95D08-85D8-4993-BA9E-35FBAE9C31ED}"/>
                </a:ext>
              </a:extLst>
            </p:cNvPr>
            <p:cNvSpPr/>
            <p:nvPr/>
          </p:nvSpPr>
          <p:spPr>
            <a:xfrm>
              <a:off x="5408148" y="4250840"/>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7" name="组合 16">
              <a:extLst>
                <a:ext uri="{FF2B5EF4-FFF2-40B4-BE49-F238E27FC236}">
                  <a16:creationId xmlns:a16="http://schemas.microsoft.com/office/drawing/2014/main" id="{BD0EDE15-89DF-4C69-8A02-5AAC38B3609D}"/>
                </a:ext>
              </a:extLst>
            </p:cNvPr>
            <p:cNvGrpSpPr/>
            <p:nvPr/>
          </p:nvGrpSpPr>
          <p:grpSpPr>
            <a:xfrm>
              <a:off x="5573900" y="4336310"/>
              <a:ext cx="771634" cy="133081"/>
              <a:chOff x="2016841" y="2587412"/>
              <a:chExt cx="730275" cy="133081"/>
            </a:xfrm>
          </p:grpSpPr>
          <p:sp>
            <p:nvSpPr>
              <p:cNvPr id="19" name="椭圆 18">
                <a:extLst>
                  <a:ext uri="{FF2B5EF4-FFF2-40B4-BE49-F238E27FC236}">
                    <a16:creationId xmlns:a16="http://schemas.microsoft.com/office/drawing/2014/main" id="{B8367A72-AAD6-4A3D-BD5A-61023CB51886}"/>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0" name="椭圆 19">
                <a:extLst>
                  <a:ext uri="{FF2B5EF4-FFF2-40B4-BE49-F238E27FC236}">
                    <a16:creationId xmlns:a16="http://schemas.microsoft.com/office/drawing/2014/main" id="{EEA0AAF6-0AB3-4F0D-B388-C9D629FB00E8}"/>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1" name="椭圆 20">
                <a:extLst>
                  <a:ext uri="{FF2B5EF4-FFF2-40B4-BE49-F238E27FC236}">
                    <a16:creationId xmlns:a16="http://schemas.microsoft.com/office/drawing/2014/main" id="{C1ECC0A7-0302-4C0A-B9C0-1667371251E7}"/>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18" name="Rectangle 5">
              <a:extLst>
                <a:ext uri="{FF2B5EF4-FFF2-40B4-BE49-F238E27FC236}">
                  <a16:creationId xmlns:a16="http://schemas.microsoft.com/office/drawing/2014/main" id="{F11B52F7-ACB3-48A0-9DF7-BE84AFAD42CB}"/>
                </a:ext>
              </a:extLst>
            </p:cNvPr>
            <p:cNvSpPr>
              <a:spLocks noChangeArrowheads="1"/>
            </p:cNvSpPr>
            <p:nvPr/>
          </p:nvSpPr>
          <p:spPr bwMode="auto">
            <a:xfrm>
              <a:off x="5573900" y="4567176"/>
              <a:ext cx="4010026" cy="162570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@Bean</a:t>
              </a:r>
              <a:br>
                <a:rPr lang="zh-CN" altLang="zh-CN" sz="1300" dirty="0">
                  <a:solidFill>
                    <a:srgbClr val="9E880D"/>
                  </a:solidFill>
                  <a:latin typeface="Arial Unicode MS"/>
                  <a:ea typeface="JetBrains Mono"/>
                </a:rPr>
              </a:b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ChatMemory </a:t>
              </a:r>
              <a:r>
                <a:rPr lang="zh-CN" altLang="zh-CN" sz="1300" dirty="0">
                  <a:solidFill>
                    <a:srgbClr val="00627A"/>
                  </a:solidFill>
                  <a:latin typeface="Arial Unicode MS"/>
                  <a:ea typeface="JetBrains Mono"/>
                </a:rPr>
                <a:t>chatMemory</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MessageWindowChatMemory</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.maxMessages(</a:t>
              </a:r>
              <a:r>
                <a:rPr lang="zh-CN" altLang="zh-CN" sz="1300" dirty="0">
                  <a:solidFill>
                    <a:srgbClr val="1750EB"/>
                  </a:solidFill>
                  <a:latin typeface="Arial Unicode MS"/>
                  <a:ea typeface="JetBrains Mono"/>
                </a:rPr>
                <a:t>20</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spTree>
    <p:extLst>
      <p:ext uri="{BB962C8B-B14F-4D97-AF65-F5344CB8AC3E}">
        <p14:creationId xmlns:p14="http://schemas.microsoft.com/office/powerpoint/2010/main" val="355758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会话记忆隔离</a:t>
            </a:r>
          </a:p>
        </p:txBody>
      </p:sp>
      <p:sp>
        <p:nvSpPr>
          <p:cNvPr id="29" name="内容占位符 1">
            <a:extLst>
              <a:ext uri="{FF2B5EF4-FFF2-40B4-BE49-F238E27FC236}">
                <a16:creationId xmlns:a16="http://schemas.microsoft.com/office/drawing/2014/main" id="{7FBAE5AF-D8AE-4C76-8E88-458B49BB4D07}"/>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刚才我们做的会话记忆，多次会话使用的是同一个记忆存储对象，因此多次会话之间的记忆并没有做到隔离</a:t>
            </a:r>
            <a:endParaRPr lang="en-US" altLang="zh-CN" dirty="0">
              <a:solidFill>
                <a:srgbClr val="262626"/>
              </a:solidFill>
              <a:latin typeface="阿里巴巴普惠体"/>
              <a:ea typeface="阿里巴巴普惠体"/>
            </a:endParaRPr>
          </a:p>
        </p:txBody>
      </p:sp>
      <p:sp>
        <p:nvSpPr>
          <p:cNvPr id="2" name="矩形 1">
            <a:extLst>
              <a:ext uri="{FF2B5EF4-FFF2-40B4-BE49-F238E27FC236}">
                <a16:creationId xmlns:a16="http://schemas.microsoft.com/office/drawing/2014/main" id="{58184368-72CD-4AF9-8BB2-15F312E8F358}"/>
              </a:ext>
            </a:extLst>
          </p:cNvPr>
          <p:cNvSpPr/>
          <p:nvPr/>
        </p:nvSpPr>
        <p:spPr>
          <a:xfrm>
            <a:off x="7515453" y="1752603"/>
            <a:ext cx="3876675" cy="4448175"/>
          </a:xfrm>
          <a:prstGeom prst="rect">
            <a:avLst/>
          </a:prstGeom>
          <a:ln>
            <a:solidFill>
              <a:srgbClr val="71DDFA"/>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1351"/>
          </a:p>
        </p:txBody>
      </p:sp>
      <p:sp>
        <p:nvSpPr>
          <p:cNvPr id="5" name="矩形 4">
            <a:extLst>
              <a:ext uri="{FF2B5EF4-FFF2-40B4-BE49-F238E27FC236}">
                <a16:creationId xmlns:a16="http://schemas.microsoft.com/office/drawing/2014/main" id="{D5354C76-228E-48CA-81E7-434DC3277725}"/>
              </a:ext>
            </a:extLst>
          </p:cNvPr>
          <p:cNvSpPr/>
          <p:nvPr/>
        </p:nvSpPr>
        <p:spPr>
          <a:xfrm>
            <a:off x="8010755" y="2713815"/>
            <a:ext cx="2924175" cy="438151"/>
          </a:xfrm>
          <a:prstGeom prst="rect">
            <a:avLst/>
          </a:prstGeom>
          <a:ln>
            <a:solidFill>
              <a:schemeClr val="accent2">
                <a:lumMod val="40000"/>
                <a:lumOff val="6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1351" dirty="0" err="1">
                <a:solidFill>
                  <a:schemeClr val="bg1"/>
                </a:solidFill>
              </a:rPr>
              <a:t>ChatMemory</a:t>
            </a:r>
            <a:r>
              <a:rPr lang="en-US" altLang="zh-CN" sz="1351" dirty="0">
                <a:solidFill>
                  <a:schemeClr val="bg1"/>
                </a:solidFill>
              </a:rPr>
              <a:t>  </a:t>
            </a:r>
            <a:r>
              <a:rPr lang="en-US" altLang="zh-CN" sz="1351" dirty="0"/>
              <a:t>   1, messages</a:t>
            </a:r>
            <a:endParaRPr lang="zh-CN" altLang="en-US" sz="1351" dirty="0"/>
          </a:p>
        </p:txBody>
      </p:sp>
      <p:sp>
        <p:nvSpPr>
          <p:cNvPr id="16" name="矩形 15">
            <a:extLst>
              <a:ext uri="{FF2B5EF4-FFF2-40B4-BE49-F238E27FC236}">
                <a16:creationId xmlns:a16="http://schemas.microsoft.com/office/drawing/2014/main" id="{398A3EE1-99B1-4418-8E39-E0FF518A2CF5}"/>
              </a:ext>
            </a:extLst>
          </p:cNvPr>
          <p:cNvSpPr/>
          <p:nvPr/>
        </p:nvSpPr>
        <p:spPr>
          <a:xfrm>
            <a:off x="8010755" y="4990198"/>
            <a:ext cx="2924175" cy="438151"/>
          </a:xfrm>
          <a:prstGeom prst="rect">
            <a:avLst/>
          </a:prstGeom>
          <a:ln>
            <a:solidFill>
              <a:schemeClr val="accent2">
                <a:lumMod val="40000"/>
                <a:lumOff val="6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1351" dirty="0" err="1">
                <a:solidFill>
                  <a:schemeClr val="bg1"/>
                </a:solidFill>
              </a:rPr>
              <a:t>ChatMemory</a:t>
            </a:r>
            <a:r>
              <a:rPr lang="en-US" altLang="zh-CN" sz="1351" dirty="0"/>
              <a:t>     2, messages</a:t>
            </a:r>
            <a:endParaRPr lang="zh-CN" altLang="en-US" sz="1351" dirty="0"/>
          </a:p>
        </p:txBody>
      </p:sp>
      <p:pic>
        <p:nvPicPr>
          <p:cNvPr id="24" name="图片 23">
            <a:extLst>
              <a:ext uri="{FF2B5EF4-FFF2-40B4-BE49-F238E27FC236}">
                <a16:creationId xmlns:a16="http://schemas.microsoft.com/office/drawing/2014/main" id="{06A1F931-6E37-4F7E-B86A-7B27B0233E07}"/>
              </a:ext>
            </a:extLst>
          </p:cNvPr>
          <p:cNvPicPr>
            <a:picLocks noChangeAspect="1"/>
          </p:cNvPicPr>
          <p:nvPr/>
        </p:nvPicPr>
        <p:blipFill>
          <a:blip r:embed="rId2"/>
          <a:stretch>
            <a:fillRect/>
          </a:stretch>
        </p:blipFill>
        <p:spPr>
          <a:xfrm>
            <a:off x="746496" y="1603740"/>
            <a:ext cx="2475171" cy="2422131"/>
          </a:xfrm>
          <a:prstGeom prst="rect">
            <a:avLst/>
          </a:prstGeom>
        </p:spPr>
      </p:pic>
      <p:cxnSp>
        <p:nvCxnSpPr>
          <p:cNvPr id="26" name="直接箭头连接符 25">
            <a:extLst>
              <a:ext uri="{FF2B5EF4-FFF2-40B4-BE49-F238E27FC236}">
                <a16:creationId xmlns:a16="http://schemas.microsoft.com/office/drawing/2014/main" id="{352820C3-5A81-4725-8DF3-ED1C3DC7F330}"/>
              </a:ext>
            </a:extLst>
          </p:cNvPr>
          <p:cNvCxnSpPr>
            <a:stCxn id="24" idx="3"/>
          </p:cNvCxnSpPr>
          <p:nvPr/>
        </p:nvCxnSpPr>
        <p:spPr>
          <a:xfrm flipV="1">
            <a:off x="3221665" y="2796359"/>
            <a:ext cx="4293787" cy="1844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7" name="文本框 26">
            <a:extLst>
              <a:ext uri="{FF2B5EF4-FFF2-40B4-BE49-F238E27FC236}">
                <a16:creationId xmlns:a16="http://schemas.microsoft.com/office/drawing/2014/main" id="{CA8C6DF1-D5D5-415C-A9C4-D16A82262F35}"/>
              </a:ext>
            </a:extLst>
          </p:cNvPr>
          <p:cNvSpPr txBox="1"/>
          <p:nvPr/>
        </p:nvSpPr>
        <p:spPr>
          <a:xfrm>
            <a:off x="3559919" y="2509272"/>
            <a:ext cx="3023585" cy="338554"/>
          </a:xfrm>
          <a:prstGeom prst="rect">
            <a:avLst/>
          </a:prstGeom>
          <a:noFill/>
        </p:spPr>
        <p:txBody>
          <a:bodyPr wrap="none" rtlCol="0">
            <a:spAutoFit/>
          </a:bodyPr>
          <a:lstStyle/>
          <a:p>
            <a:r>
              <a:rPr lang="en-US" altLang="zh-CN" sz="1600" dirty="0" err="1"/>
              <a:t>memoryId</a:t>
            </a:r>
            <a:r>
              <a:rPr lang="en-US" altLang="zh-CN" sz="1600" dirty="0"/>
              <a:t>=1&amp;message=</a:t>
            </a:r>
            <a:r>
              <a:rPr lang="en-US" altLang="zh-CN" sz="1600" dirty="0" err="1"/>
              <a:t>aaaa</a:t>
            </a:r>
            <a:endParaRPr lang="zh-CN" altLang="en-US" sz="1600" dirty="0"/>
          </a:p>
        </p:txBody>
      </p:sp>
      <p:pic>
        <p:nvPicPr>
          <p:cNvPr id="30" name="图片 29">
            <a:extLst>
              <a:ext uri="{FF2B5EF4-FFF2-40B4-BE49-F238E27FC236}">
                <a16:creationId xmlns:a16="http://schemas.microsoft.com/office/drawing/2014/main" id="{FEBB7E73-23F3-4D76-8532-44DCEF850C4B}"/>
              </a:ext>
            </a:extLst>
          </p:cNvPr>
          <p:cNvPicPr>
            <a:picLocks noChangeAspect="1"/>
          </p:cNvPicPr>
          <p:nvPr/>
        </p:nvPicPr>
        <p:blipFill>
          <a:blip r:embed="rId3"/>
          <a:stretch>
            <a:fillRect/>
          </a:stretch>
        </p:blipFill>
        <p:spPr>
          <a:xfrm>
            <a:off x="746496" y="4080723"/>
            <a:ext cx="2475171" cy="2428247"/>
          </a:xfrm>
          <a:prstGeom prst="rect">
            <a:avLst/>
          </a:prstGeom>
        </p:spPr>
      </p:pic>
      <p:cxnSp>
        <p:nvCxnSpPr>
          <p:cNvPr id="39" name="直接箭头连接符 38">
            <a:extLst>
              <a:ext uri="{FF2B5EF4-FFF2-40B4-BE49-F238E27FC236}">
                <a16:creationId xmlns:a16="http://schemas.microsoft.com/office/drawing/2014/main" id="{8793316E-2B13-4B51-8A1E-6060AB155EDC}"/>
              </a:ext>
            </a:extLst>
          </p:cNvPr>
          <p:cNvCxnSpPr/>
          <p:nvPr/>
        </p:nvCxnSpPr>
        <p:spPr>
          <a:xfrm flipV="1">
            <a:off x="3221665" y="4809458"/>
            <a:ext cx="4293787" cy="1844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0" name="文本框 39">
            <a:extLst>
              <a:ext uri="{FF2B5EF4-FFF2-40B4-BE49-F238E27FC236}">
                <a16:creationId xmlns:a16="http://schemas.microsoft.com/office/drawing/2014/main" id="{222D7600-B616-4A6C-AF10-96987908B538}"/>
              </a:ext>
            </a:extLst>
          </p:cNvPr>
          <p:cNvSpPr txBox="1"/>
          <p:nvPr/>
        </p:nvSpPr>
        <p:spPr>
          <a:xfrm>
            <a:off x="3559919" y="4447659"/>
            <a:ext cx="3023585" cy="338554"/>
          </a:xfrm>
          <a:prstGeom prst="rect">
            <a:avLst/>
          </a:prstGeom>
          <a:noFill/>
        </p:spPr>
        <p:txBody>
          <a:bodyPr wrap="none" rtlCol="0">
            <a:spAutoFit/>
          </a:bodyPr>
          <a:lstStyle/>
          <a:p>
            <a:r>
              <a:rPr lang="en-US" altLang="zh-CN" sz="1600" dirty="0" err="1"/>
              <a:t>memoryId</a:t>
            </a:r>
            <a:r>
              <a:rPr lang="en-US" altLang="zh-CN" sz="1600" dirty="0"/>
              <a:t>=2&amp;message=</a:t>
            </a:r>
            <a:r>
              <a:rPr lang="en-US" altLang="zh-CN" sz="1600" dirty="0" err="1"/>
              <a:t>bbbb</a:t>
            </a:r>
            <a:endParaRPr lang="zh-CN" altLang="en-US" sz="1600" dirty="0"/>
          </a:p>
        </p:txBody>
      </p:sp>
      <p:pic>
        <p:nvPicPr>
          <p:cNvPr id="38" name="图片 37">
            <a:extLst>
              <a:ext uri="{FF2B5EF4-FFF2-40B4-BE49-F238E27FC236}">
                <a16:creationId xmlns:a16="http://schemas.microsoft.com/office/drawing/2014/main" id="{0E0BCCC3-B7EF-45E4-B4A6-6A889A2D7A67}"/>
              </a:ext>
            </a:extLst>
          </p:cNvPr>
          <p:cNvPicPr>
            <a:picLocks noChangeAspect="1"/>
          </p:cNvPicPr>
          <p:nvPr/>
        </p:nvPicPr>
        <p:blipFill>
          <a:blip r:embed="rId4"/>
          <a:stretch>
            <a:fillRect/>
          </a:stretch>
        </p:blipFill>
        <p:spPr>
          <a:xfrm>
            <a:off x="2222651" y="4990198"/>
            <a:ext cx="934680" cy="347348"/>
          </a:xfrm>
          <a:prstGeom prst="rect">
            <a:avLst/>
          </a:prstGeom>
        </p:spPr>
      </p:pic>
      <p:cxnSp>
        <p:nvCxnSpPr>
          <p:cNvPr id="48" name="直接箭头连接符 47">
            <a:extLst>
              <a:ext uri="{FF2B5EF4-FFF2-40B4-BE49-F238E27FC236}">
                <a16:creationId xmlns:a16="http://schemas.microsoft.com/office/drawing/2014/main" id="{EB811ED6-088C-4EF4-8639-2BA6DED9A164}"/>
              </a:ext>
            </a:extLst>
          </p:cNvPr>
          <p:cNvCxnSpPr/>
          <p:nvPr/>
        </p:nvCxnSpPr>
        <p:spPr>
          <a:xfrm flipV="1">
            <a:off x="3221665" y="5556639"/>
            <a:ext cx="4293787" cy="1844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9" name="文本框 48">
            <a:extLst>
              <a:ext uri="{FF2B5EF4-FFF2-40B4-BE49-F238E27FC236}">
                <a16:creationId xmlns:a16="http://schemas.microsoft.com/office/drawing/2014/main" id="{3CED077C-B630-4FB5-A4B9-6133953233B0}"/>
              </a:ext>
            </a:extLst>
          </p:cNvPr>
          <p:cNvSpPr txBox="1"/>
          <p:nvPr/>
        </p:nvSpPr>
        <p:spPr>
          <a:xfrm>
            <a:off x="3559918" y="5163872"/>
            <a:ext cx="3023585" cy="338554"/>
          </a:xfrm>
          <a:prstGeom prst="rect">
            <a:avLst/>
          </a:prstGeom>
          <a:noFill/>
        </p:spPr>
        <p:txBody>
          <a:bodyPr wrap="none" rtlCol="0">
            <a:spAutoFit/>
          </a:bodyPr>
          <a:lstStyle/>
          <a:p>
            <a:r>
              <a:rPr lang="en-US" altLang="zh-CN" sz="1600" dirty="0" err="1"/>
              <a:t>memoryId</a:t>
            </a:r>
            <a:r>
              <a:rPr lang="en-US" altLang="zh-CN" sz="1600" dirty="0"/>
              <a:t>=2&amp;message=</a:t>
            </a:r>
            <a:r>
              <a:rPr lang="en-US" altLang="zh-CN" sz="1600" dirty="0" err="1"/>
              <a:t>cccc</a:t>
            </a:r>
            <a:endParaRPr lang="zh-CN" altLang="en-US" sz="1600" dirty="0"/>
          </a:p>
        </p:txBody>
      </p:sp>
      <p:sp>
        <p:nvSpPr>
          <p:cNvPr id="41" name="矩形 40">
            <a:extLst>
              <a:ext uri="{FF2B5EF4-FFF2-40B4-BE49-F238E27FC236}">
                <a16:creationId xmlns:a16="http://schemas.microsoft.com/office/drawing/2014/main" id="{FD69F844-44B9-4D80-AFA9-A955D5FB3BA2}"/>
              </a:ext>
            </a:extLst>
          </p:cNvPr>
          <p:cNvSpPr/>
          <p:nvPr/>
        </p:nvSpPr>
        <p:spPr>
          <a:xfrm>
            <a:off x="7921256" y="4827905"/>
            <a:ext cx="3147237" cy="728735"/>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274326156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left)">
                                      <p:cBhvr>
                                        <p:cTn id="14" dur="500"/>
                                        <p:tgtEl>
                                          <p:spTgt spid="27"/>
                                        </p:tgtEl>
                                      </p:cBhvr>
                                    </p:animEffect>
                                  </p:childTnLst>
                                </p:cTn>
                              </p:par>
                              <p:par>
                                <p:cTn id="15" presetID="22" presetClass="entr" presetSubtype="8"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1000"/>
                                        <p:tgtEl>
                                          <p:spTgt spid="30"/>
                                        </p:tgtEl>
                                      </p:cBhvr>
                                    </p:animEffect>
                                    <p:anim calcmode="lin" valueType="num">
                                      <p:cBhvr>
                                        <p:cTn id="30" dur="1000" fill="hold"/>
                                        <p:tgtEl>
                                          <p:spTgt spid="30"/>
                                        </p:tgtEl>
                                        <p:attrNameLst>
                                          <p:attrName>ppt_x</p:attrName>
                                        </p:attrNameLst>
                                      </p:cBhvr>
                                      <p:tavLst>
                                        <p:tav tm="0">
                                          <p:val>
                                            <p:strVal val="#ppt_x"/>
                                          </p:val>
                                        </p:tav>
                                        <p:tav tm="100000">
                                          <p:val>
                                            <p:strVal val="#ppt_x"/>
                                          </p:val>
                                        </p:tav>
                                      </p:tavLst>
                                    </p:anim>
                                    <p:anim calcmode="lin" valueType="num">
                                      <p:cBhvr>
                                        <p:cTn id="3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wipe(left)">
                                      <p:cBhvr>
                                        <p:cTn id="36" dur="500"/>
                                        <p:tgtEl>
                                          <p:spTgt spid="40"/>
                                        </p:tgtEl>
                                      </p:cBhvr>
                                    </p:animEffect>
                                  </p:childTnLst>
                                </p:cTn>
                              </p:par>
                              <p:par>
                                <p:cTn id="37" presetID="22" presetClass="entr" presetSubtype="8"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500"/>
                                        <p:tgtEl>
                                          <p:spTgt spid="39"/>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1000"/>
                                        <p:tgtEl>
                                          <p:spTgt spid="16"/>
                                        </p:tgtEl>
                                      </p:cBhvr>
                                    </p:animEffect>
                                    <p:anim calcmode="lin" valueType="num">
                                      <p:cBhvr>
                                        <p:cTn id="45" dur="1000" fill="hold"/>
                                        <p:tgtEl>
                                          <p:spTgt spid="16"/>
                                        </p:tgtEl>
                                        <p:attrNameLst>
                                          <p:attrName>ppt_x</p:attrName>
                                        </p:attrNameLst>
                                      </p:cBhvr>
                                      <p:tavLst>
                                        <p:tav tm="0">
                                          <p:val>
                                            <p:strVal val="#ppt_x"/>
                                          </p:val>
                                        </p:tav>
                                        <p:tav tm="100000">
                                          <p:val>
                                            <p:strVal val="#ppt_x"/>
                                          </p:val>
                                        </p:tav>
                                      </p:tavLst>
                                    </p:anim>
                                    <p:anim calcmode="lin" valueType="num">
                                      <p:cBhvr>
                                        <p:cTn id="4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1000"/>
                                        <p:tgtEl>
                                          <p:spTgt spid="38"/>
                                        </p:tgtEl>
                                      </p:cBhvr>
                                    </p:animEffect>
                                    <p:anim calcmode="lin" valueType="num">
                                      <p:cBhvr>
                                        <p:cTn id="52" dur="1000" fill="hold"/>
                                        <p:tgtEl>
                                          <p:spTgt spid="38"/>
                                        </p:tgtEl>
                                        <p:attrNameLst>
                                          <p:attrName>ppt_x</p:attrName>
                                        </p:attrNameLst>
                                      </p:cBhvr>
                                      <p:tavLst>
                                        <p:tav tm="0">
                                          <p:val>
                                            <p:strVal val="#ppt_x"/>
                                          </p:val>
                                        </p:tav>
                                        <p:tav tm="100000">
                                          <p:val>
                                            <p:strVal val="#ppt_x"/>
                                          </p:val>
                                        </p:tav>
                                      </p:tavLst>
                                    </p:anim>
                                    <p:anim calcmode="lin" valueType="num">
                                      <p:cBhvr>
                                        <p:cTn id="53"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wipe(left)">
                                      <p:cBhvr>
                                        <p:cTn id="58" dur="500"/>
                                        <p:tgtEl>
                                          <p:spTgt spid="49"/>
                                        </p:tgtEl>
                                      </p:cBhvr>
                                    </p:animEffect>
                                  </p:childTnLst>
                                </p:cTn>
                              </p:par>
                              <p:par>
                                <p:cTn id="59" presetID="22" presetClass="entr" presetSubtype="8" fill="hold" nodeType="with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wipe(left)">
                                      <p:cBhvr>
                                        <p:cTn id="61" dur="500"/>
                                        <p:tgtEl>
                                          <p:spTgt spid="4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down)">
                                      <p:cBhvr>
                                        <p:cTn id="6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27" grpId="0"/>
      <p:bldP spid="40" grpId="0"/>
      <p:bldP spid="49" grpId="0"/>
      <p:bldP spid="4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会话记忆隔离</a:t>
            </a:r>
          </a:p>
        </p:txBody>
      </p:sp>
      <p:sp>
        <p:nvSpPr>
          <p:cNvPr id="17" name="内容占位符 1">
            <a:extLst>
              <a:ext uri="{FF2B5EF4-FFF2-40B4-BE49-F238E27FC236}">
                <a16:creationId xmlns:a16="http://schemas.microsoft.com/office/drawing/2014/main" id="{95894B3D-FC27-4787-B668-E18CC9DF6DBA}"/>
              </a:ext>
            </a:extLst>
          </p:cNvPr>
          <p:cNvSpPr txBox="1">
            <a:spLocks/>
          </p:cNvSpPr>
          <p:nvPr/>
        </p:nvSpPr>
        <p:spPr>
          <a:xfrm>
            <a:off x="443028" y="1032881"/>
            <a:ext cx="5016296" cy="26941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en-US" altLang="zh-CN" dirty="0">
                <a:solidFill>
                  <a:srgbClr val="2F2F2F"/>
                </a:solidFill>
              </a:rPr>
              <a:t>1.</a:t>
            </a:r>
            <a:r>
              <a:rPr lang="zh-CN" altLang="en-US" dirty="0">
                <a:solidFill>
                  <a:srgbClr val="2F2F2F"/>
                </a:solidFill>
              </a:rPr>
              <a:t>定义会话记忆对象提供者</a:t>
            </a:r>
            <a:endParaRPr lang="en-US" altLang="zh-CN" dirty="0">
              <a:solidFill>
                <a:srgbClr val="2F2F2F"/>
              </a:solidFill>
            </a:endParaRPr>
          </a:p>
          <a:p>
            <a:pPr marL="0" indent="0">
              <a:lnSpc>
                <a:spcPct val="150000"/>
              </a:lnSpc>
              <a:buNone/>
              <a:defRPr/>
            </a:pPr>
            <a:r>
              <a:rPr lang="en-US" altLang="zh-CN" dirty="0">
                <a:solidFill>
                  <a:srgbClr val="2F2F2F"/>
                </a:solidFill>
              </a:rPr>
              <a:t>2.</a:t>
            </a:r>
            <a:r>
              <a:rPr lang="zh-CN" altLang="en-US" dirty="0">
                <a:solidFill>
                  <a:srgbClr val="2F2F2F"/>
                </a:solidFill>
              </a:rPr>
              <a:t>配置会话记忆对象提供者</a:t>
            </a:r>
            <a:endParaRPr lang="en-US" altLang="zh-CN" dirty="0">
              <a:solidFill>
                <a:srgbClr val="2F2F2F"/>
              </a:solidFill>
            </a:endParaRPr>
          </a:p>
          <a:p>
            <a:pPr marL="0" indent="0">
              <a:lnSpc>
                <a:spcPct val="150000"/>
              </a:lnSpc>
              <a:buNone/>
              <a:defRPr/>
            </a:pPr>
            <a:r>
              <a:rPr lang="en-US" altLang="zh-CN" dirty="0">
                <a:solidFill>
                  <a:srgbClr val="2F2F2F"/>
                </a:solidFill>
              </a:rPr>
              <a:t>3.ConsultantService</a:t>
            </a:r>
            <a:r>
              <a:rPr lang="zh-CN" altLang="en-US" dirty="0">
                <a:solidFill>
                  <a:srgbClr val="2F2F2F"/>
                </a:solidFill>
              </a:rPr>
              <a:t>接口方法中添加参数</a:t>
            </a:r>
            <a:r>
              <a:rPr lang="en-US" altLang="zh-CN" dirty="0" err="1">
                <a:solidFill>
                  <a:srgbClr val="2F2F2F"/>
                </a:solidFill>
              </a:rPr>
              <a:t>memoryId</a:t>
            </a:r>
            <a:endParaRPr lang="en-US" altLang="zh-CN" dirty="0">
              <a:solidFill>
                <a:srgbClr val="2F2F2F"/>
              </a:solidFill>
            </a:endParaRPr>
          </a:p>
          <a:p>
            <a:pPr marL="0" indent="0">
              <a:lnSpc>
                <a:spcPct val="150000"/>
              </a:lnSpc>
              <a:buNone/>
              <a:defRPr/>
            </a:pPr>
            <a:r>
              <a:rPr lang="en-US" altLang="zh-CN" dirty="0">
                <a:solidFill>
                  <a:srgbClr val="2F2F2F"/>
                </a:solidFill>
              </a:rPr>
              <a:t>4.Controller</a:t>
            </a:r>
            <a:r>
              <a:rPr lang="zh-CN" altLang="en-US" dirty="0">
                <a:solidFill>
                  <a:srgbClr val="2F2F2F"/>
                </a:solidFill>
              </a:rPr>
              <a:t>中</a:t>
            </a:r>
            <a:r>
              <a:rPr lang="en-US" altLang="zh-CN" dirty="0">
                <a:solidFill>
                  <a:srgbClr val="2F2F2F"/>
                </a:solidFill>
              </a:rPr>
              <a:t>chat</a:t>
            </a:r>
            <a:r>
              <a:rPr lang="zh-CN" altLang="en-US" dirty="0">
                <a:solidFill>
                  <a:srgbClr val="2F2F2F"/>
                </a:solidFill>
              </a:rPr>
              <a:t>接口接收</a:t>
            </a:r>
            <a:r>
              <a:rPr lang="en-US" altLang="zh-CN" dirty="0" err="1">
                <a:solidFill>
                  <a:srgbClr val="2F2F2F"/>
                </a:solidFill>
              </a:rPr>
              <a:t>memoryId</a:t>
            </a:r>
            <a:endParaRPr lang="en-US" altLang="zh-CN" dirty="0">
              <a:solidFill>
                <a:srgbClr val="2F2F2F"/>
              </a:solidFill>
            </a:endParaRPr>
          </a:p>
          <a:p>
            <a:pPr marL="0" indent="0">
              <a:lnSpc>
                <a:spcPct val="150000"/>
              </a:lnSpc>
              <a:buNone/>
              <a:defRPr/>
            </a:pPr>
            <a:r>
              <a:rPr lang="en-US" altLang="zh-CN" dirty="0">
                <a:solidFill>
                  <a:srgbClr val="2F2F2F"/>
                </a:solidFill>
              </a:rPr>
              <a:t>5.</a:t>
            </a:r>
            <a:r>
              <a:rPr lang="zh-CN" altLang="en-US" dirty="0">
                <a:solidFill>
                  <a:srgbClr val="2F2F2F"/>
                </a:solidFill>
              </a:rPr>
              <a:t>前端页面请求时传递</a:t>
            </a:r>
            <a:r>
              <a:rPr lang="en-US" altLang="zh-CN" dirty="0" err="1">
                <a:solidFill>
                  <a:srgbClr val="2F2F2F"/>
                </a:solidFill>
              </a:rPr>
              <a:t>memoryId</a:t>
            </a:r>
            <a:endParaRPr lang="en-US" altLang="zh-CN" dirty="0">
              <a:solidFill>
                <a:srgbClr val="2F2F2F"/>
              </a:solidFill>
            </a:endParaRPr>
          </a:p>
        </p:txBody>
      </p:sp>
      <p:grpSp>
        <p:nvGrpSpPr>
          <p:cNvPr id="6" name="组合 5">
            <a:extLst>
              <a:ext uri="{FF2B5EF4-FFF2-40B4-BE49-F238E27FC236}">
                <a16:creationId xmlns:a16="http://schemas.microsoft.com/office/drawing/2014/main" id="{0E98DC70-6AAA-4391-A81F-1B665A84F41F}"/>
              </a:ext>
            </a:extLst>
          </p:cNvPr>
          <p:cNvGrpSpPr/>
          <p:nvPr/>
        </p:nvGrpSpPr>
        <p:grpSpPr>
          <a:xfrm>
            <a:off x="5459327" y="573607"/>
            <a:ext cx="6492407" cy="3826198"/>
            <a:chOff x="5408148" y="1032879"/>
            <a:chExt cx="6492407" cy="3826199"/>
          </a:xfrm>
        </p:grpSpPr>
        <p:sp>
          <p:nvSpPr>
            <p:cNvPr id="19" name="矩形: 圆角 18">
              <a:extLst>
                <a:ext uri="{FF2B5EF4-FFF2-40B4-BE49-F238E27FC236}">
                  <a16:creationId xmlns:a16="http://schemas.microsoft.com/office/drawing/2014/main" id="{7D6B9EF1-D9E8-46B8-9327-F52343C105A7}"/>
                </a:ext>
              </a:extLst>
            </p:cNvPr>
            <p:cNvSpPr/>
            <p:nvPr/>
          </p:nvSpPr>
          <p:spPr>
            <a:xfrm>
              <a:off x="5408148" y="1032879"/>
              <a:ext cx="6492407" cy="3826199"/>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0" name="任意多边形: 形状 19">
              <a:extLst>
                <a:ext uri="{FF2B5EF4-FFF2-40B4-BE49-F238E27FC236}">
                  <a16:creationId xmlns:a16="http://schemas.microsoft.com/office/drawing/2014/main" id="{B1DD2FCD-73DC-444A-B3D8-01103C4BC341}"/>
                </a:ext>
              </a:extLst>
            </p:cNvPr>
            <p:cNvSpPr/>
            <p:nvPr/>
          </p:nvSpPr>
          <p:spPr>
            <a:xfrm>
              <a:off x="5408148" y="1054618"/>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1" name="组合 20">
              <a:extLst>
                <a:ext uri="{FF2B5EF4-FFF2-40B4-BE49-F238E27FC236}">
                  <a16:creationId xmlns:a16="http://schemas.microsoft.com/office/drawing/2014/main" id="{DB7C4016-4990-4C30-8471-C45B5DE4F78C}"/>
                </a:ext>
              </a:extLst>
            </p:cNvPr>
            <p:cNvGrpSpPr/>
            <p:nvPr/>
          </p:nvGrpSpPr>
          <p:grpSpPr>
            <a:xfrm>
              <a:off x="5573900" y="1140088"/>
              <a:ext cx="771634" cy="133081"/>
              <a:chOff x="2016841" y="2587412"/>
              <a:chExt cx="730275" cy="133081"/>
            </a:xfrm>
          </p:grpSpPr>
          <p:sp>
            <p:nvSpPr>
              <p:cNvPr id="23" name="椭圆 22">
                <a:extLst>
                  <a:ext uri="{FF2B5EF4-FFF2-40B4-BE49-F238E27FC236}">
                    <a16:creationId xmlns:a16="http://schemas.microsoft.com/office/drawing/2014/main" id="{5E52AD53-42D7-4585-80A4-A2CE7B4A7A84}"/>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5" name="椭圆 24">
                <a:extLst>
                  <a:ext uri="{FF2B5EF4-FFF2-40B4-BE49-F238E27FC236}">
                    <a16:creationId xmlns:a16="http://schemas.microsoft.com/office/drawing/2014/main" id="{648F5907-8A5D-49CA-8E7B-E15CFCF738F0}"/>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8" name="椭圆 27">
                <a:extLst>
                  <a:ext uri="{FF2B5EF4-FFF2-40B4-BE49-F238E27FC236}">
                    <a16:creationId xmlns:a16="http://schemas.microsoft.com/office/drawing/2014/main" id="{6711B3AD-96F6-430F-B0F5-DC4B6B2621A9}"/>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4" name="Rectangle 1">
              <a:extLst>
                <a:ext uri="{FF2B5EF4-FFF2-40B4-BE49-F238E27FC236}">
                  <a16:creationId xmlns:a16="http://schemas.microsoft.com/office/drawing/2014/main" id="{1E21E36A-5145-4937-9B4E-170183F42898}"/>
                </a:ext>
              </a:extLst>
            </p:cNvPr>
            <p:cNvSpPr>
              <a:spLocks noChangeArrowheads="1"/>
            </p:cNvSpPr>
            <p:nvPr/>
          </p:nvSpPr>
          <p:spPr bwMode="auto">
            <a:xfrm>
              <a:off x="5573900" y="1327849"/>
              <a:ext cx="5889410" cy="344620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@Bean</a:t>
              </a:r>
              <a:br>
                <a:rPr lang="zh-CN" altLang="zh-CN" sz="1300" dirty="0">
                  <a:solidFill>
                    <a:srgbClr val="9E880D"/>
                  </a:solidFill>
                  <a:latin typeface="Arial Unicode MS"/>
                  <a:ea typeface="JetBrains Mono"/>
                </a:rPr>
              </a:b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ChatMemoryProvider </a:t>
              </a:r>
              <a:r>
                <a:rPr lang="zh-CN" altLang="zh-CN" sz="1300" dirty="0">
                  <a:solidFill>
                    <a:srgbClr val="00627A"/>
                  </a:solidFill>
                  <a:latin typeface="Arial Unicode MS"/>
                  <a:ea typeface="JetBrains Mono"/>
                </a:rPr>
                <a:t>chatMemoryProvider</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ChatMemoryProvider chatMemoryProvider </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new </a:t>
              </a:r>
              <a:r>
                <a:rPr lang="zh-CN" altLang="zh-CN" sz="1300" dirty="0">
                  <a:solidFill>
                    <a:srgbClr val="000000"/>
                  </a:solidFill>
                  <a:latin typeface="Arial Unicode MS"/>
                  <a:ea typeface="JetBrains Mono"/>
                </a:rPr>
                <a:t>ChatMemoryProvider</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@Override</a:t>
              </a:r>
              <a:br>
                <a:rPr lang="zh-CN" altLang="zh-CN" sz="1300" dirty="0">
                  <a:solidFill>
                    <a:srgbClr val="9E880D"/>
                  </a:solidFill>
                  <a:latin typeface="Arial Unicode MS"/>
                  <a:ea typeface="JetBrains Mono"/>
                </a:rPr>
              </a:br>
              <a:r>
                <a:rPr lang="zh-CN" altLang="zh-CN" sz="1300" dirty="0">
                  <a:solidFill>
                    <a:srgbClr val="9E880D"/>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ChatMemory </a:t>
              </a:r>
              <a:r>
                <a:rPr lang="zh-CN" altLang="zh-CN" sz="1300" dirty="0">
                  <a:solidFill>
                    <a:srgbClr val="00627A"/>
                  </a:solidFill>
                  <a:latin typeface="Arial Unicode MS"/>
                  <a:ea typeface="JetBrains Mono"/>
                </a:rPr>
                <a:t>get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MessageWindowChatMemory</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.id(</a:t>
              </a:r>
              <a:r>
                <a:rPr lang="zh-CN" altLang="zh-CN" sz="1300" dirty="0">
                  <a:solidFill>
                    <a:srgbClr val="000000"/>
                  </a:solidFill>
                  <a:latin typeface="Arial Unicode MS"/>
                  <a:ea typeface="JetBrains Mono"/>
                </a:rPr>
                <a:t>memoryId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.maxMessages(</a:t>
              </a:r>
              <a:r>
                <a:rPr lang="zh-CN" altLang="zh-CN" sz="1300" dirty="0">
                  <a:solidFill>
                    <a:srgbClr val="1750EB"/>
                  </a:solidFill>
                  <a:latin typeface="Arial Unicode MS"/>
                  <a:ea typeface="JetBrains Mono"/>
                </a:rPr>
                <a:t>20</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chatMemoryProvider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grpSp>
        <p:nvGrpSpPr>
          <p:cNvPr id="8" name="组合 7">
            <a:extLst>
              <a:ext uri="{FF2B5EF4-FFF2-40B4-BE49-F238E27FC236}">
                <a16:creationId xmlns:a16="http://schemas.microsoft.com/office/drawing/2014/main" id="{BF65AA3F-31E2-46A5-A451-D1AD4747950B}"/>
              </a:ext>
            </a:extLst>
          </p:cNvPr>
          <p:cNvGrpSpPr/>
          <p:nvPr/>
        </p:nvGrpSpPr>
        <p:grpSpPr>
          <a:xfrm>
            <a:off x="5459327" y="4485279"/>
            <a:ext cx="6492407" cy="2211533"/>
            <a:chOff x="5459324" y="4485275"/>
            <a:chExt cx="6492407" cy="2211532"/>
          </a:xfrm>
        </p:grpSpPr>
        <p:sp>
          <p:nvSpPr>
            <p:cNvPr id="34" name="矩形: 圆角 33">
              <a:extLst>
                <a:ext uri="{FF2B5EF4-FFF2-40B4-BE49-F238E27FC236}">
                  <a16:creationId xmlns:a16="http://schemas.microsoft.com/office/drawing/2014/main" id="{A1B6A777-CB22-49E1-AF1C-E47C36347AD4}"/>
                </a:ext>
              </a:extLst>
            </p:cNvPr>
            <p:cNvSpPr/>
            <p:nvPr/>
          </p:nvSpPr>
          <p:spPr>
            <a:xfrm>
              <a:off x="5459324" y="4485275"/>
              <a:ext cx="6492407" cy="2211530"/>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5" name="任意多边形: 形状 34">
              <a:extLst>
                <a:ext uri="{FF2B5EF4-FFF2-40B4-BE49-F238E27FC236}">
                  <a16:creationId xmlns:a16="http://schemas.microsoft.com/office/drawing/2014/main" id="{A102686C-B447-421A-A5E6-E5D9287C3AB4}"/>
                </a:ext>
              </a:extLst>
            </p:cNvPr>
            <p:cNvSpPr/>
            <p:nvPr/>
          </p:nvSpPr>
          <p:spPr>
            <a:xfrm>
              <a:off x="5459324" y="4507013"/>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36" name="组合 35">
              <a:extLst>
                <a:ext uri="{FF2B5EF4-FFF2-40B4-BE49-F238E27FC236}">
                  <a16:creationId xmlns:a16="http://schemas.microsoft.com/office/drawing/2014/main" id="{EFC355AB-31F3-4530-BC0C-2F263AA89B69}"/>
                </a:ext>
              </a:extLst>
            </p:cNvPr>
            <p:cNvGrpSpPr/>
            <p:nvPr/>
          </p:nvGrpSpPr>
          <p:grpSpPr>
            <a:xfrm>
              <a:off x="5625076" y="4592483"/>
              <a:ext cx="771634" cy="133081"/>
              <a:chOff x="2016841" y="2587412"/>
              <a:chExt cx="730275" cy="133081"/>
            </a:xfrm>
          </p:grpSpPr>
          <p:sp>
            <p:nvSpPr>
              <p:cNvPr id="42" name="椭圆 41">
                <a:extLst>
                  <a:ext uri="{FF2B5EF4-FFF2-40B4-BE49-F238E27FC236}">
                    <a16:creationId xmlns:a16="http://schemas.microsoft.com/office/drawing/2014/main" id="{919C1CF5-6F5D-46E3-8B41-765BF729C493}"/>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3" name="椭圆 42">
                <a:extLst>
                  <a:ext uri="{FF2B5EF4-FFF2-40B4-BE49-F238E27FC236}">
                    <a16:creationId xmlns:a16="http://schemas.microsoft.com/office/drawing/2014/main" id="{1BAD9056-6402-4FC2-981F-53B9A08591BB}"/>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4" name="椭圆 43">
                <a:extLst>
                  <a:ext uri="{FF2B5EF4-FFF2-40B4-BE49-F238E27FC236}">
                    <a16:creationId xmlns:a16="http://schemas.microsoft.com/office/drawing/2014/main" id="{94A11727-F22E-4E04-B31A-C77EC166146F}"/>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7" name="Rectangle 2">
              <a:extLst>
                <a:ext uri="{FF2B5EF4-FFF2-40B4-BE49-F238E27FC236}">
                  <a16:creationId xmlns:a16="http://schemas.microsoft.com/office/drawing/2014/main" id="{F2331913-1173-46FD-8BDF-B3BE34D488DD}"/>
                </a:ext>
              </a:extLst>
            </p:cNvPr>
            <p:cNvSpPr>
              <a:spLocks noChangeArrowheads="1"/>
            </p:cNvSpPr>
            <p:nvPr/>
          </p:nvSpPr>
          <p:spPr bwMode="auto">
            <a:xfrm>
              <a:off x="5625076" y="4811035"/>
              <a:ext cx="4720856" cy="188577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@AiService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wiringMode = </a:t>
              </a:r>
              <a:r>
                <a:rPr lang="zh-CN" altLang="zh-CN" sz="1300" dirty="0">
                  <a:solidFill>
                    <a:srgbClr val="000000"/>
                  </a:solidFill>
                  <a:latin typeface="Arial Unicode MS"/>
                  <a:ea typeface="JetBrains Mono"/>
                </a:rPr>
                <a:t>AiServiceWiringMode</a:t>
              </a:r>
              <a:r>
                <a:rPr lang="zh-CN" altLang="zh-CN" sz="1300" dirty="0">
                  <a:solidFill>
                    <a:srgbClr val="080808"/>
                  </a:solidFill>
                  <a:latin typeface="Arial Unicode MS"/>
                  <a:ea typeface="JetBrains Mono"/>
                </a:rPr>
                <a:t>.</a:t>
              </a:r>
              <a:r>
                <a:rPr lang="zh-CN" altLang="zh-CN" sz="1300" i="1" dirty="0">
                  <a:solidFill>
                    <a:srgbClr val="871094"/>
                  </a:solidFill>
                  <a:latin typeface="Arial Unicode MS"/>
                  <a:ea typeface="JetBrains Mono"/>
                </a:rPr>
                <a:t>EXPLICIT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chatModel = </a:t>
              </a:r>
              <a:r>
                <a:rPr lang="zh-CN" altLang="zh-CN" sz="1300" dirty="0">
                  <a:solidFill>
                    <a:srgbClr val="067D17"/>
                  </a:solidFill>
                  <a:latin typeface="Arial Unicode MS"/>
                  <a:ea typeface="JetBrains Mono"/>
                </a:rPr>
                <a:t>"openAiChatModel"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streamingChatModel = </a:t>
              </a:r>
              <a:r>
                <a:rPr lang="zh-CN" altLang="zh-CN" sz="1300" dirty="0">
                  <a:solidFill>
                    <a:srgbClr val="067D17"/>
                  </a:solidFill>
                  <a:latin typeface="Arial Unicode MS"/>
                  <a:ea typeface="JetBrains Mono"/>
                </a:rPr>
                <a:t>"openAiStreamingChatModel"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chatMemory = </a:t>
              </a:r>
              <a:r>
                <a:rPr lang="zh-CN" altLang="zh-CN" sz="1300" dirty="0">
                  <a:solidFill>
                    <a:srgbClr val="067D17"/>
                  </a:solidFill>
                  <a:latin typeface="Arial Unicode MS"/>
                  <a:ea typeface="JetBrains Mono"/>
                </a:rPr>
                <a:t>"chatMemory"</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chatMemoryProvider = </a:t>
              </a:r>
              <a:r>
                <a:rPr lang="zh-CN" altLang="zh-CN" sz="1300" dirty="0">
                  <a:solidFill>
                    <a:srgbClr val="067D17"/>
                  </a:solidFill>
                  <a:latin typeface="Arial Unicode MS"/>
                  <a:ea typeface="JetBrains Mono"/>
                </a:rPr>
                <a:t>"chatMemoryProvider"</a:t>
              </a:r>
              <a:br>
                <a:rPr lang="zh-CN" altLang="zh-CN" sz="1300" dirty="0">
                  <a:solidFill>
                    <a:srgbClr val="067D17"/>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grpSp>
        <p:nvGrpSpPr>
          <p:cNvPr id="11" name="组合 10">
            <a:extLst>
              <a:ext uri="{FF2B5EF4-FFF2-40B4-BE49-F238E27FC236}">
                <a16:creationId xmlns:a16="http://schemas.microsoft.com/office/drawing/2014/main" id="{DBACE438-0C4C-44F9-9363-ACEE3AA1F6EC}"/>
              </a:ext>
            </a:extLst>
          </p:cNvPr>
          <p:cNvGrpSpPr/>
          <p:nvPr/>
        </p:nvGrpSpPr>
        <p:grpSpPr>
          <a:xfrm>
            <a:off x="538701" y="4171923"/>
            <a:ext cx="4483379" cy="2524887"/>
            <a:chOff x="555852" y="3727059"/>
            <a:chExt cx="4483378" cy="2524886"/>
          </a:xfrm>
        </p:grpSpPr>
        <p:sp>
          <p:nvSpPr>
            <p:cNvPr id="46" name="矩形: 圆角 45">
              <a:extLst>
                <a:ext uri="{FF2B5EF4-FFF2-40B4-BE49-F238E27FC236}">
                  <a16:creationId xmlns:a16="http://schemas.microsoft.com/office/drawing/2014/main" id="{DA6BA823-C51F-4AAE-BCA5-6C5823BE5874}"/>
                </a:ext>
              </a:extLst>
            </p:cNvPr>
            <p:cNvSpPr/>
            <p:nvPr/>
          </p:nvSpPr>
          <p:spPr>
            <a:xfrm>
              <a:off x="555852" y="3727059"/>
              <a:ext cx="4483378" cy="2524886"/>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7" name="任意多边形: 形状 46">
              <a:extLst>
                <a:ext uri="{FF2B5EF4-FFF2-40B4-BE49-F238E27FC236}">
                  <a16:creationId xmlns:a16="http://schemas.microsoft.com/office/drawing/2014/main" id="{2FCB6622-90BB-45F0-97EC-A8DEBE34B983}"/>
                </a:ext>
              </a:extLst>
            </p:cNvPr>
            <p:cNvSpPr/>
            <p:nvPr/>
          </p:nvSpPr>
          <p:spPr>
            <a:xfrm>
              <a:off x="555852" y="3748796"/>
              <a:ext cx="4483378"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50" name="组合 49">
              <a:extLst>
                <a:ext uri="{FF2B5EF4-FFF2-40B4-BE49-F238E27FC236}">
                  <a16:creationId xmlns:a16="http://schemas.microsoft.com/office/drawing/2014/main" id="{63A356A5-A7E7-4D84-9D21-3D3E7CEA0E61}"/>
                </a:ext>
              </a:extLst>
            </p:cNvPr>
            <p:cNvGrpSpPr/>
            <p:nvPr/>
          </p:nvGrpSpPr>
          <p:grpSpPr>
            <a:xfrm>
              <a:off x="721603" y="3834266"/>
              <a:ext cx="771634" cy="133081"/>
              <a:chOff x="2016841" y="2587412"/>
              <a:chExt cx="730275" cy="133081"/>
            </a:xfrm>
          </p:grpSpPr>
          <p:sp>
            <p:nvSpPr>
              <p:cNvPr id="52" name="椭圆 51">
                <a:extLst>
                  <a:ext uri="{FF2B5EF4-FFF2-40B4-BE49-F238E27FC236}">
                    <a16:creationId xmlns:a16="http://schemas.microsoft.com/office/drawing/2014/main" id="{270E0FE1-A42D-46F2-9304-F059463CECF9}"/>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53" name="椭圆 52">
                <a:extLst>
                  <a:ext uri="{FF2B5EF4-FFF2-40B4-BE49-F238E27FC236}">
                    <a16:creationId xmlns:a16="http://schemas.microsoft.com/office/drawing/2014/main" id="{7AF56D59-BD7C-44B2-BEE7-729B60D10BEB}"/>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54" name="椭圆 53">
                <a:extLst>
                  <a:ext uri="{FF2B5EF4-FFF2-40B4-BE49-F238E27FC236}">
                    <a16:creationId xmlns:a16="http://schemas.microsoft.com/office/drawing/2014/main" id="{F4C58806-261B-4F32-A37D-CAFE058F2E90}"/>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10" name="Rectangle 4">
              <a:extLst>
                <a:ext uri="{FF2B5EF4-FFF2-40B4-BE49-F238E27FC236}">
                  <a16:creationId xmlns:a16="http://schemas.microsoft.com/office/drawing/2014/main" id="{D936C25F-A396-4DC8-B251-FDC7E0A6233E}"/>
                </a:ext>
              </a:extLst>
            </p:cNvPr>
            <p:cNvSpPr>
              <a:spLocks noChangeArrowheads="1"/>
            </p:cNvSpPr>
            <p:nvPr/>
          </p:nvSpPr>
          <p:spPr bwMode="auto">
            <a:xfrm>
              <a:off x="721603" y="4146372"/>
              <a:ext cx="4029739" cy="188577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ConsultantService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@SystemMessage</a:t>
              </a:r>
              <a:r>
                <a:rPr lang="zh-CN" altLang="zh-CN" sz="1300" dirty="0">
                  <a:solidFill>
                    <a:srgbClr val="080808"/>
                  </a:solidFill>
                  <a:latin typeface="Arial Unicode MS"/>
                  <a:ea typeface="JetBrains Mono"/>
                </a:rPr>
                <a:t>(fromResource = </a:t>
              </a:r>
              <a:r>
                <a:rPr lang="zh-CN" altLang="zh-CN" sz="1300" dirty="0">
                  <a:solidFill>
                    <a:srgbClr val="067D17"/>
                  </a:solidFill>
                  <a:latin typeface="Arial Unicode MS"/>
                  <a:ea typeface="JetBrains Mono"/>
                </a:rPr>
                <a:t>"system.txt"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Flux</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String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chat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@MemoryId </a:t>
              </a:r>
              <a:r>
                <a:rPr lang="zh-CN" altLang="zh-CN" sz="1300" dirty="0">
                  <a:solidFill>
                    <a:srgbClr val="000000"/>
                  </a:solidFill>
                  <a:latin typeface="Arial Unicode MS"/>
                  <a:ea typeface="JetBrains Mono"/>
                </a:rPr>
                <a:t>String memoryId</a:t>
              </a:r>
              <a:br>
                <a:rPr lang="zh-CN" altLang="zh-CN" sz="1300" dirty="0">
                  <a:solidFill>
                    <a:srgbClr val="000000"/>
                  </a:solidFill>
                  <a:latin typeface="Arial Unicode MS"/>
                  <a:ea typeface="JetBrains Mono"/>
                </a:rPr>
              </a:br>
              <a:r>
                <a:rPr lang="zh-CN" altLang="zh-CN" sz="1300" dirty="0">
                  <a:solidFill>
                    <a:srgbClr val="000000"/>
                  </a:solidFill>
                  <a:latin typeface="Arial Unicode MS"/>
                  <a:ea typeface="JetBrains Mono"/>
                </a:rPr>
                <a:t>            </a:t>
              </a: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@UserMessage </a:t>
              </a:r>
              <a:r>
                <a:rPr lang="zh-CN" altLang="zh-CN" sz="1300" dirty="0">
                  <a:solidFill>
                    <a:srgbClr val="000000"/>
                  </a:solidFill>
                  <a:latin typeface="Arial Unicode MS"/>
                  <a:ea typeface="JetBrains Mono"/>
                </a:rPr>
                <a:t>String message</a:t>
              </a:r>
              <a:br>
                <a:rPr lang="zh-CN" altLang="zh-CN" sz="1300" dirty="0">
                  <a:solidFill>
                    <a:srgbClr val="000000"/>
                  </a:solidFill>
                  <a:latin typeface="Arial Unicode MS"/>
                  <a:ea typeface="JetBrains Mono"/>
                </a:rPr>
              </a:br>
              <a:r>
                <a:rPr lang="zh-CN" altLang="zh-CN" sz="1300" dirty="0">
                  <a:solidFill>
                    <a:srgbClr val="000000"/>
                  </a:solidFill>
                  <a:latin typeface="Arial Unicode MS"/>
                  <a:ea typeface="JetBrains Mono"/>
                </a:rPr>
                <a:t>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sp>
        <p:nvSpPr>
          <p:cNvPr id="29" name="矩形 28">
            <a:extLst>
              <a:ext uri="{FF2B5EF4-FFF2-40B4-BE49-F238E27FC236}">
                <a16:creationId xmlns:a16="http://schemas.microsoft.com/office/drawing/2014/main" id="{A319B213-C06B-4344-95C6-9DA0FE47C798}"/>
              </a:ext>
            </a:extLst>
          </p:cNvPr>
          <p:cNvSpPr/>
          <p:nvPr/>
        </p:nvSpPr>
        <p:spPr>
          <a:xfrm>
            <a:off x="6010896" y="6148608"/>
            <a:ext cx="3676029" cy="261717"/>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30" name="直接连接符 29">
            <a:extLst>
              <a:ext uri="{FF2B5EF4-FFF2-40B4-BE49-F238E27FC236}">
                <a16:creationId xmlns:a16="http://schemas.microsoft.com/office/drawing/2014/main" id="{DD73D85C-382E-4A23-B063-A903633A35BA}"/>
              </a:ext>
            </a:extLst>
          </p:cNvPr>
          <p:cNvCxnSpPr>
            <a:cxnSpLocks/>
          </p:cNvCxnSpPr>
          <p:nvPr/>
        </p:nvCxnSpPr>
        <p:spPr>
          <a:xfrm>
            <a:off x="6029005" y="6030970"/>
            <a:ext cx="2372045" cy="0"/>
          </a:xfrm>
          <a:prstGeom prst="line">
            <a:avLst/>
          </a:prstGeom>
          <a:ln>
            <a:solidFill>
              <a:srgbClr val="C00000"/>
            </a:solidFill>
          </a:ln>
        </p:spPr>
        <p:style>
          <a:lnRef idx="3">
            <a:schemeClr val="accent1"/>
          </a:lnRef>
          <a:fillRef idx="0">
            <a:schemeClr val="accent1"/>
          </a:fillRef>
          <a:effectRef idx="2">
            <a:schemeClr val="accent1"/>
          </a:effectRef>
          <a:fontRef idx="minor">
            <a:schemeClr val="tx1"/>
          </a:fontRef>
        </p:style>
      </p:cxnSp>
      <p:sp>
        <p:nvSpPr>
          <p:cNvPr id="32" name="矩形 31">
            <a:extLst>
              <a:ext uri="{FF2B5EF4-FFF2-40B4-BE49-F238E27FC236}">
                <a16:creationId xmlns:a16="http://schemas.microsoft.com/office/drawing/2014/main" id="{EE4FDA57-E3F1-4BD8-9593-D1EF97BB985D}"/>
              </a:ext>
            </a:extLst>
          </p:cNvPr>
          <p:cNvSpPr/>
          <p:nvPr/>
        </p:nvSpPr>
        <p:spPr>
          <a:xfrm>
            <a:off x="1237759" y="5460185"/>
            <a:ext cx="2426918" cy="261717"/>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331952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1000"/>
                                        <p:tgtEl>
                                          <p:spTgt spid="29"/>
                                        </p:tgtEl>
                                      </p:cBhvr>
                                    </p:animEffect>
                                    <p:anim calcmode="lin" valueType="num">
                                      <p:cBhvr>
                                        <p:cTn id="25" dur="1000" fill="hold"/>
                                        <p:tgtEl>
                                          <p:spTgt spid="29"/>
                                        </p:tgtEl>
                                        <p:attrNameLst>
                                          <p:attrName>ppt_x</p:attrName>
                                        </p:attrNameLst>
                                      </p:cBhvr>
                                      <p:tavLst>
                                        <p:tav tm="0">
                                          <p:val>
                                            <p:strVal val="#ppt_x"/>
                                          </p:val>
                                        </p:tav>
                                        <p:tav tm="100000">
                                          <p:val>
                                            <p:strVal val="#ppt_x"/>
                                          </p:val>
                                        </p:tav>
                                      </p:tavLst>
                                    </p:anim>
                                    <p:anim calcmode="lin" valueType="num">
                                      <p:cBhvr>
                                        <p:cTn id="26" dur="1000" fill="hold"/>
                                        <p:tgtEl>
                                          <p:spTgt spid="29"/>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1000"/>
                                        <p:tgtEl>
                                          <p:spTgt spid="30"/>
                                        </p:tgtEl>
                                      </p:cBhvr>
                                    </p:animEffect>
                                    <p:anim calcmode="lin" valueType="num">
                                      <p:cBhvr>
                                        <p:cTn id="30" dur="1000" fill="hold"/>
                                        <p:tgtEl>
                                          <p:spTgt spid="30"/>
                                        </p:tgtEl>
                                        <p:attrNameLst>
                                          <p:attrName>ppt_x</p:attrName>
                                        </p:attrNameLst>
                                      </p:cBhvr>
                                      <p:tavLst>
                                        <p:tav tm="0">
                                          <p:val>
                                            <p:strVal val="#ppt_x"/>
                                          </p:val>
                                        </p:tav>
                                        <p:tav tm="100000">
                                          <p:val>
                                            <p:strVal val="#ppt_x"/>
                                          </p:val>
                                        </p:tav>
                                      </p:tavLst>
                                    </p:anim>
                                    <p:anim calcmode="lin" valueType="num">
                                      <p:cBhvr>
                                        <p:cTn id="3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1000"/>
                                        <p:tgtEl>
                                          <p:spTgt spid="32"/>
                                        </p:tgtEl>
                                      </p:cBhvr>
                                    </p:animEffect>
                                    <p:anim calcmode="lin" valueType="num">
                                      <p:cBhvr>
                                        <p:cTn id="42" dur="1000" fill="hold"/>
                                        <p:tgtEl>
                                          <p:spTgt spid="32"/>
                                        </p:tgtEl>
                                        <p:attrNameLst>
                                          <p:attrName>ppt_x</p:attrName>
                                        </p:attrNameLst>
                                      </p:cBhvr>
                                      <p:tavLst>
                                        <p:tav tm="0">
                                          <p:val>
                                            <p:strVal val="#ppt_x"/>
                                          </p:val>
                                        </p:tav>
                                        <p:tav tm="100000">
                                          <p:val>
                                            <p:strVal val="#ppt_x"/>
                                          </p:val>
                                        </p:tav>
                                      </p:tavLst>
                                    </p:anim>
                                    <p:anim calcmode="lin" valueType="num">
                                      <p:cBhvr>
                                        <p:cTn id="4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9" grpId="0" animBg="1"/>
      <p:bldP spid="3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48" name="矩形: 圆角 47">
            <a:extLst>
              <a:ext uri="{FF2B5EF4-FFF2-40B4-BE49-F238E27FC236}">
                <a16:creationId xmlns:a16="http://schemas.microsoft.com/office/drawing/2014/main" id="{4403155A-ED22-4D0F-BE92-29661E213A34}"/>
              </a:ext>
            </a:extLst>
          </p:cNvPr>
          <p:cNvSpPr/>
          <p:nvPr/>
        </p:nvSpPr>
        <p:spPr>
          <a:xfrm>
            <a:off x="6494576" y="3943633"/>
            <a:ext cx="5534741" cy="287183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会话记忆持久化</a:t>
            </a:r>
          </a:p>
        </p:txBody>
      </p:sp>
      <p:sp>
        <p:nvSpPr>
          <p:cNvPr id="29" name="内容占位符 1">
            <a:extLst>
              <a:ext uri="{FF2B5EF4-FFF2-40B4-BE49-F238E27FC236}">
                <a16:creationId xmlns:a16="http://schemas.microsoft.com/office/drawing/2014/main" id="{7FBAE5AF-D8AE-4C76-8E88-458B49BB4D07}"/>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刚才我们做的会话记忆，只要后端重启，会话记忆就没有了</a:t>
            </a:r>
            <a:endParaRPr lang="en-US" altLang="zh-CN" dirty="0">
              <a:solidFill>
                <a:srgbClr val="262626"/>
              </a:solidFill>
              <a:latin typeface="阿里巴巴普惠体"/>
              <a:ea typeface="阿里巴巴普惠体"/>
            </a:endParaRPr>
          </a:p>
        </p:txBody>
      </p:sp>
      <p:grpSp>
        <p:nvGrpSpPr>
          <p:cNvPr id="10" name="组合 9">
            <a:extLst>
              <a:ext uri="{FF2B5EF4-FFF2-40B4-BE49-F238E27FC236}">
                <a16:creationId xmlns:a16="http://schemas.microsoft.com/office/drawing/2014/main" id="{99913B08-221D-4C01-BBDA-897896AF4301}"/>
              </a:ext>
            </a:extLst>
          </p:cNvPr>
          <p:cNvGrpSpPr/>
          <p:nvPr/>
        </p:nvGrpSpPr>
        <p:grpSpPr>
          <a:xfrm>
            <a:off x="653409" y="2855607"/>
            <a:ext cx="5641067" cy="3826199"/>
            <a:chOff x="695938" y="1651500"/>
            <a:chExt cx="5641066" cy="3826199"/>
          </a:xfrm>
        </p:grpSpPr>
        <p:sp>
          <p:nvSpPr>
            <p:cNvPr id="16" name="矩形: 圆角 15">
              <a:extLst>
                <a:ext uri="{FF2B5EF4-FFF2-40B4-BE49-F238E27FC236}">
                  <a16:creationId xmlns:a16="http://schemas.microsoft.com/office/drawing/2014/main" id="{25708C08-A9EA-49B9-98D1-D35D460BB9E3}"/>
                </a:ext>
              </a:extLst>
            </p:cNvPr>
            <p:cNvSpPr/>
            <p:nvPr/>
          </p:nvSpPr>
          <p:spPr>
            <a:xfrm>
              <a:off x="695938" y="1651500"/>
              <a:ext cx="5534741" cy="3826199"/>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9" name="Rectangle 2">
              <a:extLst>
                <a:ext uri="{FF2B5EF4-FFF2-40B4-BE49-F238E27FC236}">
                  <a16:creationId xmlns:a16="http://schemas.microsoft.com/office/drawing/2014/main" id="{E30082B6-836A-4A3F-9B39-33B130DFE171}"/>
                </a:ext>
              </a:extLst>
            </p:cNvPr>
            <p:cNvSpPr>
              <a:spLocks noChangeArrowheads="1"/>
            </p:cNvSpPr>
            <p:nvPr/>
          </p:nvSpPr>
          <p:spPr bwMode="auto">
            <a:xfrm>
              <a:off x="839971" y="1711464"/>
              <a:ext cx="5497033" cy="370627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public class </a:t>
              </a:r>
              <a:r>
                <a:rPr lang="zh-CN" altLang="zh-CN" sz="1300" dirty="0">
                  <a:solidFill>
                    <a:srgbClr val="000000"/>
                  </a:solidFill>
                  <a:latin typeface="Arial Unicode MS"/>
                  <a:ea typeface="JetBrains Mono"/>
                </a:rPr>
                <a:t>MessageWindowChatMemory </a:t>
              </a:r>
              <a:r>
                <a:rPr lang="zh-CN" altLang="zh-CN" sz="1300" dirty="0">
                  <a:solidFill>
                    <a:srgbClr val="0033B3"/>
                  </a:solidFill>
                  <a:latin typeface="Arial Unicode MS"/>
                  <a:ea typeface="JetBrains Mono"/>
                </a:rPr>
                <a:t>implements </a:t>
              </a:r>
              <a:r>
                <a:rPr lang="zh-CN" altLang="zh-CN" sz="1300" dirty="0">
                  <a:solidFill>
                    <a:srgbClr val="000000"/>
                  </a:solidFill>
                  <a:latin typeface="Arial Unicode MS"/>
                  <a:ea typeface="JetBrains Mono"/>
                </a:rPr>
                <a:t>ChatMemory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private final </a:t>
              </a:r>
              <a:r>
                <a:rPr lang="zh-CN" altLang="zh-CN" sz="1300" dirty="0">
                  <a:solidFill>
                    <a:srgbClr val="000000"/>
                  </a:solidFill>
                  <a:latin typeface="Arial Unicode MS"/>
                  <a:ea typeface="JetBrains Mono"/>
                </a:rPr>
                <a:t>String </a:t>
              </a:r>
              <a:r>
                <a:rPr lang="zh-CN" altLang="zh-CN" sz="1300" dirty="0">
                  <a:solidFill>
                    <a:srgbClr val="871094"/>
                  </a:solidFill>
                  <a:latin typeface="Arial Unicode MS"/>
                  <a:ea typeface="JetBrains Mono"/>
                </a:rPr>
                <a:t>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private final </a:t>
              </a:r>
              <a:r>
                <a:rPr lang="zh-CN" altLang="zh-CN" sz="1300" dirty="0">
                  <a:solidFill>
                    <a:srgbClr val="000000"/>
                  </a:solidFill>
                  <a:latin typeface="Arial Unicode MS"/>
                  <a:ea typeface="JetBrains Mono"/>
                </a:rPr>
                <a:t>ChatMemoryStore </a:t>
              </a:r>
              <a:r>
                <a:rPr lang="zh-CN" altLang="zh-CN" sz="1300" dirty="0">
                  <a:solidFill>
                    <a:srgbClr val="871094"/>
                  </a:solidFill>
                  <a:latin typeface="Arial Unicode MS"/>
                  <a:ea typeface="JetBrains Mono"/>
                </a:rPr>
                <a:t>store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void </a:t>
              </a:r>
              <a:r>
                <a:rPr lang="zh-CN" altLang="zh-CN" sz="1300" dirty="0">
                  <a:solidFill>
                    <a:srgbClr val="00627A"/>
                  </a:solidFill>
                  <a:latin typeface="Arial Unicode MS"/>
                  <a:ea typeface="JetBrains Mono"/>
                </a:rPr>
                <a:t>add</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ChatMessage message</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this</a:t>
              </a:r>
              <a:r>
                <a:rPr lang="zh-CN" altLang="zh-CN" sz="1300" dirty="0">
                  <a:solidFill>
                    <a:srgbClr val="080808"/>
                  </a:solidFill>
                  <a:latin typeface="Arial Unicode MS"/>
                  <a:ea typeface="JetBrains Mono"/>
                </a:rPr>
                <a:t>.</a:t>
              </a:r>
              <a:r>
                <a:rPr lang="zh-CN" altLang="zh-CN" sz="1300" dirty="0">
                  <a:solidFill>
                    <a:srgbClr val="871094"/>
                  </a:solidFill>
                  <a:latin typeface="Arial Unicode MS"/>
                  <a:ea typeface="JetBrains Mono"/>
                </a:rPr>
                <a:t>store</a:t>
              </a:r>
              <a:r>
                <a:rPr lang="zh-CN" altLang="zh-CN" sz="1300" dirty="0">
                  <a:solidFill>
                    <a:srgbClr val="080808"/>
                  </a:solidFill>
                  <a:latin typeface="Arial Unicode MS"/>
                  <a:ea typeface="JetBrains Mono"/>
                </a:rPr>
                <a:t>.updateMessages(</a:t>
              </a:r>
              <a:r>
                <a:rPr lang="zh-CN" altLang="zh-CN" sz="1300" dirty="0">
                  <a:solidFill>
                    <a:srgbClr val="0033B3"/>
                  </a:solidFill>
                  <a:latin typeface="Arial Unicode MS"/>
                  <a:ea typeface="JetBrains Mono"/>
                </a:rPr>
                <a:t>this</a:t>
              </a:r>
              <a:r>
                <a:rPr lang="zh-CN" altLang="zh-CN" sz="1300" dirty="0">
                  <a:solidFill>
                    <a:srgbClr val="080808"/>
                  </a:solidFill>
                  <a:latin typeface="Arial Unicode MS"/>
                  <a:ea typeface="JetBrains Mono"/>
                </a:rPr>
                <a:t>.</a:t>
              </a:r>
              <a:r>
                <a:rPr lang="zh-CN" altLang="zh-CN" sz="1300" dirty="0">
                  <a:solidFill>
                    <a:srgbClr val="871094"/>
                  </a:solidFill>
                  <a:latin typeface="Arial Unicode MS"/>
                  <a:ea typeface="JetBrains Mono"/>
                </a:rPr>
                <a:t>id</a:t>
              </a:r>
              <a:r>
                <a:rPr lang="zh-CN" altLang="zh-CN" sz="1300" dirty="0">
                  <a:solidFill>
                    <a:srgbClr val="080808"/>
                  </a:solidFill>
                  <a:latin typeface="Arial Unicode MS"/>
                  <a:ea typeface="JetBrains Mono"/>
                </a:rPr>
                <a:t>, messages);</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messages</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this</a:t>
              </a:r>
              <a:r>
                <a:rPr lang="zh-CN" altLang="zh-CN" sz="1300" dirty="0">
                  <a:solidFill>
                    <a:srgbClr val="080808"/>
                  </a:solidFill>
                  <a:latin typeface="Arial Unicode MS"/>
                  <a:ea typeface="JetBrains Mono"/>
                </a:rPr>
                <a:t>.</a:t>
              </a:r>
              <a:r>
                <a:rPr lang="zh-CN" altLang="zh-CN" sz="1300" dirty="0">
                  <a:solidFill>
                    <a:srgbClr val="871094"/>
                  </a:solidFill>
                  <a:latin typeface="Arial Unicode MS"/>
                  <a:ea typeface="JetBrains Mono"/>
                </a:rPr>
                <a:t>store</a:t>
              </a:r>
              <a:r>
                <a:rPr lang="zh-CN" altLang="zh-CN" sz="1300" dirty="0">
                  <a:solidFill>
                    <a:srgbClr val="080808"/>
                  </a:solidFill>
                  <a:latin typeface="Arial Unicode MS"/>
                  <a:ea typeface="JetBrains Mono"/>
                </a:rPr>
                <a:t>.getMessages(</a:t>
              </a:r>
              <a:r>
                <a:rPr lang="zh-CN" altLang="zh-CN" sz="1300" dirty="0">
                  <a:solidFill>
                    <a:srgbClr val="0033B3"/>
                  </a:solidFill>
                  <a:latin typeface="Arial Unicode MS"/>
                  <a:ea typeface="JetBrains Mono"/>
                </a:rPr>
                <a:t>this</a:t>
              </a:r>
              <a:r>
                <a:rPr lang="zh-CN" altLang="zh-CN" sz="1300" dirty="0">
                  <a:solidFill>
                    <a:srgbClr val="080808"/>
                  </a:solidFill>
                  <a:latin typeface="Arial Unicode MS"/>
                  <a:ea typeface="JetBrains Mono"/>
                </a:rPr>
                <a:t>.</a:t>
              </a:r>
              <a:r>
                <a:rPr lang="zh-CN" altLang="zh-CN" sz="1300" dirty="0">
                  <a:solidFill>
                    <a:srgbClr val="871094"/>
                  </a:solidFill>
                  <a:latin typeface="Arial Unicode MS"/>
                  <a:ea typeface="JetBrains Mono"/>
                </a:rPr>
                <a:t>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void </a:t>
              </a:r>
              <a:r>
                <a:rPr lang="zh-CN" altLang="zh-CN" sz="1300" dirty="0">
                  <a:solidFill>
                    <a:srgbClr val="00627A"/>
                  </a:solidFill>
                  <a:latin typeface="Arial Unicode MS"/>
                  <a:ea typeface="JetBrains Mono"/>
                </a:rPr>
                <a:t>clear</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this</a:t>
              </a:r>
              <a:r>
                <a:rPr lang="zh-CN" altLang="zh-CN" sz="1300" dirty="0">
                  <a:solidFill>
                    <a:srgbClr val="080808"/>
                  </a:solidFill>
                  <a:latin typeface="Arial Unicode MS"/>
                  <a:ea typeface="JetBrains Mono"/>
                </a:rPr>
                <a:t>.</a:t>
              </a:r>
              <a:r>
                <a:rPr lang="zh-CN" altLang="zh-CN" sz="1300" dirty="0">
                  <a:solidFill>
                    <a:srgbClr val="871094"/>
                  </a:solidFill>
                  <a:latin typeface="Arial Unicode MS"/>
                  <a:ea typeface="JetBrains Mono"/>
                </a:rPr>
                <a:t>store</a:t>
              </a:r>
              <a:r>
                <a:rPr lang="zh-CN" altLang="zh-CN" sz="1300" dirty="0">
                  <a:solidFill>
                    <a:srgbClr val="080808"/>
                  </a:solidFill>
                  <a:latin typeface="Arial Unicode MS"/>
                  <a:ea typeface="JetBrains Mono"/>
                </a:rPr>
                <a:t>.deleteMessages(</a:t>
              </a:r>
              <a:r>
                <a:rPr lang="zh-CN" altLang="zh-CN" sz="1300" dirty="0">
                  <a:solidFill>
                    <a:srgbClr val="0033B3"/>
                  </a:solidFill>
                  <a:latin typeface="Arial Unicode MS"/>
                  <a:ea typeface="JetBrains Mono"/>
                </a:rPr>
                <a:t>this</a:t>
              </a:r>
              <a:r>
                <a:rPr lang="zh-CN" altLang="zh-CN" sz="1300" dirty="0">
                  <a:solidFill>
                    <a:srgbClr val="080808"/>
                  </a:solidFill>
                  <a:latin typeface="Arial Unicode MS"/>
                  <a:ea typeface="JetBrains Mono"/>
                </a:rPr>
                <a:t>.</a:t>
              </a:r>
              <a:r>
                <a:rPr lang="zh-CN" altLang="zh-CN" sz="1300" dirty="0">
                  <a:solidFill>
                    <a:srgbClr val="871094"/>
                  </a:solidFill>
                  <a:latin typeface="Arial Unicode MS"/>
                  <a:ea typeface="JetBrains Mono"/>
                </a:rPr>
                <a:t>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grpSp>
        <p:nvGrpSpPr>
          <p:cNvPr id="12" name="组合 11">
            <a:extLst>
              <a:ext uri="{FF2B5EF4-FFF2-40B4-BE49-F238E27FC236}">
                <a16:creationId xmlns:a16="http://schemas.microsoft.com/office/drawing/2014/main" id="{9421A442-F93A-4785-BDED-DDF0522BB64F}"/>
              </a:ext>
            </a:extLst>
          </p:cNvPr>
          <p:cNvGrpSpPr/>
          <p:nvPr/>
        </p:nvGrpSpPr>
        <p:grpSpPr>
          <a:xfrm>
            <a:off x="653408" y="1447438"/>
            <a:ext cx="5534741" cy="1295039"/>
            <a:chOff x="5579187" y="3064310"/>
            <a:chExt cx="5534741" cy="1295039"/>
          </a:xfrm>
        </p:grpSpPr>
        <p:sp>
          <p:nvSpPr>
            <p:cNvPr id="32" name="矩形: 圆角 31">
              <a:extLst>
                <a:ext uri="{FF2B5EF4-FFF2-40B4-BE49-F238E27FC236}">
                  <a16:creationId xmlns:a16="http://schemas.microsoft.com/office/drawing/2014/main" id="{FD4FAFEF-0F65-4AC7-8012-055748957E04}"/>
                </a:ext>
              </a:extLst>
            </p:cNvPr>
            <p:cNvSpPr/>
            <p:nvPr/>
          </p:nvSpPr>
          <p:spPr>
            <a:xfrm>
              <a:off x="5579187" y="3064310"/>
              <a:ext cx="5534741" cy="1295039"/>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1" name="Rectangle 3">
              <a:extLst>
                <a:ext uri="{FF2B5EF4-FFF2-40B4-BE49-F238E27FC236}">
                  <a16:creationId xmlns:a16="http://schemas.microsoft.com/office/drawing/2014/main" id="{FA4F30DC-2FA3-42FB-B97E-F3E7C53B1686}"/>
                </a:ext>
              </a:extLst>
            </p:cNvPr>
            <p:cNvSpPr>
              <a:spLocks noChangeArrowheads="1"/>
            </p:cNvSpPr>
            <p:nvPr/>
          </p:nvSpPr>
          <p:spPr bwMode="auto">
            <a:xfrm>
              <a:off x="5779290" y="3078999"/>
              <a:ext cx="4210493" cy="110555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MessageWindowChatMemory</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.id(</a:t>
              </a:r>
              <a:r>
                <a:rPr lang="zh-CN" altLang="zh-CN" sz="1300" dirty="0">
                  <a:solidFill>
                    <a:srgbClr val="000000"/>
                  </a:solidFill>
                  <a:latin typeface="Arial Unicode MS"/>
                  <a:ea typeface="JetBrains Mono"/>
                </a:rPr>
                <a:t>memoryId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.maxMessages(</a:t>
              </a:r>
              <a:r>
                <a:rPr lang="zh-CN" altLang="zh-CN" sz="1300" dirty="0">
                  <a:solidFill>
                    <a:srgbClr val="1750EB"/>
                  </a:solidFill>
                  <a:latin typeface="Arial Unicode MS"/>
                  <a:ea typeface="JetBrains Mono"/>
                </a:rPr>
                <a:t>20</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endParaRPr lang="zh-CN" altLang="zh-CN" sz="2400" dirty="0">
                <a:latin typeface="Arial" panose="020B0604020202020204" pitchFamily="34" charset="0"/>
              </a:endParaRPr>
            </a:p>
          </p:txBody>
        </p:sp>
      </p:grpSp>
      <p:grpSp>
        <p:nvGrpSpPr>
          <p:cNvPr id="23" name="组合 22">
            <a:extLst>
              <a:ext uri="{FF2B5EF4-FFF2-40B4-BE49-F238E27FC236}">
                <a16:creationId xmlns:a16="http://schemas.microsoft.com/office/drawing/2014/main" id="{1DB16D31-0B14-4944-B88D-66D14529C9D9}"/>
              </a:ext>
            </a:extLst>
          </p:cNvPr>
          <p:cNvGrpSpPr/>
          <p:nvPr/>
        </p:nvGrpSpPr>
        <p:grpSpPr>
          <a:xfrm>
            <a:off x="6494576" y="1415704"/>
            <a:ext cx="5534741" cy="1743158"/>
            <a:chOff x="6494576" y="1415604"/>
            <a:chExt cx="5534741" cy="1762154"/>
          </a:xfrm>
        </p:grpSpPr>
        <p:sp>
          <p:nvSpPr>
            <p:cNvPr id="36" name="矩形: 圆角 35">
              <a:extLst>
                <a:ext uri="{FF2B5EF4-FFF2-40B4-BE49-F238E27FC236}">
                  <a16:creationId xmlns:a16="http://schemas.microsoft.com/office/drawing/2014/main" id="{12B8332D-4D38-464E-8C46-2CAA7CC5DE9D}"/>
                </a:ext>
              </a:extLst>
            </p:cNvPr>
            <p:cNvSpPr/>
            <p:nvPr/>
          </p:nvSpPr>
          <p:spPr>
            <a:xfrm>
              <a:off x="6494576" y="1447436"/>
              <a:ext cx="5534741" cy="1730322"/>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4" name="Rectangle 5">
              <a:extLst>
                <a:ext uri="{FF2B5EF4-FFF2-40B4-BE49-F238E27FC236}">
                  <a16:creationId xmlns:a16="http://schemas.microsoft.com/office/drawing/2014/main" id="{0E7BAF58-C977-4E51-B3FB-5DC237534F6F}"/>
                </a:ext>
              </a:extLst>
            </p:cNvPr>
            <p:cNvSpPr>
              <a:spLocks noChangeArrowheads="1"/>
            </p:cNvSpPr>
            <p:nvPr/>
          </p:nvSpPr>
          <p:spPr bwMode="auto">
            <a:xfrm>
              <a:off x="6600901" y="1415604"/>
              <a:ext cx="4582633" cy="164341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ChatMemoryStore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getMessages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void </a:t>
              </a:r>
              <a:r>
                <a:rPr lang="zh-CN" altLang="zh-CN" sz="1300" dirty="0">
                  <a:solidFill>
                    <a:srgbClr val="00627A"/>
                  </a:solidFill>
                  <a:latin typeface="Arial Unicode MS"/>
                  <a:ea typeface="JetBrains Mono"/>
                </a:rPr>
                <a:t>updateMessages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0000"/>
                  </a:solidFill>
                  <a:latin typeface="Arial Unicode MS"/>
                  <a:ea typeface="JetBrains Mono"/>
                </a:rPr>
                <a:t>messages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void </a:t>
              </a:r>
              <a:r>
                <a:rPr lang="zh-CN" altLang="zh-CN" sz="1300" dirty="0">
                  <a:solidFill>
                    <a:srgbClr val="00627A"/>
                  </a:solidFill>
                  <a:latin typeface="Arial Unicode MS"/>
                  <a:ea typeface="JetBrains Mono"/>
                </a:rPr>
                <a:t>deleteMessages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pic>
        <p:nvPicPr>
          <p:cNvPr id="26" name="图片 25">
            <a:extLst>
              <a:ext uri="{FF2B5EF4-FFF2-40B4-BE49-F238E27FC236}">
                <a16:creationId xmlns:a16="http://schemas.microsoft.com/office/drawing/2014/main" id="{75C17D6A-B2A6-4A18-8EA1-C91717277352}"/>
              </a:ext>
            </a:extLst>
          </p:cNvPr>
          <p:cNvPicPr>
            <a:picLocks noChangeAspect="1"/>
          </p:cNvPicPr>
          <p:nvPr/>
        </p:nvPicPr>
        <p:blipFill>
          <a:blip r:embed="rId2"/>
          <a:stretch>
            <a:fillRect/>
          </a:stretch>
        </p:blipFill>
        <p:spPr>
          <a:xfrm>
            <a:off x="6494576" y="3223741"/>
            <a:ext cx="4733925" cy="676275"/>
          </a:xfrm>
          <a:prstGeom prst="rect">
            <a:avLst/>
          </a:prstGeom>
          <a:ln w="6350">
            <a:solidFill>
              <a:schemeClr val="bg1">
                <a:lumMod val="75000"/>
              </a:schemeClr>
            </a:solidFill>
          </a:ln>
        </p:spPr>
      </p:pic>
      <p:sp>
        <p:nvSpPr>
          <p:cNvPr id="30" name="Rectangle 7">
            <a:extLst>
              <a:ext uri="{FF2B5EF4-FFF2-40B4-BE49-F238E27FC236}">
                <a16:creationId xmlns:a16="http://schemas.microsoft.com/office/drawing/2014/main" id="{9DA930FA-DEE8-46AB-B660-42E57291DF3A}"/>
              </a:ext>
            </a:extLst>
          </p:cNvPr>
          <p:cNvSpPr>
            <a:spLocks noChangeArrowheads="1"/>
          </p:cNvSpPr>
          <p:nvPr/>
        </p:nvSpPr>
        <p:spPr bwMode="auto">
          <a:xfrm>
            <a:off x="6494577" y="3922369"/>
            <a:ext cx="5064003" cy="289310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0033B3"/>
                </a:solidFill>
                <a:latin typeface="Arial Unicode MS"/>
                <a:ea typeface="JetBrains Mono"/>
              </a:rPr>
              <a:t>class </a:t>
            </a:r>
            <a:r>
              <a:rPr lang="zh-CN" altLang="zh-CN" sz="1300" dirty="0">
                <a:solidFill>
                  <a:srgbClr val="000000"/>
                </a:solidFill>
                <a:latin typeface="Arial Unicode MS"/>
                <a:ea typeface="JetBrains Mono"/>
              </a:rPr>
              <a:t>SingleSlotChatMemoryStore </a:t>
            </a:r>
            <a:r>
              <a:rPr lang="zh-CN" altLang="zh-CN" sz="1300" dirty="0">
                <a:solidFill>
                  <a:srgbClr val="0033B3"/>
                </a:solidFill>
                <a:latin typeface="Arial Unicode MS"/>
                <a:ea typeface="JetBrains Mono"/>
              </a:rPr>
              <a:t>implements </a:t>
            </a:r>
            <a:r>
              <a:rPr lang="zh-CN" altLang="zh-CN" sz="1300" dirty="0">
                <a:solidFill>
                  <a:srgbClr val="000000"/>
                </a:solidFill>
                <a:latin typeface="Arial Unicode MS"/>
                <a:ea typeface="JetBrains Mono"/>
              </a:rPr>
              <a:t>ChatMemoryStore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private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871094"/>
                </a:solidFill>
                <a:latin typeface="Arial Unicode MS"/>
                <a:ea typeface="JetBrains Mono"/>
              </a:rPr>
              <a:t>messages </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new </a:t>
            </a:r>
            <a:r>
              <a:rPr lang="zh-CN" altLang="zh-CN" sz="1300" dirty="0">
                <a:solidFill>
                  <a:srgbClr val="080808"/>
                </a:solidFill>
                <a:latin typeface="Arial Unicode MS"/>
                <a:ea typeface="JetBrains Mono"/>
              </a:rPr>
              <a:t>ArrayList();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getMessages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this</a:t>
            </a:r>
            <a:r>
              <a:rPr lang="zh-CN" altLang="zh-CN" sz="1300" dirty="0">
                <a:solidFill>
                  <a:srgbClr val="080808"/>
                </a:solidFill>
                <a:latin typeface="Arial Unicode MS"/>
                <a:ea typeface="JetBrains Mono"/>
              </a:rPr>
              <a:t>.</a:t>
            </a:r>
            <a:r>
              <a:rPr lang="zh-CN" altLang="zh-CN" sz="1300" dirty="0">
                <a:solidFill>
                  <a:srgbClr val="871094"/>
                </a:solidFill>
                <a:latin typeface="Arial Unicode MS"/>
                <a:ea typeface="JetBrains Mono"/>
              </a:rPr>
              <a:t>messages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void </a:t>
            </a:r>
            <a:r>
              <a:rPr lang="zh-CN" altLang="zh-CN" sz="1300" dirty="0">
                <a:solidFill>
                  <a:srgbClr val="00627A"/>
                </a:solidFill>
                <a:latin typeface="Arial Unicode MS"/>
                <a:ea typeface="JetBrains Mono"/>
              </a:rPr>
              <a:t>updateMessages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0000"/>
                </a:solidFill>
                <a:latin typeface="Arial Unicode MS"/>
                <a:ea typeface="JetBrains Mono"/>
              </a:rPr>
              <a:t>messages</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this</a:t>
            </a:r>
            <a:r>
              <a:rPr lang="zh-CN" altLang="zh-CN" sz="1300" dirty="0">
                <a:solidFill>
                  <a:srgbClr val="080808"/>
                </a:solidFill>
                <a:latin typeface="Arial Unicode MS"/>
                <a:ea typeface="JetBrains Mono"/>
              </a:rPr>
              <a:t>.</a:t>
            </a:r>
            <a:r>
              <a:rPr lang="zh-CN" altLang="zh-CN" sz="1300" dirty="0">
                <a:solidFill>
                  <a:srgbClr val="871094"/>
                </a:solidFill>
                <a:latin typeface="Arial Unicode MS"/>
                <a:ea typeface="JetBrains Mono"/>
              </a:rPr>
              <a:t>messages </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messages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void </a:t>
            </a:r>
            <a:r>
              <a:rPr lang="zh-CN" altLang="zh-CN" sz="1300" dirty="0">
                <a:solidFill>
                  <a:srgbClr val="00627A"/>
                </a:solidFill>
                <a:latin typeface="Arial Unicode MS"/>
                <a:ea typeface="JetBrains Mono"/>
              </a:rPr>
              <a:t>deleteMessages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this</a:t>
            </a:r>
            <a:r>
              <a:rPr lang="zh-CN" altLang="zh-CN" sz="1300" dirty="0">
                <a:solidFill>
                  <a:srgbClr val="080808"/>
                </a:solidFill>
                <a:latin typeface="Arial Unicode MS"/>
                <a:ea typeface="JetBrains Mono"/>
              </a:rPr>
              <a:t>.</a:t>
            </a:r>
            <a:r>
              <a:rPr lang="zh-CN" altLang="zh-CN" sz="1300" dirty="0">
                <a:solidFill>
                  <a:srgbClr val="871094"/>
                </a:solidFill>
                <a:latin typeface="Arial Unicode MS"/>
                <a:ea typeface="JetBrains Mono"/>
              </a:rPr>
              <a:t>messages </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new </a:t>
            </a:r>
            <a:r>
              <a:rPr lang="zh-CN" altLang="zh-CN" sz="1300" dirty="0">
                <a:solidFill>
                  <a:srgbClr val="080808"/>
                </a:solidFill>
                <a:latin typeface="Arial Unicode MS"/>
                <a:ea typeface="JetBrains Mono"/>
              </a:rPr>
              <a:t>ArrayList();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49" name="矩形 48">
            <a:extLst>
              <a:ext uri="{FF2B5EF4-FFF2-40B4-BE49-F238E27FC236}">
                <a16:creationId xmlns:a16="http://schemas.microsoft.com/office/drawing/2014/main" id="{D3F0EB82-597A-4E27-9419-1C4E69EBA610}"/>
              </a:ext>
            </a:extLst>
          </p:cNvPr>
          <p:cNvSpPr/>
          <p:nvPr/>
        </p:nvSpPr>
        <p:spPr>
          <a:xfrm>
            <a:off x="1048566" y="3481857"/>
            <a:ext cx="3076873" cy="313969"/>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40" name="直接箭头连接符 39">
            <a:extLst>
              <a:ext uri="{FF2B5EF4-FFF2-40B4-BE49-F238E27FC236}">
                <a16:creationId xmlns:a16="http://schemas.microsoft.com/office/drawing/2014/main" id="{723124E8-E9EF-4342-A457-F67100FF21FF}"/>
              </a:ext>
            </a:extLst>
          </p:cNvPr>
          <p:cNvCxnSpPr>
            <a:cxnSpLocks/>
          </p:cNvCxnSpPr>
          <p:nvPr/>
        </p:nvCxnSpPr>
        <p:spPr>
          <a:xfrm>
            <a:off x="4125439" y="3649806"/>
            <a:ext cx="2785727" cy="78935"/>
          </a:xfrm>
          <a:prstGeom prst="straightConnector1">
            <a:avLst/>
          </a:prstGeom>
          <a:ln>
            <a:solidFill>
              <a:srgbClr val="C00000"/>
            </a:solidFill>
            <a:tailEnd type="triangle"/>
          </a:ln>
        </p:spPr>
        <p:style>
          <a:lnRef idx="3">
            <a:schemeClr val="accent1"/>
          </a:lnRef>
          <a:fillRef idx="0">
            <a:schemeClr val="accent1"/>
          </a:fillRef>
          <a:effectRef idx="2">
            <a:schemeClr val="accent1"/>
          </a:effectRef>
          <a:fontRef idx="minor">
            <a:schemeClr val="tx1"/>
          </a:fontRef>
        </p:style>
      </p:cxnSp>
      <p:sp>
        <p:nvSpPr>
          <p:cNvPr id="18" name="矩形 17">
            <a:extLst>
              <a:ext uri="{FF2B5EF4-FFF2-40B4-BE49-F238E27FC236}">
                <a16:creationId xmlns:a16="http://schemas.microsoft.com/office/drawing/2014/main" id="{C37A2D0E-23C8-4E10-BEC4-01975824DC2B}"/>
              </a:ext>
            </a:extLst>
          </p:cNvPr>
          <p:cNvSpPr/>
          <p:nvPr/>
        </p:nvSpPr>
        <p:spPr>
          <a:xfrm>
            <a:off x="6730909" y="4390965"/>
            <a:ext cx="4263665" cy="213695"/>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4" name="直接连接符 3">
            <a:extLst>
              <a:ext uri="{FF2B5EF4-FFF2-40B4-BE49-F238E27FC236}">
                <a16:creationId xmlns:a16="http://schemas.microsoft.com/office/drawing/2014/main" id="{AA08ED9E-791B-47EA-A264-2C84C5E4D20D}"/>
              </a:ext>
            </a:extLst>
          </p:cNvPr>
          <p:cNvCxnSpPr/>
          <p:nvPr/>
        </p:nvCxnSpPr>
        <p:spPr>
          <a:xfrm flipH="1">
            <a:off x="5267325" y="3429000"/>
            <a:ext cx="495300" cy="471016"/>
          </a:xfrm>
          <a:prstGeom prst="line">
            <a:avLst/>
          </a:prstGeom>
          <a:ln w="38100"/>
        </p:spPr>
        <p:style>
          <a:lnRef idx="3">
            <a:schemeClr val="accent1"/>
          </a:lnRef>
          <a:fillRef idx="0">
            <a:schemeClr val="accent1"/>
          </a:fillRef>
          <a:effectRef idx="2">
            <a:schemeClr val="accent1"/>
          </a:effectRef>
          <a:fontRef idx="minor">
            <a:schemeClr val="tx1"/>
          </a:fontRef>
        </p:style>
      </p:cxnSp>
      <p:cxnSp>
        <p:nvCxnSpPr>
          <p:cNvPr id="6" name="直接连接符 5">
            <a:extLst>
              <a:ext uri="{FF2B5EF4-FFF2-40B4-BE49-F238E27FC236}">
                <a16:creationId xmlns:a16="http://schemas.microsoft.com/office/drawing/2014/main" id="{1204DF9C-BE56-46E9-99E9-1918BF36ACB4}"/>
              </a:ext>
            </a:extLst>
          </p:cNvPr>
          <p:cNvCxnSpPr/>
          <p:nvPr/>
        </p:nvCxnSpPr>
        <p:spPr>
          <a:xfrm>
            <a:off x="5314950" y="3429000"/>
            <a:ext cx="371475" cy="493369"/>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8457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ipe(down)">
                                      <p:cBhvr>
                                        <p:cTn id="28" dur="500"/>
                                        <p:tgtEl>
                                          <p:spTgt spid="49"/>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anim calcmode="lin" valueType="num">
                                      <p:cBhvr>
                                        <p:cTn id="34" dur="1000" fill="hold"/>
                                        <p:tgtEl>
                                          <p:spTgt spid="23"/>
                                        </p:tgtEl>
                                        <p:attrNameLst>
                                          <p:attrName>ppt_x</p:attrName>
                                        </p:attrNameLst>
                                      </p:cBhvr>
                                      <p:tavLst>
                                        <p:tav tm="0">
                                          <p:val>
                                            <p:strVal val="#ppt_x"/>
                                          </p:val>
                                        </p:tav>
                                        <p:tav tm="100000">
                                          <p:val>
                                            <p:strVal val="#ppt_x"/>
                                          </p:val>
                                        </p:tav>
                                      </p:tavLst>
                                    </p:anim>
                                    <p:anim calcmode="lin" valueType="num">
                                      <p:cBhvr>
                                        <p:cTn id="3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1000"/>
                                        <p:tgtEl>
                                          <p:spTgt spid="26"/>
                                        </p:tgtEl>
                                      </p:cBhvr>
                                    </p:animEffect>
                                    <p:anim calcmode="lin" valueType="num">
                                      <p:cBhvr>
                                        <p:cTn id="41" dur="1000" fill="hold"/>
                                        <p:tgtEl>
                                          <p:spTgt spid="26"/>
                                        </p:tgtEl>
                                        <p:attrNameLst>
                                          <p:attrName>ppt_x</p:attrName>
                                        </p:attrNameLst>
                                      </p:cBhvr>
                                      <p:tavLst>
                                        <p:tav tm="0">
                                          <p:val>
                                            <p:strVal val="#ppt_x"/>
                                          </p:val>
                                        </p:tav>
                                        <p:tav tm="100000">
                                          <p:val>
                                            <p:strVal val="#ppt_x"/>
                                          </p:val>
                                        </p:tav>
                                      </p:tavLst>
                                    </p:anim>
                                    <p:anim calcmode="lin" valueType="num">
                                      <p:cBhvr>
                                        <p:cTn id="42"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left)">
                                      <p:cBhvr>
                                        <p:cTn id="47" dur="500"/>
                                        <p:tgtEl>
                                          <p:spTgt spid="40"/>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1000"/>
                                        <p:tgtEl>
                                          <p:spTgt spid="48"/>
                                        </p:tgtEl>
                                      </p:cBhvr>
                                    </p:animEffect>
                                    <p:anim calcmode="lin" valueType="num">
                                      <p:cBhvr>
                                        <p:cTn id="53" dur="1000" fill="hold"/>
                                        <p:tgtEl>
                                          <p:spTgt spid="48"/>
                                        </p:tgtEl>
                                        <p:attrNameLst>
                                          <p:attrName>ppt_x</p:attrName>
                                        </p:attrNameLst>
                                      </p:cBhvr>
                                      <p:tavLst>
                                        <p:tav tm="0">
                                          <p:val>
                                            <p:strVal val="#ppt_x"/>
                                          </p:val>
                                        </p:tav>
                                        <p:tav tm="100000">
                                          <p:val>
                                            <p:strVal val="#ppt_x"/>
                                          </p:val>
                                        </p:tav>
                                      </p:tavLst>
                                    </p:anim>
                                    <p:anim calcmode="lin" valueType="num">
                                      <p:cBhvr>
                                        <p:cTn id="54" dur="1000" fill="hold"/>
                                        <p:tgtEl>
                                          <p:spTgt spid="4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1000"/>
                                        <p:tgtEl>
                                          <p:spTgt spid="30"/>
                                        </p:tgtEl>
                                      </p:cBhvr>
                                    </p:animEffect>
                                    <p:anim calcmode="lin" valueType="num">
                                      <p:cBhvr>
                                        <p:cTn id="58" dur="1000" fill="hold"/>
                                        <p:tgtEl>
                                          <p:spTgt spid="30"/>
                                        </p:tgtEl>
                                        <p:attrNameLst>
                                          <p:attrName>ppt_x</p:attrName>
                                        </p:attrNameLst>
                                      </p:cBhvr>
                                      <p:tavLst>
                                        <p:tav tm="0">
                                          <p:val>
                                            <p:strVal val="#ppt_x"/>
                                          </p:val>
                                        </p:tav>
                                        <p:tav tm="100000">
                                          <p:val>
                                            <p:strVal val="#ppt_x"/>
                                          </p:val>
                                        </p:tav>
                                      </p:tavLst>
                                    </p:anim>
                                    <p:anim calcmode="lin" valueType="num">
                                      <p:cBhvr>
                                        <p:cTn id="5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down)">
                                      <p:cBhvr>
                                        <p:cTn id="64" dur="50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wipe(up)">
                                      <p:cBhvr>
                                        <p:cTn id="69" dur="500"/>
                                        <p:tgtEl>
                                          <p:spTgt spid="4"/>
                                        </p:tgtEl>
                                      </p:cBhvr>
                                    </p:animEffect>
                                  </p:childTnLst>
                                </p:cTn>
                              </p:par>
                            </p:childTnLst>
                          </p:cTn>
                        </p:par>
                        <p:par>
                          <p:cTn id="70" fill="hold">
                            <p:stCondLst>
                              <p:cond delay="500"/>
                            </p:stCondLst>
                            <p:childTnLst>
                              <p:par>
                                <p:cTn id="71" presetID="22" presetClass="entr" presetSubtype="1" fill="hold" nodeType="after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wipe(up)">
                                      <p:cBhvr>
                                        <p:cTn id="7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29" grpId="0"/>
      <p:bldP spid="30" grpId="0"/>
      <p:bldP spid="49" grpId="0" animBg="1"/>
      <p:bldP spid="1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会话记忆持久化</a:t>
            </a:r>
            <a:r>
              <a:rPr lang="en-US" altLang="zh-CN" dirty="0"/>
              <a:t>-</a:t>
            </a:r>
            <a:r>
              <a:rPr lang="en-US" altLang="zh-CN" dirty="0" err="1"/>
              <a:t>redis</a:t>
            </a:r>
            <a:endParaRPr lang="zh-CN" altLang="en-US" dirty="0"/>
          </a:p>
        </p:txBody>
      </p:sp>
      <p:sp>
        <p:nvSpPr>
          <p:cNvPr id="29" name="内容占位符 1">
            <a:extLst>
              <a:ext uri="{FF2B5EF4-FFF2-40B4-BE49-F238E27FC236}">
                <a16:creationId xmlns:a16="http://schemas.microsoft.com/office/drawing/2014/main" id="{7FBAE5AF-D8AE-4C76-8E88-458B49BB4D07}"/>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刚才我们做的会话记忆，只要后端重启，会话记忆就没有了</a:t>
            </a:r>
            <a:endParaRPr lang="en-US" altLang="zh-CN" dirty="0">
              <a:solidFill>
                <a:srgbClr val="262626"/>
              </a:solidFill>
              <a:latin typeface="阿里巴巴普惠体"/>
              <a:ea typeface="阿里巴巴普惠体"/>
            </a:endParaRPr>
          </a:p>
        </p:txBody>
      </p:sp>
      <p:grpSp>
        <p:nvGrpSpPr>
          <p:cNvPr id="12" name="组合 11">
            <a:extLst>
              <a:ext uri="{FF2B5EF4-FFF2-40B4-BE49-F238E27FC236}">
                <a16:creationId xmlns:a16="http://schemas.microsoft.com/office/drawing/2014/main" id="{9C0B48B1-2B32-4265-A434-E08EA37646E7}"/>
              </a:ext>
            </a:extLst>
          </p:cNvPr>
          <p:cNvGrpSpPr/>
          <p:nvPr/>
        </p:nvGrpSpPr>
        <p:grpSpPr>
          <a:xfrm>
            <a:off x="678568" y="1502172"/>
            <a:ext cx="5534741" cy="1743158"/>
            <a:chOff x="6494576" y="1415604"/>
            <a:chExt cx="5534741" cy="1762154"/>
          </a:xfrm>
        </p:grpSpPr>
        <p:sp>
          <p:nvSpPr>
            <p:cNvPr id="13" name="矩形: 圆角 12">
              <a:extLst>
                <a:ext uri="{FF2B5EF4-FFF2-40B4-BE49-F238E27FC236}">
                  <a16:creationId xmlns:a16="http://schemas.microsoft.com/office/drawing/2014/main" id="{DFB22909-3FCD-4543-8009-03BC345AD0F5}"/>
                </a:ext>
              </a:extLst>
            </p:cNvPr>
            <p:cNvSpPr/>
            <p:nvPr/>
          </p:nvSpPr>
          <p:spPr>
            <a:xfrm>
              <a:off x="6494576" y="1447436"/>
              <a:ext cx="5534741" cy="1730322"/>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4" name="Rectangle 5">
              <a:extLst>
                <a:ext uri="{FF2B5EF4-FFF2-40B4-BE49-F238E27FC236}">
                  <a16:creationId xmlns:a16="http://schemas.microsoft.com/office/drawing/2014/main" id="{048271E0-E905-434E-814D-B80F3EA14B2C}"/>
                </a:ext>
              </a:extLst>
            </p:cNvPr>
            <p:cNvSpPr>
              <a:spLocks noChangeArrowheads="1"/>
            </p:cNvSpPr>
            <p:nvPr/>
          </p:nvSpPr>
          <p:spPr bwMode="auto">
            <a:xfrm>
              <a:off x="6600901" y="1415604"/>
              <a:ext cx="4582633" cy="164341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ChatMemoryStore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getMessages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void </a:t>
              </a:r>
              <a:r>
                <a:rPr lang="zh-CN" altLang="zh-CN" sz="1300" dirty="0">
                  <a:solidFill>
                    <a:srgbClr val="00627A"/>
                  </a:solidFill>
                  <a:latin typeface="Arial Unicode MS"/>
                  <a:ea typeface="JetBrains Mono"/>
                </a:rPr>
                <a:t>updateMessages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0000"/>
                  </a:solidFill>
                  <a:latin typeface="Arial Unicode MS"/>
                  <a:ea typeface="JetBrains Mono"/>
                </a:rPr>
                <a:t>messages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void </a:t>
              </a:r>
              <a:r>
                <a:rPr lang="zh-CN" altLang="zh-CN" sz="1300" dirty="0">
                  <a:solidFill>
                    <a:srgbClr val="00627A"/>
                  </a:solidFill>
                  <a:latin typeface="Arial Unicode MS"/>
                  <a:ea typeface="JetBrains Mono"/>
                </a:rPr>
                <a:t>deleteMessages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grpSp>
        <p:nvGrpSpPr>
          <p:cNvPr id="4" name="组合 3">
            <a:extLst>
              <a:ext uri="{FF2B5EF4-FFF2-40B4-BE49-F238E27FC236}">
                <a16:creationId xmlns:a16="http://schemas.microsoft.com/office/drawing/2014/main" id="{B4FE48AB-2524-488D-8A49-E784323755B3}"/>
              </a:ext>
            </a:extLst>
          </p:cNvPr>
          <p:cNvGrpSpPr/>
          <p:nvPr/>
        </p:nvGrpSpPr>
        <p:grpSpPr>
          <a:xfrm>
            <a:off x="678568" y="3429001"/>
            <a:ext cx="5534741" cy="3333307"/>
            <a:chOff x="678566" y="3429000"/>
            <a:chExt cx="5534741" cy="3333307"/>
          </a:xfrm>
        </p:grpSpPr>
        <p:sp>
          <p:nvSpPr>
            <p:cNvPr id="16" name="矩形: 圆角 15">
              <a:extLst>
                <a:ext uri="{FF2B5EF4-FFF2-40B4-BE49-F238E27FC236}">
                  <a16:creationId xmlns:a16="http://schemas.microsoft.com/office/drawing/2014/main" id="{9DBC3A66-63F5-46E5-B6AE-2B1B8FD67AA7}"/>
                </a:ext>
              </a:extLst>
            </p:cNvPr>
            <p:cNvSpPr/>
            <p:nvPr/>
          </p:nvSpPr>
          <p:spPr>
            <a:xfrm>
              <a:off x="678566" y="3429000"/>
              <a:ext cx="5534741" cy="3333307"/>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 name="Rectangle 1">
              <a:extLst>
                <a:ext uri="{FF2B5EF4-FFF2-40B4-BE49-F238E27FC236}">
                  <a16:creationId xmlns:a16="http://schemas.microsoft.com/office/drawing/2014/main" id="{3E9018CD-223A-4630-AC6A-94D482C23CEC}"/>
                </a:ext>
              </a:extLst>
            </p:cNvPr>
            <p:cNvSpPr>
              <a:spLocks noChangeArrowheads="1"/>
            </p:cNvSpPr>
            <p:nvPr/>
          </p:nvSpPr>
          <p:spPr bwMode="auto">
            <a:xfrm>
              <a:off x="784891" y="3549075"/>
              <a:ext cx="5311109" cy="309315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0033B3"/>
                  </a:solidFill>
                  <a:latin typeface="Arial Unicode MS"/>
                  <a:ea typeface="JetBrains Mono"/>
                </a:rPr>
                <a:t>public class </a:t>
              </a:r>
              <a:r>
                <a:rPr lang="zh-CN" altLang="zh-CN" sz="1300" dirty="0">
                  <a:solidFill>
                    <a:srgbClr val="000000"/>
                  </a:solidFill>
                  <a:latin typeface="Arial Unicode MS"/>
                  <a:ea typeface="JetBrains Mono"/>
                </a:rPr>
                <a:t>RedisChatMemoryStore </a:t>
              </a:r>
              <a:r>
                <a:rPr lang="zh-CN" altLang="zh-CN" sz="1300" dirty="0">
                  <a:solidFill>
                    <a:srgbClr val="0033B3"/>
                  </a:solidFill>
                  <a:latin typeface="Arial Unicode MS"/>
                  <a:ea typeface="JetBrains Mono"/>
                </a:rPr>
                <a:t>implements </a:t>
              </a:r>
              <a:r>
                <a:rPr lang="zh-CN" altLang="zh-CN" sz="1300" dirty="0">
                  <a:solidFill>
                    <a:srgbClr val="000000"/>
                  </a:solidFill>
                  <a:latin typeface="Arial Unicode MS"/>
                  <a:ea typeface="JetBrains Mono"/>
                </a:rPr>
                <a:t>ChatMemoryStore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@Override</a:t>
              </a:r>
              <a:br>
                <a:rPr lang="zh-CN" altLang="zh-CN" sz="1300" dirty="0">
                  <a:solidFill>
                    <a:srgbClr val="9E880D"/>
                  </a:solidFill>
                  <a:latin typeface="Arial Unicode MS"/>
                  <a:ea typeface="JetBrains Mono"/>
                </a:rPr>
              </a:br>
              <a:r>
                <a:rPr lang="zh-CN" altLang="zh-CN" sz="1300" dirty="0">
                  <a:solidFill>
                    <a:srgbClr val="9E880D"/>
                  </a:solidFill>
                  <a:latin typeface="Arial Unicode MS"/>
                  <a:ea typeface="JetBrains Mono"/>
                </a:rPr>
                <a:t>   </a:t>
              </a:r>
              <a:r>
                <a:rPr lang="en-US" altLang="zh-CN" sz="1300" dirty="0">
                  <a:solidFill>
                    <a:srgbClr val="9E880D"/>
                  </a:solidFill>
                  <a:latin typeface="Arial Unicode MS"/>
                  <a:ea typeface="JetBrains Mono"/>
                </a:rPr>
                <a:t> </a:t>
              </a:r>
              <a:r>
                <a:rPr lang="zh-CN" altLang="zh-CN" sz="1300" dirty="0">
                  <a:solidFill>
                    <a:srgbClr val="9E880D"/>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getMessages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o</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i="1" dirty="0">
                  <a:solidFill>
                    <a:srgbClr val="686671"/>
                  </a:solidFill>
                  <a:latin typeface="Arial Unicode MS"/>
                  <a:ea typeface="JetBrains Mono"/>
                </a:rPr>
                <a:t>//</a:t>
              </a:r>
              <a:r>
                <a:rPr lang="zh-CN" altLang="zh-CN" sz="1300" i="1" dirty="0">
                  <a:solidFill>
                    <a:srgbClr val="008DDE"/>
                  </a:solidFill>
                  <a:latin typeface="Arial Unicode MS"/>
                  <a:ea typeface="JetBrains Mono"/>
                </a:rPr>
                <a:t>TODO </a:t>
              </a:r>
              <a:r>
                <a:rPr lang="zh-CN" altLang="zh-CN" sz="1300" i="1" dirty="0">
                  <a:solidFill>
                    <a:srgbClr val="008DDE"/>
                  </a:solidFill>
                  <a:latin typeface="宋体" panose="02010600030101010101" pitchFamily="2" charset="-122"/>
                  <a:ea typeface="宋体" panose="02010600030101010101" pitchFamily="2" charset="-122"/>
                </a:rPr>
                <a:t>从</a:t>
              </a:r>
              <a:r>
                <a:rPr lang="zh-CN" altLang="zh-CN" sz="1300" i="1" dirty="0">
                  <a:solidFill>
                    <a:srgbClr val="008DDE"/>
                  </a:solidFill>
                  <a:latin typeface="Arial Unicode MS"/>
                  <a:ea typeface="JetBrains Mono"/>
                </a:rPr>
                <a:t>redis</a:t>
              </a:r>
              <a:r>
                <a:rPr lang="zh-CN" altLang="zh-CN" sz="1300" i="1" dirty="0">
                  <a:solidFill>
                    <a:srgbClr val="008DDE"/>
                  </a:solidFill>
                  <a:latin typeface="宋体" panose="02010600030101010101" pitchFamily="2" charset="-122"/>
                  <a:ea typeface="宋体" panose="02010600030101010101" pitchFamily="2" charset="-122"/>
                </a:rPr>
                <a:t>中获取数据</a:t>
              </a:r>
              <a:br>
                <a:rPr lang="zh-CN" altLang="zh-CN" sz="1300" i="1" dirty="0">
                  <a:solidFill>
                    <a:srgbClr val="008DDE"/>
                  </a:solidFill>
                  <a:latin typeface="宋体" panose="02010600030101010101" pitchFamily="2" charset="-122"/>
                  <a:ea typeface="宋体" panose="02010600030101010101" pitchFamily="2" charset="-122"/>
                </a:rPr>
              </a:br>
              <a:r>
                <a:rPr lang="zh-CN" altLang="zh-CN" sz="1300" i="1" dirty="0">
                  <a:solidFill>
                    <a:srgbClr val="008DDE"/>
                  </a:solidFill>
                  <a:latin typeface="宋体" panose="02010600030101010101" pitchFamily="2" charset="-122"/>
                  <a:ea typeface="宋体" panose="02010600030101010101" pitchFamily="2" charset="-122"/>
                </a:rPr>
                <a:t>        </a:t>
              </a: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of</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@Override</a:t>
              </a:r>
              <a:br>
                <a:rPr lang="zh-CN" altLang="zh-CN" sz="1300" dirty="0">
                  <a:solidFill>
                    <a:srgbClr val="9E880D"/>
                  </a:solidFill>
                  <a:latin typeface="Arial Unicode MS"/>
                  <a:ea typeface="JetBrains Mono"/>
                </a:rPr>
              </a:br>
              <a:r>
                <a:rPr lang="zh-CN" altLang="zh-CN" sz="1300" dirty="0">
                  <a:solidFill>
                    <a:srgbClr val="9E880D"/>
                  </a:solidFill>
                  <a:latin typeface="Arial Unicode MS"/>
                  <a:ea typeface="JetBrains Mono"/>
                </a:rPr>
                <a:t>    </a:t>
              </a:r>
              <a:r>
                <a:rPr lang="en-US" altLang="zh-CN" sz="1300" dirty="0">
                  <a:solidFill>
                    <a:srgbClr val="9E880D"/>
                  </a:solidFill>
                  <a:latin typeface="Arial Unicode MS"/>
                  <a:ea typeface="JetBrains Mono"/>
                </a:rPr>
                <a:t> </a:t>
              </a:r>
              <a:r>
                <a:rPr lang="zh-CN" altLang="zh-CN" sz="1300" dirty="0">
                  <a:solidFill>
                    <a:srgbClr val="0033B3"/>
                  </a:solidFill>
                  <a:latin typeface="Arial Unicode MS"/>
                  <a:ea typeface="JetBrains Mono"/>
                </a:rPr>
                <a:t>public void </a:t>
              </a:r>
              <a:r>
                <a:rPr lang="zh-CN" altLang="zh-CN" sz="1300" dirty="0">
                  <a:solidFill>
                    <a:srgbClr val="00627A"/>
                  </a:solidFill>
                  <a:latin typeface="Arial Unicode MS"/>
                  <a:ea typeface="JetBrains Mono"/>
                </a:rPr>
                <a:t>updateMessages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o</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ChatMessage</a:t>
              </a:r>
              <a:r>
                <a:rPr lang="zh-CN" altLang="zh-CN" sz="1300" dirty="0">
                  <a:solidFill>
                    <a:srgbClr val="080808"/>
                  </a:solidFill>
                  <a:latin typeface="Arial Unicode MS"/>
                  <a:ea typeface="JetBrains Mono"/>
                </a:rPr>
                <a:t>&gt;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i="1" dirty="0">
                  <a:solidFill>
                    <a:srgbClr val="686671"/>
                  </a:solidFill>
                  <a:latin typeface="Arial Unicode MS"/>
                  <a:ea typeface="JetBrains Mono"/>
                </a:rPr>
                <a:t>//</a:t>
              </a:r>
              <a:r>
                <a:rPr lang="zh-CN" altLang="zh-CN" sz="1300" i="1" dirty="0">
                  <a:solidFill>
                    <a:srgbClr val="008DDE"/>
                  </a:solidFill>
                  <a:latin typeface="Arial Unicode MS"/>
                  <a:ea typeface="JetBrains Mono"/>
                </a:rPr>
                <a:t>TODO </a:t>
              </a:r>
              <a:r>
                <a:rPr lang="zh-CN" altLang="zh-CN" sz="1300" i="1" dirty="0">
                  <a:solidFill>
                    <a:srgbClr val="008DDE"/>
                  </a:solidFill>
                  <a:latin typeface="宋体" panose="02010600030101010101" pitchFamily="2" charset="-122"/>
                  <a:ea typeface="宋体" panose="02010600030101010101" pitchFamily="2" charset="-122"/>
                </a:rPr>
                <a:t>更新</a:t>
              </a:r>
              <a:r>
                <a:rPr lang="zh-CN" altLang="zh-CN" sz="1300" i="1" dirty="0">
                  <a:solidFill>
                    <a:srgbClr val="008DDE"/>
                  </a:solidFill>
                  <a:latin typeface="Arial Unicode MS"/>
                  <a:ea typeface="JetBrains Mono"/>
                </a:rPr>
                <a:t>redis</a:t>
              </a:r>
              <a:r>
                <a:rPr lang="zh-CN" altLang="zh-CN" sz="1300" i="1" dirty="0">
                  <a:solidFill>
                    <a:srgbClr val="008DDE"/>
                  </a:solidFill>
                  <a:latin typeface="宋体" panose="02010600030101010101" pitchFamily="2" charset="-122"/>
                  <a:ea typeface="宋体" panose="02010600030101010101" pitchFamily="2" charset="-122"/>
                </a:rPr>
                <a:t>中数据</a:t>
              </a:r>
              <a:br>
                <a:rPr lang="zh-CN" altLang="zh-CN" sz="1300" i="1" dirty="0">
                  <a:solidFill>
                    <a:srgbClr val="008DDE"/>
                  </a:solidFill>
                  <a:latin typeface="宋体" panose="02010600030101010101" pitchFamily="2" charset="-122"/>
                  <a:ea typeface="宋体" panose="02010600030101010101" pitchFamily="2" charset="-122"/>
                </a:rPr>
              </a:br>
              <a:r>
                <a:rPr lang="zh-CN" altLang="zh-CN" sz="1300" i="1" dirty="0">
                  <a:solidFill>
                    <a:srgbClr val="008DDE"/>
                  </a:solidFill>
                  <a:latin typeface="宋体" panose="02010600030101010101" pitchFamily="2" charset="-122"/>
                  <a:ea typeface="宋体" panose="02010600030101010101" pitchFamily="2" charset="-122"/>
                </a:rPr>
                <a:t>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@Override</a:t>
              </a:r>
              <a:br>
                <a:rPr lang="zh-CN" altLang="zh-CN" sz="1300" dirty="0">
                  <a:solidFill>
                    <a:srgbClr val="9E880D"/>
                  </a:solidFill>
                  <a:latin typeface="Arial Unicode MS"/>
                  <a:ea typeface="JetBrains Mono"/>
                </a:rPr>
              </a:br>
              <a:r>
                <a:rPr lang="zh-CN" altLang="zh-CN" sz="1300" dirty="0">
                  <a:solidFill>
                    <a:srgbClr val="9E880D"/>
                  </a:solidFill>
                  <a:latin typeface="Arial Unicode MS"/>
                  <a:ea typeface="JetBrains Mono"/>
                </a:rPr>
                <a:t>    </a:t>
              </a:r>
              <a:r>
                <a:rPr lang="en-US" altLang="zh-CN" sz="1300" dirty="0">
                  <a:solidFill>
                    <a:srgbClr val="9E880D"/>
                  </a:solidFill>
                  <a:latin typeface="Arial Unicode MS"/>
                  <a:ea typeface="JetBrains Mono"/>
                </a:rPr>
                <a:t> </a:t>
              </a:r>
              <a:r>
                <a:rPr lang="zh-CN" altLang="zh-CN" sz="1300" dirty="0">
                  <a:solidFill>
                    <a:srgbClr val="0033B3"/>
                  </a:solidFill>
                  <a:latin typeface="Arial Unicode MS"/>
                  <a:ea typeface="JetBrains Mono"/>
                </a:rPr>
                <a:t>public void </a:t>
              </a:r>
              <a:r>
                <a:rPr lang="zh-CN" altLang="zh-CN" sz="1300" dirty="0">
                  <a:solidFill>
                    <a:srgbClr val="00627A"/>
                  </a:solidFill>
                  <a:latin typeface="Arial Unicode MS"/>
                  <a:ea typeface="JetBrains Mono"/>
                </a:rPr>
                <a:t>deleteMessages</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o</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i="1" dirty="0">
                  <a:solidFill>
                    <a:srgbClr val="686671"/>
                  </a:solidFill>
                  <a:latin typeface="Arial Unicode MS"/>
                  <a:ea typeface="JetBrains Mono"/>
                </a:rPr>
                <a:t>//</a:t>
              </a:r>
              <a:r>
                <a:rPr lang="zh-CN" altLang="zh-CN" sz="1300" i="1" dirty="0">
                  <a:solidFill>
                    <a:srgbClr val="008DDE"/>
                  </a:solidFill>
                  <a:latin typeface="Arial Unicode MS"/>
                  <a:ea typeface="JetBrains Mono"/>
                </a:rPr>
                <a:t>TODO </a:t>
              </a:r>
              <a:r>
                <a:rPr lang="zh-CN" altLang="zh-CN" sz="1300" i="1" dirty="0">
                  <a:solidFill>
                    <a:srgbClr val="008DDE"/>
                  </a:solidFill>
                  <a:latin typeface="宋体" panose="02010600030101010101" pitchFamily="2" charset="-122"/>
                  <a:ea typeface="宋体" panose="02010600030101010101" pitchFamily="2" charset="-122"/>
                </a:rPr>
                <a:t>删除</a:t>
              </a:r>
              <a:r>
                <a:rPr lang="zh-CN" altLang="zh-CN" sz="1300" i="1" dirty="0">
                  <a:solidFill>
                    <a:srgbClr val="008DDE"/>
                  </a:solidFill>
                  <a:latin typeface="Arial Unicode MS"/>
                  <a:ea typeface="JetBrains Mono"/>
                </a:rPr>
                <a:t>redis</a:t>
              </a:r>
              <a:r>
                <a:rPr lang="zh-CN" altLang="zh-CN" sz="1300" i="1" dirty="0">
                  <a:solidFill>
                    <a:srgbClr val="008DDE"/>
                  </a:solidFill>
                  <a:latin typeface="宋体" panose="02010600030101010101" pitchFamily="2" charset="-122"/>
                  <a:ea typeface="宋体" panose="02010600030101010101" pitchFamily="2" charset="-122"/>
                </a:rPr>
                <a:t>中数据</a:t>
              </a:r>
              <a:br>
                <a:rPr lang="zh-CN" altLang="zh-CN" sz="1300" i="1" dirty="0">
                  <a:solidFill>
                    <a:srgbClr val="008DDE"/>
                  </a:solidFill>
                  <a:latin typeface="宋体" panose="02010600030101010101" pitchFamily="2" charset="-122"/>
                  <a:ea typeface="宋体" panose="02010600030101010101" pitchFamily="2" charset="-122"/>
                </a:rPr>
              </a:br>
              <a:r>
                <a:rPr lang="zh-CN" altLang="zh-CN" sz="1300" i="1" dirty="0">
                  <a:solidFill>
                    <a:srgbClr val="008DDE"/>
                  </a:solidFill>
                  <a:latin typeface="宋体" panose="02010600030101010101" pitchFamily="2" charset="-122"/>
                  <a:ea typeface="宋体" panose="02010600030101010101" pitchFamily="2" charset="-122"/>
                </a:rPr>
                <a:t>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pic>
        <p:nvPicPr>
          <p:cNvPr id="5" name="图片 4">
            <a:extLst>
              <a:ext uri="{FF2B5EF4-FFF2-40B4-BE49-F238E27FC236}">
                <a16:creationId xmlns:a16="http://schemas.microsoft.com/office/drawing/2014/main" id="{17CCCA46-7533-4DB7-AA94-82461A1DB0CC}"/>
              </a:ext>
            </a:extLst>
          </p:cNvPr>
          <p:cNvPicPr>
            <a:picLocks noChangeAspect="1"/>
          </p:cNvPicPr>
          <p:nvPr/>
        </p:nvPicPr>
        <p:blipFill>
          <a:blip r:embed="rId2"/>
          <a:stretch>
            <a:fillRect/>
          </a:stretch>
        </p:blipFill>
        <p:spPr>
          <a:xfrm>
            <a:off x="7823421" y="1533658"/>
            <a:ext cx="2581275" cy="2171700"/>
          </a:xfrm>
          <a:prstGeom prst="rect">
            <a:avLst/>
          </a:prstGeom>
        </p:spPr>
      </p:pic>
      <p:pic>
        <p:nvPicPr>
          <p:cNvPr id="7" name="图片 6">
            <a:extLst>
              <a:ext uri="{FF2B5EF4-FFF2-40B4-BE49-F238E27FC236}">
                <a16:creationId xmlns:a16="http://schemas.microsoft.com/office/drawing/2014/main" id="{E8FA0205-7ACE-4A49-AB07-763B5C49FD37}"/>
              </a:ext>
            </a:extLst>
          </p:cNvPr>
          <p:cNvPicPr>
            <a:picLocks noChangeAspect="1"/>
          </p:cNvPicPr>
          <p:nvPr/>
        </p:nvPicPr>
        <p:blipFill>
          <a:blip r:embed="rId3"/>
          <a:stretch>
            <a:fillRect/>
          </a:stretch>
        </p:blipFill>
        <p:spPr>
          <a:xfrm>
            <a:off x="7737695" y="4009803"/>
            <a:ext cx="2752725" cy="2171700"/>
          </a:xfrm>
          <a:prstGeom prst="rect">
            <a:avLst/>
          </a:prstGeom>
        </p:spPr>
      </p:pic>
    </p:spTree>
    <p:extLst>
      <p:ext uri="{BB962C8B-B14F-4D97-AF65-F5344CB8AC3E}">
        <p14:creationId xmlns:p14="http://schemas.microsoft.com/office/powerpoint/2010/main" val="2795294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zh-CN" altLang="en-US" dirty="0"/>
              <a:t>会话功能</a:t>
            </a:r>
            <a:r>
              <a:rPr lang="en-US" altLang="zh-CN" dirty="0"/>
              <a:t>-</a:t>
            </a:r>
            <a:r>
              <a:rPr lang="zh-CN" altLang="en-US" dirty="0"/>
              <a:t>会话记忆持久化</a:t>
            </a:r>
            <a:r>
              <a:rPr lang="en-US" altLang="zh-CN" dirty="0"/>
              <a:t>-</a:t>
            </a:r>
            <a:r>
              <a:rPr lang="en-US" altLang="zh-CN" dirty="0" err="1"/>
              <a:t>redis</a:t>
            </a:r>
            <a:endParaRPr lang="zh-CN" altLang="en-US" dirty="0"/>
          </a:p>
        </p:txBody>
      </p:sp>
      <p:sp>
        <p:nvSpPr>
          <p:cNvPr id="9" name="内容占位符 1">
            <a:extLst>
              <a:ext uri="{FF2B5EF4-FFF2-40B4-BE49-F238E27FC236}">
                <a16:creationId xmlns:a16="http://schemas.microsoft.com/office/drawing/2014/main" id="{7E7C637C-0E0D-4FAE-899C-82732D34600A}"/>
              </a:ext>
            </a:extLst>
          </p:cNvPr>
          <p:cNvSpPr txBox="1">
            <a:spLocks/>
          </p:cNvSpPr>
          <p:nvPr/>
        </p:nvSpPr>
        <p:spPr>
          <a:xfrm>
            <a:off x="443028" y="1032881"/>
            <a:ext cx="5016296" cy="26941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en-US" altLang="zh-CN" dirty="0">
                <a:solidFill>
                  <a:srgbClr val="2F2F2F"/>
                </a:solidFill>
              </a:rPr>
              <a:t>1.</a:t>
            </a:r>
            <a:r>
              <a:rPr lang="zh-CN" altLang="en-US" dirty="0">
                <a:solidFill>
                  <a:srgbClr val="2F2F2F"/>
                </a:solidFill>
              </a:rPr>
              <a:t>准备</a:t>
            </a:r>
            <a:r>
              <a:rPr lang="en-US" altLang="zh-CN" dirty="0" err="1">
                <a:solidFill>
                  <a:srgbClr val="2F2F2F"/>
                </a:solidFill>
              </a:rPr>
              <a:t>redis</a:t>
            </a:r>
            <a:r>
              <a:rPr lang="zh-CN" altLang="en-US" dirty="0">
                <a:solidFill>
                  <a:srgbClr val="2F2F2F"/>
                </a:solidFill>
              </a:rPr>
              <a:t>环境</a:t>
            </a:r>
            <a:endParaRPr lang="en-US" altLang="zh-CN" dirty="0">
              <a:solidFill>
                <a:srgbClr val="2F2F2F"/>
              </a:solidFill>
            </a:endParaRPr>
          </a:p>
          <a:p>
            <a:pPr marL="0" indent="0">
              <a:lnSpc>
                <a:spcPct val="150000"/>
              </a:lnSpc>
              <a:buNone/>
              <a:defRPr/>
            </a:pPr>
            <a:r>
              <a:rPr lang="en-US" altLang="zh-CN" dirty="0">
                <a:solidFill>
                  <a:srgbClr val="2F2F2F"/>
                </a:solidFill>
              </a:rPr>
              <a:t>2.</a:t>
            </a:r>
            <a:r>
              <a:rPr lang="zh-CN" altLang="en-US" dirty="0">
                <a:solidFill>
                  <a:srgbClr val="2F2F2F"/>
                </a:solidFill>
              </a:rPr>
              <a:t>引入</a:t>
            </a:r>
            <a:r>
              <a:rPr lang="en-US" altLang="zh-CN" dirty="0" err="1">
                <a:solidFill>
                  <a:srgbClr val="2F2F2F"/>
                </a:solidFill>
              </a:rPr>
              <a:t>redis</a:t>
            </a:r>
            <a:r>
              <a:rPr lang="zh-CN" altLang="en-US" dirty="0">
                <a:solidFill>
                  <a:srgbClr val="2F2F2F"/>
                </a:solidFill>
              </a:rPr>
              <a:t>起步依赖</a:t>
            </a:r>
            <a:endParaRPr lang="en-US" altLang="zh-CN" dirty="0">
              <a:solidFill>
                <a:srgbClr val="2F2F2F"/>
              </a:solidFill>
            </a:endParaRPr>
          </a:p>
          <a:p>
            <a:pPr marL="0" indent="0">
              <a:lnSpc>
                <a:spcPct val="150000"/>
              </a:lnSpc>
              <a:buNone/>
              <a:defRPr/>
            </a:pPr>
            <a:r>
              <a:rPr lang="en-US" altLang="zh-CN" dirty="0">
                <a:solidFill>
                  <a:srgbClr val="2F2F2F"/>
                </a:solidFill>
              </a:rPr>
              <a:t>3.</a:t>
            </a:r>
            <a:r>
              <a:rPr lang="zh-CN" altLang="en-US" dirty="0">
                <a:solidFill>
                  <a:srgbClr val="2F2F2F"/>
                </a:solidFill>
              </a:rPr>
              <a:t>配置</a:t>
            </a:r>
            <a:r>
              <a:rPr lang="en-US" altLang="zh-CN" dirty="0" err="1">
                <a:solidFill>
                  <a:srgbClr val="2F2F2F"/>
                </a:solidFill>
              </a:rPr>
              <a:t>redis</a:t>
            </a:r>
            <a:r>
              <a:rPr lang="zh-CN" altLang="en-US" dirty="0">
                <a:solidFill>
                  <a:srgbClr val="2F2F2F"/>
                </a:solidFill>
              </a:rPr>
              <a:t>连接信息</a:t>
            </a:r>
            <a:endParaRPr lang="en-US" altLang="zh-CN" dirty="0">
              <a:solidFill>
                <a:srgbClr val="2F2F2F"/>
              </a:solidFill>
            </a:endParaRPr>
          </a:p>
          <a:p>
            <a:pPr marL="0" indent="0">
              <a:lnSpc>
                <a:spcPct val="150000"/>
              </a:lnSpc>
              <a:buNone/>
              <a:defRPr/>
            </a:pPr>
            <a:r>
              <a:rPr lang="en-US" altLang="zh-CN" dirty="0">
                <a:solidFill>
                  <a:srgbClr val="2F2F2F"/>
                </a:solidFill>
              </a:rPr>
              <a:t>4.</a:t>
            </a:r>
            <a:r>
              <a:rPr lang="zh-CN" altLang="en-US" dirty="0">
                <a:solidFill>
                  <a:srgbClr val="2F2F2F"/>
                </a:solidFill>
              </a:rPr>
              <a:t>提供</a:t>
            </a:r>
            <a:r>
              <a:rPr lang="en-US" altLang="zh-CN" dirty="0" err="1">
                <a:solidFill>
                  <a:srgbClr val="2F2F2F"/>
                </a:solidFill>
              </a:rPr>
              <a:t>ChatMemoryStore</a:t>
            </a:r>
            <a:r>
              <a:rPr lang="zh-CN" altLang="en-US" dirty="0">
                <a:solidFill>
                  <a:srgbClr val="2F2F2F"/>
                </a:solidFill>
              </a:rPr>
              <a:t>实现类</a:t>
            </a:r>
            <a:endParaRPr lang="en-US" altLang="zh-CN" dirty="0">
              <a:solidFill>
                <a:srgbClr val="2F2F2F"/>
              </a:solidFill>
            </a:endParaRPr>
          </a:p>
          <a:p>
            <a:pPr marL="0" indent="0">
              <a:lnSpc>
                <a:spcPct val="150000"/>
              </a:lnSpc>
              <a:buNone/>
              <a:defRPr/>
            </a:pPr>
            <a:r>
              <a:rPr lang="en-US" altLang="zh-CN" dirty="0">
                <a:solidFill>
                  <a:srgbClr val="2F2F2F"/>
                </a:solidFill>
              </a:rPr>
              <a:t>5.</a:t>
            </a:r>
            <a:r>
              <a:rPr lang="zh-CN" altLang="en-US" dirty="0">
                <a:solidFill>
                  <a:srgbClr val="2F2F2F"/>
                </a:solidFill>
              </a:rPr>
              <a:t>配置</a:t>
            </a:r>
            <a:r>
              <a:rPr lang="en-US" altLang="zh-CN" dirty="0" err="1">
                <a:solidFill>
                  <a:srgbClr val="2F2F2F"/>
                </a:solidFill>
              </a:rPr>
              <a:t>ChatMemoryStore</a:t>
            </a:r>
            <a:endParaRPr lang="en-US" altLang="zh-CN" dirty="0">
              <a:solidFill>
                <a:srgbClr val="2F2F2F"/>
              </a:solidFill>
            </a:endParaRPr>
          </a:p>
        </p:txBody>
      </p:sp>
      <p:grpSp>
        <p:nvGrpSpPr>
          <p:cNvPr id="5" name="组合 4">
            <a:extLst>
              <a:ext uri="{FF2B5EF4-FFF2-40B4-BE49-F238E27FC236}">
                <a16:creationId xmlns:a16="http://schemas.microsoft.com/office/drawing/2014/main" id="{B9D21CEB-80E3-4498-B846-4789A5BF924B}"/>
              </a:ext>
            </a:extLst>
          </p:cNvPr>
          <p:cNvGrpSpPr/>
          <p:nvPr/>
        </p:nvGrpSpPr>
        <p:grpSpPr>
          <a:xfrm>
            <a:off x="5459327" y="1405030"/>
            <a:ext cx="6492407" cy="1712395"/>
            <a:chOff x="5459324" y="573607"/>
            <a:chExt cx="6492407" cy="1712394"/>
          </a:xfrm>
        </p:grpSpPr>
        <p:sp>
          <p:nvSpPr>
            <p:cNvPr id="11" name="矩形: 圆角 10">
              <a:extLst>
                <a:ext uri="{FF2B5EF4-FFF2-40B4-BE49-F238E27FC236}">
                  <a16:creationId xmlns:a16="http://schemas.microsoft.com/office/drawing/2014/main" id="{B922DDB1-836D-4C3F-8392-839B9732E7FE}"/>
                </a:ext>
              </a:extLst>
            </p:cNvPr>
            <p:cNvSpPr/>
            <p:nvPr/>
          </p:nvSpPr>
          <p:spPr>
            <a:xfrm>
              <a:off x="5459324" y="573607"/>
              <a:ext cx="6492407" cy="1712394"/>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5" name="任意多边形: 形状 14">
              <a:extLst>
                <a:ext uri="{FF2B5EF4-FFF2-40B4-BE49-F238E27FC236}">
                  <a16:creationId xmlns:a16="http://schemas.microsoft.com/office/drawing/2014/main" id="{887DE6AC-79BD-47DB-AA6C-7F993406E91A}"/>
                </a:ext>
              </a:extLst>
            </p:cNvPr>
            <p:cNvSpPr/>
            <p:nvPr/>
          </p:nvSpPr>
          <p:spPr>
            <a:xfrm>
              <a:off x="5459324" y="595345"/>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7" name="组合 16">
              <a:extLst>
                <a:ext uri="{FF2B5EF4-FFF2-40B4-BE49-F238E27FC236}">
                  <a16:creationId xmlns:a16="http://schemas.microsoft.com/office/drawing/2014/main" id="{4988DFDF-3321-4781-B7C6-CE576C95E334}"/>
                </a:ext>
              </a:extLst>
            </p:cNvPr>
            <p:cNvGrpSpPr/>
            <p:nvPr/>
          </p:nvGrpSpPr>
          <p:grpSpPr>
            <a:xfrm>
              <a:off x="5625076" y="680815"/>
              <a:ext cx="771634" cy="133081"/>
              <a:chOff x="2016841" y="2587412"/>
              <a:chExt cx="730275" cy="133081"/>
            </a:xfrm>
          </p:grpSpPr>
          <p:sp>
            <p:nvSpPr>
              <p:cNvPr id="19" name="椭圆 18">
                <a:extLst>
                  <a:ext uri="{FF2B5EF4-FFF2-40B4-BE49-F238E27FC236}">
                    <a16:creationId xmlns:a16="http://schemas.microsoft.com/office/drawing/2014/main" id="{C85D61B7-0667-4B9E-A32A-D1CC116C9D43}"/>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0" name="椭圆 19">
                <a:extLst>
                  <a:ext uri="{FF2B5EF4-FFF2-40B4-BE49-F238E27FC236}">
                    <a16:creationId xmlns:a16="http://schemas.microsoft.com/office/drawing/2014/main" id="{2FC99E96-63EB-4F2A-94C2-0612B1AD76B8}"/>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1" name="椭圆 20">
                <a:extLst>
                  <a:ext uri="{FF2B5EF4-FFF2-40B4-BE49-F238E27FC236}">
                    <a16:creationId xmlns:a16="http://schemas.microsoft.com/office/drawing/2014/main" id="{9A05C64C-37F6-403C-BCC2-1C22B020E127}"/>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4" name="Rectangle 1">
              <a:extLst>
                <a:ext uri="{FF2B5EF4-FFF2-40B4-BE49-F238E27FC236}">
                  <a16:creationId xmlns:a16="http://schemas.microsoft.com/office/drawing/2014/main" id="{F28908FC-F464-45D2-A33A-71ED476F67DE}"/>
                </a:ext>
              </a:extLst>
            </p:cNvPr>
            <p:cNvSpPr>
              <a:spLocks noChangeArrowheads="1"/>
            </p:cNvSpPr>
            <p:nvPr/>
          </p:nvSpPr>
          <p:spPr bwMode="auto">
            <a:xfrm>
              <a:off x="5625076" y="995696"/>
              <a:ext cx="4338084" cy="110555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&gt;org.springframework.boot&lt;/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&gt;spring-boot-starter-data-redis&lt;/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endParaRPr lang="zh-CN" altLang="zh-CN" sz="2400" dirty="0">
                <a:latin typeface="Arial" panose="020B0604020202020204" pitchFamily="34" charset="0"/>
              </a:endParaRPr>
            </a:p>
          </p:txBody>
        </p:sp>
      </p:grpSp>
      <p:grpSp>
        <p:nvGrpSpPr>
          <p:cNvPr id="7" name="组合 6">
            <a:extLst>
              <a:ext uri="{FF2B5EF4-FFF2-40B4-BE49-F238E27FC236}">
                <a16:creationId xmlns:a16="http://schemas.microsoft.com/office/drawing/2014/main" id="{2C89855E-1984-42EC-B2F6-B2AAF4A1774B}"/>
              </a:ext>
            </a:extLst>
          </p:cNvPr>
          <p:cNvGrpSpPr/>
          <p:nvPr/>
        </p:nvGrpSpPr>
        <p:grpSpPr>
          <a:xfrm>
            <a:off x="5459327" y="3232379"/>
            <a:ext cx="6492407" cy="1731507"/>
            <a:chOff x="5459324" y="2870861"/>
            <a:chExt cx="6492407" cy="1731506"/>
          </a:xfrm>
        </p:grpSpPr>
        <p:sp>
          <p:nvSpPr>
            <p:cNvPr id="23" name="矩形: 圆角 22">
              <a:extLst>
                <a:ext uri="{FF2B5EF4-FFF2-40B4-BE49-F238E27FC236}">
                  <a16:creationId xmlns:a16="http://schemas.microsoft.com/office/drawing/2014/main" id="{0E3B68BB-C362-4B2A-9A7A-748569A20D0C}"/>
                </a:ext>
              </a:extLst>
            </p:cNvPr>
            <p:cNvSpPr/>
            <p:nvPr/>
          </p:nvSpPr>
          <p:spPr>
            <a:xfrm>
              <a:off x="5459324" y="2870861"/>
              <a:ext cx="6492407" cy="173150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4" name="任意多边形: 形状 23">
              <a:extLst>
                <a:ext uri="{FF2B5EF4-FFF2-40B4-BE49-F238E27FC236}">
                  <a16:creationId xmlns:a16="http://schemas.microsoft.com/office/drawing/2014/main" id="{DE6CC943-10A1-4874-A086-1D93E8A1E261}"/>
                </a:ext>
              </a:extLst>
            </p:cNvPr>
            <p:cNvSpPr/>
            <p:nvPr/>
          </p:nvSpPr>
          <p:spPr>
            <a:xfrm>
              <a:off x="5459324" y="2892599"/>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5" name="组合 24">
              <a:extLst>
                <a:ext uri="{FF2B5EF4-FFF2-40B4-BE49-F238E27FC236}">
                  <a16:creationId xmlns:a16="http://schemas.microsoft.com/office/drawing/2014/main" id="{1D8A8ED6-67E9-4F89-A2D6-3D6E4F81EAF7}"/>
                </a:ext>
              </a:extLst>
            </p:cNvPr>
            <p:cNvGrpSpPr/>
            <p:nvPr/>
          </p:nvGrpSpPr>
          <p:grpSpPr>
            <a:xfrm>
              <a:off x="5625076" y="2978069"/>
              <a:ext cx="771634" cy="133081"/>
              <a:chOff x="2016841" y="2587412"/>
              <a:chExt cx="730275" cy="133081"/>
            </a:xfrm>
          </p:grpSpPr>
          <p:sp>
            <p:nvSpPr>
              <p:cNvPr id="27" name="椭圆 26">
                <a:extLst>
                  <a:ext uri="{FF2B5EF4-FFF2-40B4-BE49-F238E27FC236}">
                    <a16:creationId xmlns:a16="http://schemas.microsoft.com/office/drawing/2014/main" id="{50D9E77D-5214-4EFF-A819-AFCFF86F32BB}"/>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8" name="椭圆 27">
                <a:extLst>
                  <a:ext uri="{FF2B5EF4-FFF2-40B4-BE49-F238E27FC236}">
                    <a16:creationId xmlns:a16="http://schemas.microsoft.com/office/drawing/2014/main" id="{ECBB4BE1-1E22-46BE-8A78-3F3E016FC8AB}"/>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0" name="椭圆 29">
                <a:extLst>
                  <a:ext uri="{FF2B5EF4-FFF2-40B4-BE49-F238E27FC236}">
                    <a16:creationId xmlns:a16="http://schemas.microsoft.com/office/drawing/2014/main" id="{933195D5-5E05-445C-B745-6932DAD141C4}"/>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6" name="Rectangle 2">
              <a:extLst>
                <a:ext uri="{FF2B5EF4-FFF2-40B4-BE49-F238E27FC236}">
                  <a16:creationId xmlns:a16="http://schemas.microsoft.com/office/drawing/2014/main" id="{A5A48397-806A-42B1-9BAE-23BE2B30B7CC}"/>
                </a:ext>
              </a:extLst>
            </p:cNvPr>
            <p:cNvSpPr>
              <a:spLocks noChangeArrowheads="1"/>
            </p:cNvSpPr>
            <p:nvPr/>
          </p:nvSpPr>
          <p:spPr bwMode="auto">
            <a:xfrm>
              <a:off x="5625076" y="3236738"/>
              <a:ext cx="4306186" cy="136562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spring</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data</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redis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host</a:t>
              </a:r>
              <a:r>
                <a:rPr lang="zh-CN" altLang="zh-CN" sz="1300" dirty="0">
                  <a:solidFill>
                    <a:srgbClr val="080808"/>
                  </a:solidFill>
                  <a:latin typeface="Arial Unicode MS"/>
                  <a:ea typeface="JetBrains Mono"/>
                </a:rPr>
                <a:t>: localhost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port</a:t>
              </a:r>
              <a:r>
                <a:rPr lang="zh-CN" altLang="zh-CN" sz="1300" dirty="0">
                  <a:solidFill>
                    <a:srgbClr val="080808"/>
                  </a:solidFill>
                  <a:latin typeface="Arial Unicode MS"/>
                  <a:ea typeface="JetBrains Mono"/>
                </a:rPr>
                <a:t>: </a:t>
              </a:r>
              <a:r>
                <a:rPr lang="zh-CN" altLang="zh-CN" sz="1300" dirty="0">
                  <a:solidFill>
                    <a:srgbClr val="1750EB"/>
                  </a:solidFill>
                  <a:latin typeface="Arial Unicode MS"/>
                  <a:ea typeface="JetBrains Mono"/>
                </a:rPr>
                <a:t>6379</a:t>
              </a:r>
              <a:endParaRPr lang="zh-CN" altLang="zh-CN" sz="2400" dirty="0">
                <a:latin typeface="Arial" panose="020B0604020202020204" pitchFamily="34" charset="0"/>
              </a:endParaRPr>
            </a:p>
          </p:txBody>
        </p:sp>
      </p:grpSp>
      <p:grpSp>
        <p:nvGrpSpPr>
          <p:cNvPr id="41" name="组合 40">
            <a:extLst>
              <a:ext uri="{FF2B5EF4-FFF2-40B4-BE49-F238E27FC236}">
                <a16:creationId xmlns:a16="http://schemas.microsoft.com/office/drawing/2014/main" id="{F1E2907A-A46E-4CB3-BA3A-1590E260ADAF}"/>
              </a:ext>
            </a:extLst>
          </p:cNvPr>
          <p:cNvGrpSpPr/>
          <p:nvPr/>
        </p:nvGrpSpPr>
        <p:grpSpPr>
          <a:xfrm>
            <a:off x="5459327" y="5103981"/>
            <a:ext cx="6492407" cy="1731505"/>
            <a:chOff x="5459324" y="4731829"/>
            <a:chExt cx="6492407" cy="1731505"/>
          </a:xfrm>
        </p:grpSpPr>
        <p:grpSp>
          <p:nvGrpSpPr>
            <p:cNvPr id="39" name="组合 38">
              <a:extLst>
                <a:ext uri="{FF2B5EF4-FFF2-40B4-BE49-F238E27FC236}">
                  <a16:creationId xmlns:a16="http://schemas.microsoft.com/office/drawing/2014/main" id="{4C174475-5DFA-487B-B34C-17CF7EE50E66}"/>
                </a:ext>
              </a:extLst>
            </p:cNvPr>
            <p:cNvGrpSpPr/>
            <p:nvPr/>
          </p:nvGrpSpPr>
          <p:grpSpPr>
            <a:xfrm>
              <a:off x="5459324" y="4731829"/>
              <a:ext cx="6492407" cy="1731505"/>
              <a:chOff x="5459324" y="4731829"/>
              <a:chExt cx="6492407" cy="1731505"/>
            </a:xfrm>
          </p:grpSpPr>
          <p:sp>
            <p:nvSpPr>
              <p:cNvPr id="32" name="矩形: 圆角 31">
                <a:extLst>
                  <a:ext uri="{FF2B5EF4-FFF2-40B4-BE49-F238E27FC236}">
                    <a16:creationId xmlns:a16="http://schemas.microsoft.com/office/drawing/2014/main" id="{209C918B-747E-47E5-9B3D-6565370ECBDF}"/>
                  </a:ext>
                </a:extLst>
              </p:cNvPr>
              <p:cNvSpPr/>
              <p:nvPr/>
            </p:nvSpPr>
            <p:spPr>
              <a:xfrm>
                <a:off x="5459324" y="4731829"/>
                <a:ext cx="6492407" cy="173150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3" name="任意多边形: 形状 32">
                <a:extLst>
                  <a:ext uri="{FF2B5EF4-FFF2-40B4-BE49-F238E27FC236}">
                    <a16:creationId xmlns:a16="http://schemas.microsoft.com/office/drawing/2014/main" id="{89636B78-EDD6-43FC-A470-4F13752715D6}"/>
                  </a:ext>
                </a:extLst>
              </p:cNvPr>
              <p:cNvSpPr/>
              <p:nvPr/>
            </p:nvSpPr>
            <p:spPr>
              <a:xfrm>
                <a:off x="5459324" y="4732301"/>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34" name="组合 33">
                <a:extLst>
                  <a:ext uri="{FF2B5EF4-FFF2-40B4-BE49-F238E27FC236}">
                    <a16:creationId xmlns:a16="http://schemas.microsoft.com/office/drawing/2014/main" id="{891D08AC-74BA-44B4-9F87-3962D9D2D6E5}"/>
                  </a:ext>
                </a:extLst>
              </p:cNvPr>
              <p:cNvGrpSpPr/>
              <p:nvPr/>
            </p:nvGrpSpPr>
            <p:grpSpPr>
              <a:xfrm>
                <a:off x="5625076" y="4839037"/>
                <a:ext cx="771634" cy="133081"/>
                <a:chOff x="2016841" y="2587412"/>
                <a:chExt cx="730275" cy="133081"/>
              </a:xfrm>
            </p:grpSpPr>
            <p:sp>
              <p:nvSpPr>
                <p:cNvPr id="36" name="椭圆 35">
                  <a:extLst>
                    <a:ext uri="{FF2B5EF4-FFF2-40B4-BE49-F238E27FC236}">
                      <a16:creationId xmlns:a16="http://schemas.microsoft.com/office/drawing/2014/main" id="{79D111DC-B5F3-4665-9E2E-4C951431FEF3}"/>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7" name="椭圆 36">
                  <a:extLst>
                    <a:ext uri="{FF2B5EF4-FFF2-40B4-BE49-F238E27FC236}">
                      <a16:creationId xmlns:a16="http://schemas.microsoft.com/office/drawing/2014/main" id="{DE88B753-1051-4DAC-A9BE-0A24748D0760}"/>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8" name="椭圆 37">
                  <a:extLst>
                    <a:ext uri="{FF2B5EF4-FFF2-40B4-BE49-F238E27FC236}">
                      <a16:creationId xmlns:a16="http://schemas.microsoft.com/office/drawing/2014/main" id="{4EACA6C4-80AC-4DE9-8C39-91D9494DC1F7}"/>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8" name="Rectangle 3">
                <a:extLst>
                  <a:ext uri="{FF2B5EF4-FFF2-40B4-BE49-F238E27FC236}">
                    <a16:creationId xmlns:a16="http://schemas.microsoft.com/office/drawing/2014/main" id="{04E8FAE6-D836-4DDF-A1DE-9DC1F72B4825}"/>
                  </a:ext>
                </a:extLst>
              </p:cNvPr>
              <p:cNvSpPr>
                <a:spLocks noChangeArrowheads="1"/>
              </p:cNvSpPr>
              <p:nvPr/>
            </p:nvSpPr>
            <p:spPr bwMode="auto">
              <a:xfrm>
                <a:off x="5625076" y="5359355"/>
                <a:ext cx="5940586" cy="109260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0033B3"/>
                    </a:solidFill>
                    <a:latin typeface="Arial Unicode MS"/>
                    <a:ea typeface="JetBrains Mono"/>
                  </a:rPr>
                  <a:t>public class </a:t>
                </a:r>
                <a:r>
                  <a:rPr lang="zh-CN" altLang="zh-CN" sz="1300" dirty="0">
                    <a:solidFill>
                      <a:srgbClr val="000000"/>
                    </a:solidFill>
                    <a:latin typeface="Arial Unicode MS"/>
                    <a:ea typeface="JetBrains Mono"/>
                  </a:rPr>
                  <a:t>RedisChatMemoryStore </a:t>
                </a:r>
                <a:r>
                  <a:rPr lang="zh-CN" altLang="zh-CN" sz="1300" dirty="0">
                    <a:solidFill>
                      <a:srgbClr val="0033B3"/>
                    </a:solidFill>
                    <a:latin typeface="Arial Unicode MS"/>
                    <a:ea typeface="JetBrains Mono"/>
                  </a:rPr>
                  <a:t>implements </a:t>
                </a:r>
                <a:r>
                  <a:rPr lang="zh-CN" altLang="zh-CN" sz="1300" dirty="0">
                    <a:solidFill>
                      <a:srgbClr val="000000"/>
                    </a:solidFill>
                    <a:latin typeface="Arial Unicode MS"/>
                    <a:ea typeface="JetBrains Mono"/>
                  </a:rPr>
                  <a:t>ChatMemoryStore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i="1" dirty="0">
                    <a:solidFill>
                      <a:srgbClr val="686671"/>
                    </a:solidFill>
                    <a:latin typeface="Arial Unicode MS"/>
                    <a:ea typeface="JetBrains Mono"/>
                  </a:rPr>
                  <a:t>//</a:t>
                </a:r>
                <a:r>
                  <a:rPr lang="zh-CN" altLang="zh-CN" sz="1300" i="1" dirty="0">
                    <a:solidFill>
                      <a:srgbClr val="008DDE"/>
                    </a:solidFill>
                    <a:latin typeface="Arial Unicode MS"/>
                    <a:ea typeface="JetBrains Mono"/>
                  </a:rPr>
                  <a:t>TODO </a:t>
                </a:r>
                <a:r>
                  <a:rPr lang="zh-CN" altLang="zh-CN" sz="1300" i="1" dirty="0">
                    <a:solidFill>
                      <a:srgbClr val="008DDE"/>
                    </a:solidFill>
                    <a:latin typeface="宋体" panose="02010600030101010101" pitchFamily="2" charset="-122"/>
                    <a:ea typeface="宋体" panose="02010600030101010101" pitchFamily="2" charset="-122"/>
                  </a:rPr>
                  <a:t>重写</a:t>
                </a:r>
                <a:r>
                  <a:rPr lang="zh-CN" altLang="zh-CN" sz="1300" i="1" dirty="0">
                    <a:solidFill>
                      <a:srgbClr val="008DDE"/>
                    </a:solidFill>
                    <a:latin typeface="Arial Unicode MS"/>
                    <a:ea typeface="JetBrains Mono"/>
                  </a:rPr>
                  <a:t> getMessages() </a:t>
                </a:r>
                <a:r>
                  <a:rPr lang="zh-CN" altLang="zh-CN" sz="1300" i="1" dirty="0">
                    <a:solidFill>
                      <a:srgbClr val="008DDE"/>
                    </a:solidFill>
                    <a:latin typeface="宋体" panose="02010600030101010101" pitchFamily="2" charset="-122"/>
                    <a:ea typeface="宋体" panose="02010600030101010101" pitchFamily="2" charset="-122"/>
                  </a:rPr>
                  <a:t>、</a:t>
                </a:r>
                <a:r>
                  <a:rPr lang="zh-CN" altLang="zh-CN" sz="1300" i="1" dirty="0">
                    <a:solidFill>
                      <a:srgbClr val="008DDE"/>
                    </a:solidFill>
                    <a:latin typeface="Arial Unicode MS"/>
                    <a:ea typeface="JetBrains Mono"/>
                  </a:rPr>
                  <a:t>updateMessages() </a:t>
                </a:r>
                <a:r>
                  <a:rPr lang="zh-CN" altLang="zh-CN" sz="1300" i="1" dirty="0">
                    <a:solidFill>
                      <a:srgbClr val="008DDE"/>
                    </a:solidFill>
                    <a:latin typeface="宋体" panose="02010600030101010101" pitchFamily="2" charset="-122"/>
                    <a:ea typeface="宋体" panose="02010600030101010101" pitchFamily="2" charset="-122"/>
                  </a:rPr>
                  <a:t>、</a:t>
                </a:r>
                <a:r>
                  <a:rPr lang="zh-CN" altLang="zh-CN" sz="1300" i="1" dirty="0">
                    <a:solidFill>
                      <a:srgbClr val="008DDE"/>
                    </a:solidFill>
                    <a:latin typeface="Arial Unicode MS"/>
                    <a:ea typeface="JetBrains Mono"/>
                  </a:rPr>
                  <a:t>deleteMessages() </a:t>
                </a:r>
                <a:r>
                  <a:rPr lang="zh-CN" altLang="zh-CN" sz="1300" i="1" dirty="0">
                    <a:solidFill>
                      <a:srgbClr val="008DDE"/>
                    </a:solidFill>
                    <a:latin typeface="宋体" panose="02010600030101010101" pitchFamily="2" charset="-122"/>
                    <a:ea typeface="宋体" panose="02010600030101010101" pitchFamily="2" charset="-122"/>
                  </a:rPr>
                  <a:t>方法</a:t>
                </a:r>
                <a:br>
                  <a:rPr lang="zh-CN" altLang="zh-CN" sz="1300" i="1" dirty="0">
                    <a:solidFill>
                      <a:srgbClr val="008DDE"/>
                    </a:solidFill>
                    <a:latin typeface="宋体" panose="02010600030101010101" pitchFamily="2" charset="-122"/>
                    <a:ea typeface="宋体" panose="02010600030101010101" pitchFamily="2" charset="-122"/>
                  </a:rPr>
                </a:br>
                <a:r>
                  <a:rPr lang="zh-CN" altLang="zh-CN" sz="1300" i="1" dirty="0">
                    <a:solidFill>
                      <a:srgbClr val="008DDE"/>
                    </a:solidFill>
                    <a:latin typeface="宋体" panose="02010600030101010101" pitchFamily="2" charset="-122"/>
                    <a:ea typeface="宋体" panose="02010600030101010101" pitchFamily="2" charset="-122"/>
                  </a:rPr>
                  <a:t>    </a:t>
                </a:r>
                <a:br>
                  <a:rPr lang="zh-CN" altLang="zh-CN" sz="1300" i="1" dirty="0">
                    <a:solidFill>
                      <a:srgbClr val="008DDE"/>
                    </a:solidFill>
                    <a:latin typeface="宋体" panose="02010600030101010101" pitchFamily="2" charset="-122"/>
                    <a:ea typeface="宋体" panose="02010600030101010101" pitchFamily="2" charset="-122"/>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sp>
          <p:nvSpPr>
            <p:cNvPr id="40" name="Rectangle 4">
              <a:extLst>
                <a:ext uri="{FF2B5EF4-FFF2-40B4-BE49-F238E27FC236}">
                  <a16:creationId xmlns:a16="http://schemas.microsoft.com/office/drawing/2014/main" id="{110550E5-6FB5-4AF0-A097-848576EF8E08}"/>
                </a:ext>
              </a:extLst>
            </p:cNvPr>
            <p:cNvSpPr>
              <a:spLocks noChangeArrowheads="1"/>
            </p:cNvSpPr>
            <p:nvPr/>
          </p:nvSpPr>
          <p:spPr bwMode="auto">
            <a:xfrm>
              <a:off x="5625076" y="5169429"/>
              <a:ext cx="1307805" cy="29238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9E880D"/>
                  </a:solidFill>
                  <a:latin typeface="Arial Unicode MS"/>
                  <a:ea typeface="JetBrains Mono"/>
                </a:rPr>
                <a:t>@Repository</a:t>
              </a:r>
              <a:endParaRPr lang="zh-CN" altLang="zh-CN" sz="2400" dirty="0">
                <a:latin typeface="Arial" panose="020B0604020202020204" pitchFamily="34" charset="0"/>
              </a:endParaRPr>
            </a:p>
          </p:txBody>
        </p:sp>
      </p:grpSp>
      <p:grpSp>
        <p:nvGrpSpPr>
          <p:cNvPr id="53" name="组合 52">
            <a:extLst>
              <a:ext uri="{FF2B5EF4-FFF2-40B4-BE49-F238E27FC236}">
                <a16:creationId xmlns:a16="http://schemas.microsoft.com/office/drawing/2014/main" id="{793B1AF3-1493-4782-9D58-6A3AEFD3357C}"/>
              </a:ext>
            </a:extLst>
          </p:cNvPr>
          <p:cNvGrpSpPr/>
          <p:nvPr/>
        </p:nvGrpSpPr>
        <p:grpSpPr>
          <a:xfrm>
            <a:off x="555853" y="3725983"/>
            <a:ext cx="4483379" cy="2440904"/>
            <a:chOff x="555852" y="3725981"/>
            <a:chExt cx="4483378" cy="2440904"/>
          </a:xfrm>
        </p:grpSpPr>
        <p:sp>
          <p:nvSpPr>
            <p:cNvPr id="43" name="矩形: 圆角 42">
              <a:extLst>
                <a:ext uri="{FF2B5EF4-FFF2-40B4-BE49-F238E27FC236}">
                  <a16:creationId xmlns:a16="http://schemas.microsoft.com/office/drawing/2014/main" id="{00709AB7-8FFF-42EE-8717-E2AD848DAF90}"/>
                </a:ext>
              </a:extLst>
            </p:cNvPr>
            <p:cNvSpPr/>
            <p:nvPr/>
          </p:nvSpPr>
          <p:spPr>
            <a:xfrm>
              <a:off x="555852" y="3725981"/>
              <a:ext cx="4483378" cy="2440904"/>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4" name="任意多边形: 形状 43">
              <a:extLst>
                <a:ext uri="{FF2B5EF4-FFF2-40B4-BE49-F238E27FC236}">
                  <a16:creationId xmlns:a16="http://schemas.microsoft.com/office/drawing/2014/main" id="{34AB72D2-F0C7-499A-B8A5-D3D6CDA0B43F}"/>
                </a:ext>
              </a:extLst>
            </p:cNvPr>
            <p:cNvSpPr/>
            <p:nvPr/>
          </p:nvSpPr>
          <p:spPr>
            <a:xfrm>
              <a:off x="555852" y="3747718"/>
              <a:ext cx="4483378"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45" name="组合 44">
              <a:extLst>
                <a:ext uri="{FF2B5EF4-FFF2-40B4-BE49-F238E27FC236}">
                  <a16:creationId xmlns:a16="http://schemas.microsoft.com/office/drawing/2014/main" id="{8FF0881F-F904-4A0C-8B55-DFC1DC4F85C6}"/>
                </a:ext>
              </a:extLst>
            </p:cNvPr>
            <p:cNvGrpSpPr/>
            <p:nvPr/>
          </p:nvGrpSpPr>
          <p:grpSpPr>
            <a:xfrm>
              <a:off x="721603" y="3833188"/>
              <a:ext cx="771634" cy="133081"/>
              <a:chOff x="2016841" y="2587412"/>
              <a:chExt cx="730275" cy="133081"/>
            </a:xfrm>
          </p:grpSpPr>
          <p:sp>
            <p:nvSpPr>
              <p:cNvPr id="47" name="椭圆 46">
                <a:extLst>
                  <a:ext uri="{FF2B5EF4-FFF2-40B4-BE49-F238E27FC236}">
                    <a16:creationId xmlns:a16="http://schemas.microsoft.com/office/drawing/2014/main" id="{51E87E7C-7C8D-4637-9290-FF299122B7FA}"/>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8" name="椭圆 47">
                <a:extLst>
                  <a:ext uri="{FF2B5EF4-FFF2-40B4-BE49-F238E27FC236}">
                    <a16:creationId xmlns:a16="http://schemas.microsoft.com/office/drawing/2014/main" id="{A5326B88-E6A0-4D80-B8EA-AE8E13BD136B}"/>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49" name="椭圆 48">
                <a:extLst>
                  <a:ext uri="{FF2B5EF4-FFF2-40B4-BE49-F238E27FC236}">
                    <a16:creationId xmlns:a16="http://schemas.microsoft.com/office/drawing/2014/main" id="{C9D5B780-BDA5-44AF-90D5-A39E7DBF8505}"/>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52" name="Rectangle 7">
              <a:extLst>
                <a:ext uri="{FF2B5EF4-FFF2-40B4-BE49-F238E27FC236}">
                  <a16:creationId xmlns:a16="http://schemas.microsoft.com/office/drawing/2014/main" id="{BD5C6957-3F44-4103-8D26-B9BE994F3E9D}"/>
                </a:ext>
              </a:extLst>
            </p:cNvPr>
            <p:cNvSpPr>
              <a:spLocks noChangeArrowheads="1"/>
            </p:cNvSpPr>
            <p:nvPr/>
          </p:nvSpPr>
          <p:spPr bwMode="auto">
            <a:xfrm>
              <a:off x="701073" y="4086446"/>
              <a:ext cx="3732027" cy="1885773"/>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ChatMemory </a:t>
              </a:r>
              <a:r>
                <a:rPr lang="zh-CN" altLang="zh-CN" sz="1300" dirty="0">
                  <a:solidFill>
                    <a:srgbClr val="00627A"/>
                  </a:solidFill>
                  <a:latin typeface="Arial Unicode MS"/>
                  <a:ea typeface="JetBrains Mono"/>
                </a:rPr>
                <a:t>get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Object memoryId</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000000"/>
                  </a:solidFill>
                  <a:latin typeface="Arial Unicode MS"/>
                  <a:ea typeface="JetBrains Mono"/>
                </a:rPr>
                <a:t>MessageWindowChatMemory</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.id(</a:t>
              </a:r>
              <a:r>
                <a:rPr lang="zh-CN" altLang="zh-CN" sz="1300" dirty="0">
                  <a:solidFill>
                    <a:srgbClr val="000000"/>
                  </a:solidFill>
                  <a:latin typeface="Arial Unicode MS"/>
                  <a:ea typeface="JetBrains Mono"/>
                </a:rPr>
                <a:t>memoryId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.maxMessages(</a:t>
              </a:r>
              <a:r>
                <a:rPr lang="zh-CN" altLang="zh-CN" sz="1300" dirty="0">
                  <a:solidFill>
                    <a:srgbClr val="1750EB"/>
                  </a:solidFill>
                  <a:latin typeface="Arial Unicode MS"/>
                  <a:ea typeface="JetBrains Mono"/>
                </a:rPr>
                <a:t>20</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.chatMemoryStore(</a:t>
              </a:r>
              <a:r>
                <a:rPr lang="zh-CN" altLang="zh-CN" sz="1300" dirty="0">
                  <a:solidFill>
                    <a:srgbClr val="851691"/>
                  </a:solidFill>
                  <a:latin typeface="Arial Unicode MS"/>
                  <a:ea typeface="JetBrains Mono"/>
                </a:rPr>
                <a:t>store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grpSp>
      <p:sp>
        <p:nvSpPr>
          <p:cNvPr id="55" name="文本框 54">
            <a:extLst>
              <a:ext uri="{FF2B5EF4-FFF2-40B4-BE49-F238E27FC236}">
                <a16:creationId xmlns:a16="http://schemas.microsoft.com/office/drawing/2014/main" id="{FDAA8BD9-E0F2-4BF5-874E-7E65DA5B6E39}"/>
              </a:ext>
            </a:extLst>
          </p:cNvPr>
          <p:cNvSpPr txBox="1"/>
          <p:nvPr/>
        </p:nvSpPr>
        <p:spPr>
          <a:xfrm>
            <a:off x="5459327" y="1006100"/>
            <a:ext cx="6492407" cy="300210"/>
          </a:xfrm>
          <a:prstGeom prst="rect">
            <a:avLst/>
          </a:prstGeom>
          <a:solidFill>
            <a:schemeClr val="accent5">
              <a:lumMod val="20000"/>
              <a:lumOff val="80000"/>
            </a:schemeClr>
          </a:solidFill>
        </p:spPr>
        <p:txBody>
          <a:bodyPr wrap="square">
            <a:spAutoFit/>
          </a:bodyPr>
          <a:lstStyle/>
          <a:p>
            <a:r>
              <a:rPr lang="zh-CN" altLang="en-US" sz="1351" dirty="0"/>
              <a:t>docker run --name redis -d -p </a:t>
            </a:r>
            <a:r>
              <a:rPr lang="en-US" altLang="zh-CN" sz="1351" dirty="0"/>
              <a:t>6</a:t>
            </a:r>
            <a:r>
              <a:rPr lang="zh-CN" altLang="en-US" sz="1351" dirty="0"/>
              <a:t>379:6379 redis</a:t>
            </a:r>
          </a:p>
        </p:txBody>
      </p:sp>
      <p:sp>
        <p:nvSpPr>
          <p:cNvPr id="42" name="矩形 41">
            <a:extLst>
              <a:ext uri="{FF2B5EF4-FFF2-40B4-BE49-F238E27FC236}">
                <a16:creationId xmlns:a16="http://schemas.microsoft.com/office/drawing/2014/main" id="{11297C8C-1FA7-431A-B300-C7428A6C9D44}"/>
              </a:ext>
            </a:extLst>
          </p:cNvPr>
          <p:cNvSpPr/>
          <p:nvPr/>
        </p:nvSpPr>
        <p:spPr>
          <a:xfrm>
            <a:off x="1177729" y="5187101"/>
            <a:ext cx="2426918" cy="261717"/>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329848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additive="base">
                                        <p:cTn id="12" dur="500" fill="hold"/>
                                        <p:tgtEl>
                                          <p:spTgt spid="55"/>
                                        </p:tgtEl>
                                        <p:attrNameLst>
                                          <p:attrName>ppt_x</p:attrName>
                                        </p:attrNameLst>
                                      </p:cBhvr>
                                      <p:tavLst>
                                        <p:tav tm="0">
                                          <p:val>
                                            <p:strVal val="#ppt_x"/>
                                          </p:val>
                                        </p:tav>
                                        <p:tav tm="100000">
                                          <p:val>
                                            <p:strVal val="#ppt_x"/>
                                          </p:val>
                                        </p:tav>
                                      </p:tavLst>
                                    </p:anim>
                                    <p:anim calcmode="lin" valueType="num">
                                      <p:cBhvr additive="base">
                                        <p:cTn id="13"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anim calcmode="lin" valueType="num">
                                      <p:cBhvr>
                                        <p:cTn id="19" dur="1000" fill="hold"/>
                                        <p:tgtEl>
                                          <p:spTgt spid="5"/>
                                        </p:tgtEl>
                                        <p:attrNameLst>
                                          <p:attrName>ppt_x</p:attrName>
                                        </p:attrNameLst>
                                      </p:cBhvr>
                                      <p:tavLst>
                                        <p:tav tm="0">
                                          <p:val>
                                            <p:strVal val="#ppt_x"/>
                                          </p:val>
                                        </p:tav>
                                        <p:tav tm="100000">
                                          <p:val>
                                            <p:strVal val="#ppt_x"/>
                                          </p:val>
                                        </p:tav>
                                      </p:tavLst>
                                    </p:anim>
                                    <p:anim calcmode="lin" valueType="num">
                                      <p:cBhvr>
                                        <p:cTn id="2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 calcmode="lin" valueType="num">
                                      <p:cBhvr additive="base">
                                        <p:cTn id="32" dur="500" fill="hold"/>
                                        <p:tgtEl>
                                          <p:spTgt spid="41"/>
                                        </p:tgtEl>
                                        <p:attrNameLst>
                                          <p:attrName>ppt_x</p:attrName>
                                        </p:attrNameLst>
                                      </p:cBhvr>
                                      <p:tavLst>
                                        <p:tav tm="0">
                                          <p:val>
                                            <p:strVal val="#ppt_x"/>
                                          </p:val>
                                        </p:tav>
                                        <p:tav tm="100000">
                                          <p:val>
                                            <p:strVal val="#ppt_x"/>
                                          </p:val>
                                        </p:tav>
                                      </p:tavLst>
                                    </p:anim>
                                    <p:anim calcmode="lin" valueType="num">
                                      <p:cBhvr additive="base">
                                        <p:cTn id="33"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1000"/>
                                        <p:tgtEl>
                                          <p:spTgt spid="53"/>
                                        </p:tgtEl>
                                      </p:cBhvr>
                                    </p:animEffect>
                                    <p:anim calcmode="lin" valueType="num">
                                      <p:cBhvr>
                                        <p:cTn id="39" dur="1000" fill="hold"/>
                                        <p:tgtEl>
                                          <p:spTgt spid="53"/>
                                        </p:tgtEl>
                                        <p:attrNameLst>
                                          <p:attrName>ppt_x</p:attrName>
                                        </p:attrNameLst>
                                      </p:cBhvr>
                                      <p:tavLst>
                                        <p:tav tm="0">
                                          <p:val>
                                            <p:strVal val="#ppt_x"/>
                                          </p:val>
                                        </p:tav>
                                        <p:tav tm="100000">
                                          <p:val>
                                            <p:strVal val="#ppt_x"/>
                                          </p:val>
                                        </p:tav>
                                      </p:tavLst>
                                    </p:anim>
                                    <p:anim calcmode="lin" valueType="num">
                                      <p:cBhvr>
                                        <p:cTn id="40" dur="1000" fill="hold"/>
                                        <p:tgtEl>
                                          <p:spTgt spid="53"/>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1000"/>
                                        <p:tgtEl>
                                          <p:spTgt spid="42"/>
                                        </p:tgtEl>
                                      </p:cBhvr>
                                    </p:animEffect>
                                    <p:anim calcmode="lin" valueType="num">
                                      <p:cBhvr>
                                        <p:cTn id="44" dur="1000" fill="hold"/>
                                        <p:tgtEl>
                                          <p:spTgt spid="42"/>
                                        </p:tgtEl>
                                        <p:attrNameLst>
                                          <p:attrName>ppt_x</p:attrName>
                                        </p:attrNameLst>
                                      </p:cBhvr>
                                      <p:tavLst>
                                        <p:tav tm="0">
                                          <p:val>
                                            <p:strVal val="#ppt_x"/>
                                          </p:val>
                                        </p:tav>
                                        <p:tav tm="100000">
                                          <p:val>
                                            <p:strVal val="#ppt_x"/>
                                          </p:val>
                                        </p:tav>
                                      </p:tavLst>
                                    </p:anim>
                                    <p:anim calcmode="lin" valueType="num">
                                      <p:cBhvr>
                                        <p:cTn id="45"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5" grpId="0" animBg="1"/>
      <p:bldP spid="4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384572810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1" end="1"/>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r>
              <a:rPr lang="en-US" altLang="zh-CN" dirty="0"/>
              <a:t>RAG</a:t>
            </a:r>
            <a:r>
              <a:rPr lang="zh-CN" altLang="en-US" dirty="0"/>
              <a:t>知识库</a:t>
            </a:r>
            <a:endParaRPr lang="en-US" altLang="zh-CN" dirty="0"/>
          </a:p>
          <a:p>
            <a:pPr lvl="1"/>
            <a:r>
              <a:rPr lang="zh-CN" altLang="en-US" sz="1400" dirty="0"/>
              <a:t>原理</a:t>
            </a:r>
            <a:endParaRPr lang="en-US" altLang="zh-CN" sz="1400" dirty="0"/>
          </a:p>
          <a:p>
            <a:pPr lvl="1"/>
            <a:r>
              <a:rPr lang="zh-CN" altLang="en-US" sz="1400" dirty="0"/>
              <a:t>快速入门</a:t>
            </a:r>
            <a:endParaRPr lang="en-US" altLang="zh-CN" sz="1400" dirty="0"/>
          </a:p>
          <a:p>
            <a:pPr lvl="1"/>
            <a:r>
              <a:rPr lang="zh-CN" altLang="en-US" sz="1400" dirty="0"/>
              <a:t>核心</a:t>
            </a:r>
            <a:r>
              <a:rPr lang="en-US" altLang="zh-CN" sz="1400" dirty="0"/>
              <a:t>API</a:t>
            </a:r>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1140968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4">
                                            <p:txEl>
                                              <p:pRg st="2" end="2"/>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62626"/>
                </a:solidFill>
                <a:latin typeface="阿里巴巴普惠体"/>
                <a:ea typeface="阿里巴巴普惠体"/>
              </a:rPr>
              <a:t>RAG, Retrieval Augmented Generation, </a:t>
            </a:r>
            <a:r>
              <a:rPr lang="zh-CN" altLang="en-US" dirty="0">
                <a:solidFill>
                  <a:srgbClr val="262626"/>
                </a:solidFill>
                <a:latin typeface="阿里巴巴普惠体"/>
                <a:ea typeface="阿里巴巴普惠体"/>
              </a:rPr>
              <a:t>检索增强生成。通过检索外部知识库的方式增强大模型的生成能力</a:t>
            </a:r>
            <a:endParaRPr lang="en-US" altLang="zh-CN" dirty="0">
              <a:solidFill>
                <a:srgbClr val="262626"/>
              </a:solidFill>
              <a:latin typeface="阿里巴巴普惠体"/>
              <a:ea typeface="阿里巴巴普惠体"/>
            </a:endParaRPr>
          </a:p>
        </p:txBody>
      </p:sp>
      <p:pic>
        <p:nvPicPr>
          <p:cNvPr id="62" name="图片 61">
            <a:extLst>
              <a:ext uri="{FF2B5EF4-FFF2-40B4-BE49-F238E27FC236}">
                <a16:creationId xmlns:a16="http://schemas.microsoft.com/office/drawing/2014/main" id="{930A8490-5B28-4D4B-9A86-F685904B15DE}"/>
              </a:ext>
            </a:extLst>
          </p:cNvPr>
          <p:cNvPicPr>
            <a:picLocks noChangeAspect="1"/>
          </p:cNvPicPr>
          <p:nvPr/>
        </p:nvPicPr>
        <p:blipFill>
          <a:blip r:embed="rId2"/>
          <a:stretch>
            <a:fillRect/>
          </a:stretch>
        </p:blipFill>
        <p:spPr>
          <a:xfrm>
            <a:off x="1928001" y="1651500"/>
            <a:ext cx="7576683" cy="4284240"/>
          </a:xfrm>
          <a:prstGeom prst="rect">
            <a:avLst/>
          </a:prstGeom>
        </p:spPr>
      </p:pic>
      <p:sp>
        <p:nvSpPr>
          <p:cNvPr id="63" name="矩形 62">
            <a:extLst>
              <a:ext uri="{FF2B5EF4-FFF2-40B4-BE49-F238E27FC236}">
                <a16:creationId xmlns:a16="http://schemas.microsoft.com/office/drawing/2014/main" id="{3573AC20-C5C3-4D15-A1EA-67368192298D}"/>
              </a:ext>
            </a:extLst>
          </p:cNvPr>
          <p:cNvSpPr/>
          <p:nvPr/>
        </p:nvSpPr>
        <p:spPr>
          <a:xfrm>
            <a:off x="8087319" y="1940136"/>
            <a:ext cx="1417367" cy="3961625"/>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64" name="圆柱体 63">
            <a:extLst>
              <a:ext uri="{FF2B5EF4-FFF2-40B4-BE49-F238E27FC236}">
                <a16:creationId xmlns:a16="http://schemas.microsoft.com/office/drawing/2014/main" id="{99C6FCCE-F016-483B-8873-F8A7F272F7AD}"/>
              </a:ext>
            </a:extLst>
          </p:cNvPr>
          <p:cNvSpPr/>
          <p:nvPr/>
        </p:nvSpPr>
        <p:spPr>
          <a:xfrm>
            <a:off x="10102129" y="2689143"/>
            <a:ext cx="1358153" cy="1002071"/>
          </a:xfrm>
          <a:prstGeom prst="can">
            <a:avLst/>
          </a:prstGeom>
        </p:spPr>
        <p:style>
          <a:lnRef idx="1">
            <a:schemeClr val="dk1"/>
          </a:lnRef>
          <a:fillRef idx="3">
            <a:schemeClr val="dk1"/>
          </a:fillRef>
          <a:effectRef idx="2">
            <a:schemeClr val="dk1"/>
          </a:effectRef>
          <a:fontRef idx="minor">
            <a:schemeClr val="lt1"/>
          </a:fontRef>
        </p:style>
        <p:txBody>
          <a:bodyPr rtlCol="0" anchor="ctr"/>
          <a:lstStyle/>
          <a:p>
            <a:pPr algn="ctr">
              <a:lnSpc>
                <a:spcPct val="120000"/>
              </a:lnSpc>
            </a:pPr>
            <a:r>
              <a:rPr lang="zh-CN" altLang="en-US" sz="1400" dirty="0"/>
              <a:t>通用训练数据</a:t>
            </a:r>
            <a:endParaRPr lang="en-US" altLang="zh-CN" sz="1400" dirty="0"/>
          </a:p>
          <a:p>
            <a:pPr algn="ctr">
              <a:lnSpc>
                <a:spcPct val="120000"/>
              </a:lnSpc>
            </a:pPr>
            <a:r>
              <a:rPr lang="en-US" altLang="zh-CN" sz="1400" dirty="0"/>
              <a:t>2023/10</a:t>
            </a:r>
            <a:endParaRPr lang="zh-CN" altLang="en-US" sz="1400" dirty="0"/>
          </a:p>
        </p:txBody>
      </p:sp>
      <p:sp>
        <p:nvSpPr>
          <p:cNvPr id="65" name="圆柱体 64">
            <a:extLst>
              <a:ext uri="{FF2B5EF4-FFF2-40B4-BE49-F238E27FC236}">
                <a16:creationId xmlns:a16="http://schemas.microsoft.com/office/drawing/2014/main" id="{676C58CD-A96A-4077-B07C-AD1B8B01B1C4}"/>
              </a:ext>
            </a:extLst>
          </p:cNvPr>
          <p:cNvSpPr/>
          <p:nvPr/>
        </p:nvSpPr>
        <p:spPr>
          <a:xfrm>
            <a:off x="10102129" y="3989859"/>
            <a:ext cx="1358153" cy="1002071"/>
          </a:xfrm>
          <a:prstGeom prst="ca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lnSpc>
                <a:spcPct val="120000"/>
              </a:lnSpc>
            </a:pPr>
            <a:r>
              <a:rPr lang="zh-CN" altLang="en-US" sz="1400" dirty="0"/>
              <a:t>专业领域数据</a:t>
            </a:r>
          </a:p>
        </p:txBody>
      </p:sp>
    </p:spTree>
    <p:extLst>
      <p:ext uri="{BB962C8B-B14F-4D97-AF65-F5344CB8AC3E}">
        <p14:creationId xmlns:p14="http://schemas.microsoft.com/office/powerpoint/2010/main" val="57514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1000"/>
                                        <p:tgtEl>
                                          <p:spTgt spid="62"/>
                                        </p:tgtEl>
                                      </p:cBhvr>
                                    </p:animEffect>
                                    <p:anim calcmode="lin" valueType="num">
                                      <p:cBhvr>
                                        <p:cTn id="8" dur="1000" fill="hold"/>
                                        <p:tgtEl>
                                          <p:spTgt spid="62"/>
                                        </p:tgtEl>
                                        <p:attrNameLst>
                                          <p:attrName>ppt_x</p:attrName>
                                        </p:attrNameLst>
                                      </p:cBhvr>
                                      <p:tavLst>
                                        <p:tav tm="0">
                                          <p:val>
                                            <p:strVal val="#ppt_x"/>
                                          </p:val>
                                        </p:tav>
                                        <p:tav tm="100000">
                                          <p:val>
                                            <p:strVal val="#ppt_x"/>
                                          </p:val>
                                        </p:tav>
                                      </p:tavLst>
                                    </p:anim>
                                    <p:anim calcmode="lin" valueType="num">
                                      <p:cBhvr>
                                        <p:cTn id="9"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63"/>
                                        </p:tgtEl>
                                        <p:attrNameLst>
                                          <p:attrName>style.visibility</p:attrName>
                                        </p:attrNameLst>
                                      </p:cBhvr>
                                      <p:to>
                                        <p:strVal val="visible"/>
                                      </p:to>
                                    </p:set>
                                    <p:animEffect transition="in" filter="wipe(down)">
                                      <p:cBhvr>
                                        <p:cTn id="14" dur="500"/>
                                        <p:tgtEl>
                                          <p:spTgt spid="6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1000"/>
                                        <p:tgtEl>
                                          <p:spTgt spid="64"/>
                                        </p:tgtEl>
                                      </p:cBhvr>
                                    </p:animEffect>
                                    <p:anim calcmode="lin" valueType="num">
                                      <p:cBhvr>
                                        <p:cTn id="20" dur="1000" fill="hold"/>
                                        <p:tgtEl>
                                          <p:spTgt spid="64"/>
                                        </p:tgtEl>
                                        <p:attrNameLst>
                                          <p:attrName>ppt_x</p:attrName>
                                        </p:attrNameLst>
                                      </p:cBhvr>
                                      <p:tavLst>
                                        <p:tav tm="0">
                                          <p:val>
                                            <p:strVal val="#ppt_x"/>
                                          </p:val>
                                        </p:tav>
                                        <p:tav tm="100000">
                                          <p:val>
                                            <p:strVal val="#ppt_x"/>
                                          </p:val>
                                        </p:tav>
                                      </p:tavLst>
                                    </p:anim>
                                    <p:anim calcmode="lin" valueType="num">
                                      <p:cBhvr>
                                        <p:cTn id="21"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fade">
                                      <p:cBhvr>
                                        <p:cTn id="26" dur="1000"/>
                                        <p:tgtEl>
                                          <p:spTgt spid="65"/>
                                        </p:tgtEl>
                                      </p:cBhvr>
                                    </p:animEffect>
                                    <p:anim calcmode="lin" valueType="num">
                                      <p:cBhvr>
                                        <p:cTn id="27" dur="1000" fill="hold"/>
                                        <p:tgtEl>
                                          <p:spTgt spid="65"/>
                                        </p:tgtEl>
                                        <p:attrNameLst>
                                          <p:attrName>ppt_x</p:attrName>
                                        </p:attrNameLst>
                                      </p:cBhvr>
                                      <p:tavLst>
                                        <p:tav tm="0">
                                          <p:val>
                                            <p:strVal val="#ppt_x"/>
                                          </p:val>
                                        </p:tav>
                                        <p:tav tm="100000">
                                          <p:val>
                                            <p:strVal val="#ppt_x"/>
                                          </p:val>
                                        </p:tav>
                                      </p:tavLst>
                                    </p:anim>
                                    <p:anim calcmode="lin" valueType="num">
                                      <p:cBhvr>
                                        <p:cTn id="28"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62626"/>
                </a:solidFill>
                <a:latin typeface="阿里巴巴普惠体"/>
                <a:ea typeface="阿里巴巴普惠体"/>
              </a:rPr>
              <a:t>RAG, Retrieval Augmented Generation, </a:t>
            </a:r>
            <a:r>
              <a:rPr lang="zh-CN" altLang="en-US" dirty="0">
                <a:solidFill>
                  <a:srgbClr val="262626"/>
                </a:solidFill>
                <a:latin typeface="阿里巴巴普惠体"/>
                <a:ea typeface="阿里巴巴普惠体"/>
              </a:rPr>
              <a:t>检索增强生成。通过检索外部知识库的方式增强大模型的生成能力</a:t>
            </a:r>
            <a:endParaRPr lang="en-US" altLang="zh-CN" dirty="0">
              <a:solidFill>
                <a:srgbClr val="262626"/>
              </a:solidFill>
              <a:latin typeface="阿里巴巴普惠体"/>
              <a:ea typeface="阿里巴巴普惠体"/>
            </a:endParaRPr>
          </a:p>
        </p:txBody>
      </p:sp>
      <p:pic>
        <p:nvPicPr>
          <p:cNvPr id="61" name="图片 60">
            <a:extLst>
              <a:ext uri="{FF2B5EF4-FFF2-40B4-BE49-F238E27FC236}">
                <a16:creationId xmlns:a16="http://schemas.microsoft.com/office/drawing/2014/main" id="{88AF08A1-361A-4899-878B-3E6C8DBD70C1}"/>
              </a:ext>
            </a:extLst>
          </p:cNvPr>
          <p:cNvPicPr>
            <a:picLocks noChangeAspect="1"/>
          </p:cNvPicPr>
          <p:nvPr/>
        </p:nvPicPr>
        <p:blipFill>
          <a:blip r:embed="rId2"/>
          <a:stretch>
            <a:fillRect/>
          </a:stretch>
        </p:blipFill>
        <p:spPr>
          <a:xfrm>
            <a:off x="1919828" y="1651500"/>
            <a:ext cx="7749259" cy="5026720"/>
          </a:xfrm>
          <a:prstGeom prst="rect">
            <a:avLst/>
          </a:prstGeom>
        </p:spPr>
      </p:pic>
      <p:sp>
        <p:nvSpPr>
          <p:cNvPr id="2" name="矩形 1">
            <a:extLst>
              <a:ext uri="{FF2B5EF4-FFF2-40B4-BE49-F238E27FC236}">
                <a16:creationId xmlns:a16="http://schemas.microsoft.com/office/drawing/2014/main" id="{6C40ED52-6821-479B-B978-F78BB9DDF762}"/>
              </a:ext>
            </a:extLst>
          </p:cNvPr>
          <p:cNvSpPr/>
          <p:nvPr/>
        </p:nvSpPr>
        <p:spPr>
          <a:xfrm>
            <a:off x="1762125" y="3981450"/>
            <a:ext cx="7906962" cy="2540148"/>
          </a:xfrm>
          <a:prstGeom prst="rect">
            <a:avLst/>
          </a:prstGeom>
          <a:solidFill>
            <a:schemeClr val="bg1">
              <a:lumMod val="85000"/>
              <a:alpha val="41000"/>
            </a:schemeClr>
          </a:solidFill>
          <a:ln>
            <a:solidFill>
              <a:schemeClr val="dk1">
                <a:alpha val="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6622336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62626"/>
                </a:solidFill>
                <a:latin typeface="阿里巴巴普惠体"/>
                <a:ea typeface="阿里巴巴普惠体"/>
              </a:rPr>
              <a:t>RAG, Retrieval Augmented Generation, </a:t>
            </a:r>
            <a:r>
              <a:rPr lang="zh-CN" altLang="en-US" dirty="0">
                <a:solidFill>
                  <a:srgbClr val="262626"/>
                </a:solidFill>
                <a:latin typeface="阿里巴巴普惠体"/>
                <a:ea typeface="阿里巴巴普惠体"/>
              </a:rPr>
              <a:t>检索增强生成。通过检索外部知识库的方式增强大模型的生成能力</a:t>
            </a:r>
            <a:endParaRPr lang="en-US" altLang="zh-CN" dirty="0">
              <a:solidFill>
                <a:srgbClr val="262626"/>
              </a:solidFill>
              <a:latin typeface="阿里巴巴普惠体"/>
              <a:ea typeface="阿里巴巴普惠体"/>
            </a:endParaRPr>
          </a:p>
        </p:txBody>
      </p:sp>
      <p:sp>
        <p:nvSpPr>
          <p:cNvPr id="2" name="圆柱体 1">
            <a:extLst>
              <a:ext uri="{FF2B5EF4-FFF2-40B4-BE49-F238E27FC236}">
                <a16:creationId xmlns:a16="http://schemas.microsoft.com/office/drawing/2014/main" id="{2DCB28AE-1A92-465A-A799-C8C43E1DAEF0}"/>
              </a:ext>
            </a:extLst>
          </p:cNvPr>
          <p:cNvSpPr/>
          <p:nvPr/>
        </p:nvSpPr>
        <p:spPr>
          <a:xfrm>
            <a:off x="5040860" y="2715734"/>
            <a:ext cx="1818168" cy="2307265"/>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2400" dirty="0">
                <a:solidFill>
                  <a:srgbClr val="FFFFFF"/>
                </a:solidFill>
                <a:latin typeface="Source Code Pro"/>
              </a:rPr>
              <a:t>知识库</a:t>
            </a:r>
          </a:p>
        </p:txBody>
      </p:sp>
    </p:spTree>
    <p:extLst>
      <p:ext uri="{BB962C8B-B14F-4D97-AF65-F5344CB8AC3E}">
        <p14:creationId xmlns:p14="http://schemas.microsoft.com/office/powerpoint/2010/main" val="5875388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62626"/>
                </a:solidFill>
                <a:latin typeface="阿里巴巴普惠体"/>
                <a:ea typeface="阿里巴巴普惠体"/>
              </a:rPr>
              <a:t>RAG, Retrieval Augmented Generation, </a:t>
            </a:r>
            <a:r>
              <a:rPr lang="zh-CN" altLang="en-US" dirty="0">
                <a:solidFill>
                  <a:srgbClr val="262626"/>
                </a:solidFill>
                <a:latin typeface="阿里巴巴普惠体"/>
                <a:ea typeface="阿里巴巴普惠体"/>
              </a:rPr>
              <a:t>检索增强生成。通过检索外部知识库的方式增强大模型的生成能力</a:t>
            </a:r>
            <a:endParaRPr lang="en-US" altLang="zh-CN" dirty="0">
              <a:solidFill>
                <a:srgbClr val="262626"/>
              </a:solidFill>
              <a:latin typeface="阿里巴巴普惠体"/>
              <a:ea typeface="阿里巴巴普惠体"/>
            </a:endParaRPr>
          </a:p>
        </p:txBody>
      </p:sp>
      <p:sp>
        <p:nvSpPr>
          <p:cNvPr id="2" name="圆柱体 1">
            <a:extLst>
              <a:ext uri="{FF2B5EF4-FFF2-40B4-BE49-F238E27FC236}">
                <a16:creationId xmlns:a16="http://schemas.microsoft.com/office/drawing/2014/main" id="{2DCB28AE-1A92-465A-A799-C8C43E1DAEF0}"/>
              </a:ext>
            </a:extLst>
          </p:cNvPr>
          <p:cNvSpPr/>
          <p:nvPr/>
        </p:nvSpPr>
        <p:spPr>
          <a:xfrm>
            <a:off x="2050311" y="2715734"/>
            <a:ext cx="1818168" cy="2307265"/>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dirty="0"/>
              <a:t>知识库</a:t>
            </a:r>
          </a:p>
        </p:txBody>
      </p:sp>
      <p:sp>
        <p:nvSpPr>
          <p:cNvPr id="5" name="文本框 4">
            <a:extLst>
              <a:ext uri="{FF2B5EF4-FFF2-40B4-BE49-F238E27FC236}">
                <a16:creationId xmlns:a16="http://schemas.microsoft.com/office/drawing/2014/main" id="{E0182FEC-E96C-4849-BD8A-EA62A6CE3936}"/>
              </a:ext>
            </a:extLst>
          </p:cNvPr>
          <p:cNvSpPr txBox="1"/>
          <p:nvPr/>
        </p:nvSpPr>
        <p:spPr>
          <a:xfrm>
            <a:off x="4527115" y="3429002"/>
            <a:ext cx="4733988" cy="994183"/>
          </a:xfrm>
          <a:prstGeom prst="rect">
            <a:avLst/>
          </a:prstGeom>
          <a:noFill/>
        </p:spPr>
        <p:txBody>
          <a:bodyPr wrap="none" rtlCol="0">
            <a:spAutoFit/>
          </a:bodyPr>
          <a:lstStyle/>
          <a:p>
            <a:pPr>
              <a:lnSpc>
                <a:spcPct val="150000"/>
              </a:lnSpc>
            </a:pPr>
            <a:r>
              <a:rPr lang="zh-CN" altLang="en-US" sz="1351" dirty="0"/>
              <a:t>向量数据库：</a:t>
            </a:r>
            <a:br>
              <a:rPr lang="en-US" altLang="zh-CN" sz="1351" dirty="0"/>
            </a:br>
            <a:r>
              <a:rPr lang="en-US" altLang="zh-CN" sz="1351" dirty="0"/>
              <a:t>    Milvus</a:t>
            </a:r>
            <a:r>
              <a:rPr lang="zh-CN" altLang="en-US" sz="1351" dirty="0"/>
              <a:t>、</a:t>
            </a:r>
            <a:r>
              <a:rPr lang="en-US" altLang="zh-CN" sz="1351" dirty="0"/>
              <a:t>Chroma</a:t>
            </a:r>
            <a:r>
              <a:rPr lang="zh-CN" altLang="en-US" sz="1351" dirty="0"/>
              <a:t>、</a:t>
            </a:r>
            <a:r>
              <a:rPr lang="en-US" altLang="zh-CN" sz="1351" dirty="0"/>
              <a:t>Pinecone</a:t>
            </a:r>
          </a:p>
          <a:p>
            <a:pPr>
              <a:lnSpc>
                <a:spcPct val="150000"/>
              </a:lnSpc>
            </a:pPr>
            <a:r>
              <a:rPr lang="en-US" altLang="zh-CN" sz="1351" dirty="0"/>
              <a:t>    </a:t>
            </a:r>
            <a:r>
              <a:rPr lang="en-US" altLang="zh-CN" sz="1351" dirty="0" err="1"/>
              <a:t>RedisSearch</a:t>
            </a:r>
            <a:r>
              <a:rPr lang="en-US" altLang="zh-CN" sz="1351" dirty="0"/>
              <a:t>(</a:t>
            </a:r>
            <a:r>
              <a:rPr lang="en-US" altLang="zh-CN" sz="1351" dirty="0" err="1"/>
              <a:t>Reids</a:t>
            </a:r>
            <a:r>
              <a:rPr lang="en-US" altLang="zh-CN" sz="1351" dirty="0"/>
              <a:t>)</a:t>
            </a:r>
            <a:r>
              <a:rPr lang="zh-CN" altLang="en-US" sz="1351" dirty="0"/>
              <a:t>、</a:t>
            </a:r>
            <a:r>
              <a:rPr lang="en-US" altLang="zh-CN" sz="1351" dirty="0" err="1"/>
              <a:t>pgvector</a:t>
            </a:r>
            <a:r>
              <a:rPr lang="en-US" altLang="zh-CN" sz="1351" dirty="0"/>
              <a:t>(PostgreSQL)</a:t>
            </a:r>
            <a:endParaRPr lang="zh-CN" altLang="en-US" sz="1351" dirty="0"/>
          </a:p>
        </p:txBody>
      </p:sp>
    </p:spTree>
    <p:extLst>
      <p:ext uri="{BB962C8B-B14F-4D97-AF65-F5344CB8AC3E}">
        <p14:creationId xmlns:p14="http://schemas.microsoft.com/office/powerpoint/2010/main" val="4012706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向量：</a:t>
            </a:r>
            <a:r>
              <a:rPr lang="zh-CN" altLang="en-US" dirty="0">
                <a:solidFill>
                  <a:srgbClr val="404040"/>
                </a:solidFill>
                <a:latin typeface="DeepSeek-CJK-patch"/>
              </a:rPr>
              <a:t>是数学和物理学中表示大小和方向的量</a:t>
            </a:r>
            <a:endParaRPr lang="en-US" altLang="zh-CN" dirty="0">
              <a:solidFill>
                <a:srgbClr val="262626"/>
              </a:solidFill>
              <a:latin typeface="阿里巴巴普惠体"/>
              <a:ea typeface="阿里巴巴普惠体"/>
            </a:endParaRPr>
          </a:p>
        </p:txBody>
      </p:sp>
      <p:sp>
        <p:nvSpPr>
          <p:cNvPr id="6" name="内容占位符 1">
            <a:extLst>
              <a:ext uri="{FF2B5EF4-FFF2-40B4-BE49-F238E27FC236}">
                <a16:creationId xmlns:a16="http://schemas.microsoft.com/office/drawing/2014/main" id="{590DED54-A196-4545-91FA-2B2898AEFEAD}"/>
              </a:ext>
            </a:extLst>
          </p:cNvPr>
          <p:cNvSpPr txBox="1">
            <a:spLocks/>
          </p:cNvSpPr>
          <p:nvPr/>
        </p:nvSpPr>
        <p:spPr>
          <a:xfrm>
            <a:off x="576200" y="1651502"/>
            <a:ext cx="11060481" cy="32844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54">
              <a:lnSpc>
                <a:spcPct val="150000"/>
              </a:lnSpc>
              <a:buFont typeface="Wingdings" panose="05000000000000000000" pitchFamily="2" charset="2"/>
              <a:buChar char="l"/>
              <a:defRPr/>
            </a:pPr>
            <a:r>
              <a:rPr lang="zh-CN" altLang="en-US" dirty="0">
                <a:solidFill>
                  <a:srgbClr val="262626"/>
                </a:solidFill>
                <a:latin typeface="阿里巴巴普惠体"/>
                <a:ea typeface="阿里巴巴普惠体"/>
              </a:rPr>
              <a:t>几何表示</a:t>
            </a:r>
            <a:endParaRPr lang="en-US" altLang="zh-CN" dirty="0">
              <a:solidFill>
                <a:srgbClr val="262626"/>
              </a:solidFill>
              <a:latin typeface="阿里巴巴普惠体"/>
              <a:ea typeface="阿里巴巴普惠体"/>
            </a:endParaRPr>
          </a:p>
          <a:p>
            <a:pPr marL="457178" lvl="1" indent="0">
              <a:lnSpc>
                <a:spcPct val="150000"/>
              </a:lnSpc>
              <a:spcBef>
                <a:spcPts val="1000"/>
              </a:spcBef>
              <a:buNone/>
              <a:defRPr/>
            </a:pPr>
            <a:r>
              <a:rPr lang="zh-CN" altLang="en-US" b="1" dirty="0">
                <a:solidFill>
                  <a:srgbClr val="262626"/>
                </a:solidFill>
                <a:latin typeface="阿里巴巴普惠体"/>
                <a:ea typeface="阿里巴巴普惠体"/>
              </a:rPr>
              <a:t>有向线段</a:t>
            </a:r>
            <a:r>
              <a:rPr lang="zh-CN" altLang="en-US" dirty="0">
                <a:solidFill>
                  <a:srgbClr val="262626"/>
                </a:solidFill>
                <a:latin typeface="阿里巴巴普惠体"/>
                <a:ea typeface="阿里巴巴普惠体"/>
              </a:rPr>
              <a:t>，</a:t>
            </a:r>
            <a:r>
              <a:rPr lang="zh-CN" altLang="en-US" dirty="0">
                <a:solidFill>
                  <a:srgbClr val="404040"/>
                </a:solidFill>
                <a:latin typeface="DeepSeek-CJK-patch"/>
              </a:rPr>
              <a:t>向量可以用一条带箭头的线段表示，线段的长度表示大小，箭头的方向表示方向。</a:t>
            </a:r>
            <a:endParaRPr lang="en-US" altLang="zh-CN" dirty="0">
              <a:solidFill>
                <a:srgbClr val="404040"/>
              </a:solidFill>
              <a:latin typeface="DeepSeek-CJK-patch"/>
            </a:endParaRPr>
          </a:p>
          <a:p>
            <a:pPr marL="457178" lvl="1" indent="0">
              <a:lnSpc>
                <a:spcPct val="150000"/>
              </a:lnSpc>
              <a:spcBef>
                <a:spcPts val="1000"/>
              </a:spcBef>
              <a:buNone/>
              <a:defRPr/>
            </a:pPr>
            <a:endParaRPr lang="en-US" altLang="zh-CN" dirty="0">
              <a:solidFill>
                <a:srgbClr val="404040"/>
              </a:solidFill>
              <a:latin typeface="DeepSeek-CJK-patch"/>
              <a:ea typeface="阿里巴巴普惠体"/>
            </a:endParaRPr>
          </a:p>
          <a:p>
            <a:pPr marL="457178" lvl="1" indent="0">
              <a:lnSpc>
                <a:spcPct val="150000"/>
              </a:lnSpc>
              <a:spcBef>
                <a:spcPts val="1000"/>
              </a:spcBef>
              <a:buNone/>
              <a:defRPr/>
            </a:pPr>
            <a:r>
              <a:rPr lang="en-US" altLang="zh-CN" dirty="0">
                <a:solidFill>
                  <a:srgbClr val="262626"/>
                </a:solidFill>
                <a:latin typeface="阿里巴巴普惠体"/>
                <a:ea typeface="阿里巴巴普惠体"/>
              </a:rPr>
              <a:t>                                      </a:t>
            </a:r>
          </a:p>
          <a:p>
            <a:pPr defTabSz="914354">
              <a:lnSpc>
                <a:spcPct val="150000"/>
              </a:lnSpc>
              <a:buFont typeface="Wingdings" panose="05000000000000000000" pitchFamily="2" charset="2"/>
              <a:buChar char="l"/>
              <a:defRPr/>
            </a:pPr>
            <a:r>
              <a:rPr lang="zh-CN" altLang="en-US" dirty="0">
                <a:solidFill>
                  <a:srgbClr val="262626"/>
                </a:solidFill>
                <a:latin typeface="阿里巴巴普惠体"/>
                <a:ea typeface="阿里巴巴普惠体"/>
              </a:rPr>
              <a:t>代数表示</a:t>
            </a:r>
            <a:endParaRPr lang="en-US" altLang="zh-CN" dirty="0">
              <a:solidFill>
                <a:srgbClr val="262626"/>
              </a:solidFill>
              <a:latin typeface="阿里巴巴普惠体"/>
              <a:ea typeface="阿里巴巴普惠体"/>
            </a:endParaRPr>
          </a:p>
          <a:p>
            <a:pPr marL="457178" lvl="1" indent="0">
              <a:lnSpc>
                <a:spcPct val="150000"/>
              </a:lnSpc>
              <a:spcBef>
                <a:spcPts val="1000"/>
              </a:spcBef>
              <a:buNone/>
              <a:defRPr/>
            </a:pPr>
            <a:r>
              <a:rPr lang="zh-CN" altLang="en-US" b="1" dirty="0">
                <a:solidFill>
                  <a:srgbClr val="262626"/>
                </a:solidFill>
                <a:latin typeface="阿里巴巴普惠体"/>
                <a:ea typeface="阿里巴巴普惠体"/>
              </a:rPr>
              <a:t>坐标表示</a:t>
            </a:r>
            <a:r>
              <a:rPr lang="zh-CN" altLang="en-US" dirty="0">
                <a:solidFill>
                  <a:srgbClr val="262626"/>
                </a:solidFill>
                <a:latin typeface="阿里巴巴普惠体"/>
                <a:ea typeface="阿里巴巴普惠体"/>
              </a:rPr>
              <a:t>，在直角坐标系中，向量可以用一组坐标来表示。</a:t>
            </a:r>
            <a:br>
              <a:rPr lang="en-US" altLang="zh-CN" dirty="0">
                <a:solidFill>
                  <a:srgbClr val="404040"/>
                </a:solidFill>
                <a:latin typeface="KaTeX_Main"/>
              </a:rPr>
            </a:br>
            <a:endParaRPr lang="en-US" altLang="zh-CN" dirty="0">
              <a:solidFill>
                <a:srgbClr val="262626"/>
              </a:solidFill>
              <a:latin typeface="阿里巴巴普惠体"/>
              <a:ea typeface="阿里巴巴普惠体"/>
            </a:endParaRPr>
          </a:p>
        </p:txBody>
      </p:sp>
      <p:cxnSp>
        <p:nvCxnSpPr>
          <p:cNvPr id="12" name="直接箭头连接符 11">
            <a:extLst>
              <a:ext uri="{FF2B5EF4-FFF2-40B4-BE49-F238E27FC236}">
                <a16:creationId xmlns:a16="http://schemas.microsoft.com/office/drawing/2014/main" id="{CE9B1108-A13C-439B-826B-A6F913EC1FE6}"/>
              </a:ext>
            </a:extLst>
          </p:cNvPr>
          <p:cNvCxnSpPr>
            <a:stCxn id="7" idx="6"/>
            <a:endCxn id="9" idx="2"/>
          </p:cNvCxnSpPr>
          <p:nvPr/>
        </p:nvCxnSpPr>
        <p:spPr>
          <a:xfrm>
            <a:off x="3413054" y="3173820"/>
            <a:ext cx="275737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14" name="组合 13">
            <a:extLst>
              <a:ext uri="{FF2B5EF4-FFF2-40B4-BE49-F238E27FC236}">
                <a16:creationId xmlns:a16="http://schemas.microsoft.com/office/drawing/2014/main" id="{02BFF00E-82EF-4370-BDF1-E4489B7FB15B}"/>
              </a:ext>
            </a:extLst>
          </p:cNvPr>
          <p:cNvGrpSpPr/>
          <p:nvPr/>
        </p:nvGrpSpPr>
        <p:grpSpPr>
          <a:xfrm>
            <a:off x="3193309" y="3115337"/>
            <a:ext cx="288861" cy="377929"/>
            <a:chOff x="3193310" y="3115341"/>
            <a:chExt cx="288860" cy="377929"/>
          </a:xfrm>
        </p:grpSpPr>
        <p:sp>
          <p:nvSpPr>
            <p:cNvPr id="7" name="椭圆 6">
              <a:extLst>
                <a:ext uri="{FF2B5EF4-FFF2-40B4-BE49-F238E27FC236}">
                  <a16:creationId xmlns:a16="http://schemas.microsoft.com/office/drawing/2014/main" id="{F5F31A3F-6227-4409-BFD5-089356635A94}"/>
                </a:ext>
              </a:extLst>
            </p:cNvPr>
            <p:cNvSpPr/>
            <p:nvPr/>
          </p:nvSpPr>
          <p:spPr>
            <a:xfrm>
              <a:off x="3296093" y="3115341"/>
              <a:ext cx="116958" cy="1169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3" name="文本框 12">
              <a:extLst>
                <a:ext uri="{FF2B5EF4-FFF2-40B4-BE49-F238E27FC236}">
                  <a16:creationId xmlns:a16="http://schemas.microsoft.com/office/drawing/2014/main" id="{D7BB205D-F657-4087-8B98-FEF5D7CA0B2A}"/>
                </a:ext>
              </a:extLst>
            </p:cNvPr>
            <p:cNvSpPr txBox="1"/>
            <p:nvPr/>
          </p:nvSpPr>
          <p:spPr>
            <a:xfrm>
              <a:off x="3193310" y="3193060"/>
              <a:ext cx="288860" cy="300210"/>
            </a:xfrm>
            <a:prstGeom prst="rect">
              <a:avLst/>
            </a:prstGeom>
            <a:noFill/>
          </p:spPr>
          <p:txBody>
            <a:bodyPr wrap="none" rtlCol="0">
              <a:spAutoFit/>
            </a:bodyPr>
            <a:lstStyle/>
            <a:p>
              <a:r>
                <a:rPr lang="en-US" altLang="zh-CN" sz="1351" dirty="0"/>
                <a:t>A</a:t>
              </a:r>
              <a:endParaRPr lang="zh-CN" altLang="en-US" sz="1351" dirty="0"/>
            </a:p>
          </p:txBody>
        </p:sp>
      </p:grpSp>
      <p:grpSp>
        <p:nvGrpSpPr>
          <p:cNvPr id="16" name="组合 15">
            <a:extLst>
              <a:ext uri="{FF2B5EF4-FFF2-40B4-BE49-F238E27FC236}">
                <a16:creationId xmlns:a16="http://schemas.microsoft.com/office/drawing/2014/main" id="{D4BC4A65-F0AC-467A-92B1-2F40B5D6F649}"/>
              </a:ext>
            </a:extLst>
          </p:cNvPr>
          <p:cNvGrpSpPr/>
          <p:nvPr/>
        </p:nvGrpSpPr>
        <p:grpSpPr>
          <a:xfrm>
            <a:off x="6067645" y="3115327"/>
            <a:ext cx="288861" cy="381115"/>
            <a:chOff x="6067645" y="3115341"/>
            <a:chExt cx="288860" cy="381116"/>
          </a:xfrm>
        </p:grpSpPr>
        <p:sp>
          <p:nvSpPr>
            <p:cNvPr id="9" name="椭圆 8">
              <a:extLst>
                <a:ext uri="{FF2B5EF4-FFF2-40B4-BE49-F238E27FC236}">
                  <a16:creationId xmlns:a16="http://schemas.microsoft.com/office/drawing/2014/main" id="{2E5A222C-93F0-4FC4-A654-93B787367A9E}"/>
                </a:ext>
              </a:extLst>
            </p:cNvPr>
            <p:cNvSpPr/>
            <p:nvPr/>
          </p:nvSpPr>
          <p:spPr>
            <a:xfrm>
              <a:off x="6170428" y="3115341"/>
              <a:ext cx="116958" cy="1169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5" name="文本框 14">
              <a:extLst>
                <a:ext uri="{FF2B5EF4-FFF2-40B4-BE49-F238E27FC236}">
                  <a16:creationId xmlns:a16="http://schemas.microsoft.com/office/drawing/2014/main" id="{353101B7-5742-4EED-B795-A667A4408409}"/>
                </a:ext>
              </a:extLst>
            </p:cNvPr>
            <p:cNvSpPr txBox="1"/>
            <p:nvPr/>
          </p:nvSpPr>
          <p:spPr>
            <a:xfrm>
              <a:off x="6067645" y="3196246"/>
              <a:ext cx="288860" cy="300211"/>
            </a:xfrm>
            <a:prstGeom prst="rect">
              <a:avLst/>
            </a:prstGeom>
            <a:noFill/>
          </p:spPr>
          <p:txBody>
            <a:bodyPr wrap="none" rtlCol="0">
              <a:spAutoFit/>
            </a:bodyPr>
            <a:lstStyle/>
            <a:p>
              <a:r>
                <a:rPr lang="en-US" altLang="zh-CN" sz="1351" dirty="0"/>
                <a:t>B</a:t>
              </a:r>
              <a:endParaRPr lang="zh-CN" altLang="en-US" sz="1351" dirty="0"/>
            </a:p>
          </p:txBody>
        </p:sp>
      </p:grpSp>
      <p:grpSp>
        <p:nvGrpSpPr>
          <p:cNvPr id="21" name="组合 20">
            <a:extLst>
              <a:ext uri="{FF2B5EF4-FFF2-40B4-BE49-F238E27FC236}">
                <a16:creationId xmlns:a16="http://schemas.microsoft.com/office/drawing/2014/main" id="{D9D7ADA8-2F3D-4794-A14B-B59B8FF57EA9}"/>
              </a:ext>
            </a:extLst>
          </p:cNvPr>
          <p:cNvGrpSpPr/>
          <p:nvPr/>
        </p:nvGrpSpPr>
        <p:grpSpPr>
          <a:xfrm>
            <a:off x="4420488" y="2775241"/>
            <a:ext cx="513021" cy="300210"/>
            <a:chOff x="4420486" y="2775249"/>
            <a:chExt cx="513021" cy="300210"/>
          </a:xfrm>
        </p:grpSpPr>
        <p:sp>
          <p:nvSpPr>
            <p:cNvPr id="19" name="文本框 18">
              <a:extLst>
                <a:ext uri="{FF2B5EF4-FFF2-40B4-BE49-F238E27FC236}">
                  <a16:creationId xmlns:a16="http://schemas.microsoft.com/office/drawing/2014/main" id="{A6ACB88F-E5C3-4C70-932E-6A18985ADB12}"/>
                </a:ext>
              </a:extLst>
            </p:cNvPr>
            <p:cNvSpPr txBox="1"/>
            <p:nvPr/>
          </p:nvSpPr>
          <p:spPr>
            <a:xfrm>
              <a:off x="4420486" y="2775249"/>
              <a:ext cx="513021" cy="300210"/>
            </a:xfrm>
            <a:prstGeom prst="rect">
              <a:avLst/>
            </a:prstGeom>
            <a:noFill/>
          </p:spPr>
          <p:txBody>
            <a:bodyPr wrap="square">
              <a:spAutoFit/>
            </a:bodyPr>
            <a:lstStyle/>
            <a:p>
              <a:r>
                <a:rPr lang="en-US" altLang="zh-CN" sz="1351" i="1" dirty="0">
                  <a:solidFill>
                    <a:srgbClr val="404040"/>
                  </a:solidFill>
                  <a:latin typeface="KaTeX_Math"/>
                </a:rPr>
                <a:t>AB</a:t>
              </a:r>
              <a:endParaRPr lang="zh-CN" altLang="en-US" sz="1351" dirty="0"/>
            </a:p>
          </p:txBody>
        </p:sp>
        <p:cxnSp>
          <p:nvCxnSpPr>
            <p:cNvPr id="20" name="直接箭头连接符 19">
              <a:extLst>
                <a:ext uri="{FF2B5EF4-FFF2-40B4-BE49-F238E27FC236}">
                  <a16:creationId xmlns:a16="http://schemas.microsoft.com/office/drawing/2014/main" id="{7DF4C096-E45F-4790-8F73-25E5B656A6B2}"/>
                </a:ext>
              </a:extLst>
            </p:cNvPr>
            <p:cNvCxnSpPr/>
            <p:nvPr/>
          </p:nvCxnSpPr>
          <p:spPr>
            <a:xfrm>
              <a:off x="4564091" y="2839047"/>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8" name="组合 37">
            <a:extLst>
              <a:ext uri="{FF2B5EF4-FFF2-40B4-BE49-F238E27FC236}">
                <a16:creationId xmlns:a16="http://schemas.microsoft.com/office/drawing/2014/main" id="{A8460C12-88D5-4468-9A79-D02A574E0458}"/>
              </a:ext>
            </a:extLst>
          </p:cNvPr>
          <p:cNvGrpSpPr/>
          <p:nvPr/>
        </p:nvGrpSpPr>
        <p:grpSpPr>
          <a:xfrm>
            <a:off x="3866827" y="5450916"/>
            <a:ext cx="339405" cy="300210"/>
            <a:chOff x="3296093" y="2998476"/>
            <a:chExt cx="339403" cy="300210"/>
          </a:xfrm>
        </p:grpSpPr>
        <p:sp>
          <p:nvSpPr>
            <p:cNvPr id="39" name="椭圆 38">
              <a:extLst>
                <a:ext uri="{FF2B5EF4-FFF2-40B4-BE49-F238E27FC236}">
                  <a16:creationId xmlns:a16="http://schemas.microsoft.com/office/drawing/2014/main" id="{112501DD-694F-45D7-BCFB-77ACDD9063AA}"/>
                </a:ext>
              </a:extLst>
            </p:cNvPr>
            <p:cNvSpPr/>
            <p:nvPr/>
          </p:nvSpPr>
          <p:spPr>
            <a:xfrm>
              <a:off x="3296093" y="3115341"/>
              <a:ext cx="116958" cy="1169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0" name="文本框 39">
              <a:extLst>
                <a:ext uri="{FF2B5EF4-FFF2-40B4-BE49-F238E27FC236}">
                  <a16:creationId xmlns:a16="http://schemas.microsoft.com/office/drawing/2014/main" id="{3B48F270-0262-45A1-B308-DDEB8A8CC6EA}"/>
                </a:ext>
              </a:extLst>
            </p:cNvPr>
            <p:cNvSpPr txBox="1"/>
            <p:nvPr/>
          </p:nvSpPr>
          <p:spPr>
            <a:xfrm>
              <a:off x="3346635" y="2998476"/>
              <a:ext cx="288861" cy="300210"/>
            </a:xfrm>
            <a:prstGeom prst="rect">
              <a:avLst/>
            </a:prstGeom>
            <a:noFill/>
          </p:spPr>
          <p:txBody>
            <a:bodyPr wrap="none" rtlCol="0">
              <a:spAutoFit/>
            </a:bodyPr>
            <a:lstStyle/>
            <a:p>
              <a:r>
                <a:rPr lang="en-US" altLang="zh-CN" sz="1351" dirty="0"/>
                <a:t>V</a:t>
              </a:r>
              <a:endParaRPr lang="zh-CN" altLang="en-US" sz="1351" dirty="0"/>
            </a:p>
          </p:txBody>
        </p:sp>
      </p:grpSp>
      <p:grpSp>
        <p:nvGrpSpPr>
          <p:cNvPr id="2" name="组合 1">
            <a:extLst>
              <a:ext uri="{FF2B5EF4-FFF2-40B4-BE49-F238E27FC236}">
                <a16:creationId xmlns:a16="http://schemas.microsoft.com/office/drawing/2014/main" id="{86F90FD8-1382-4F33-A55F-B5BDC7E8E9F3}"/>
              </a:ext>
            </a:extLst>
          </p:cNvPr>
          <p:cNvGrpSpPr/>
          <p:nvPr/>
        </p:nvGrpSpPr>
        <p:grpSpPr>
          <a:xfrm>
            <a:off x="3268573" y="4882969"/>
            <a:ext cx="1996324" cy="1690563"/>
            <a:chOff x="3268573" y="4882970"/>
            <a:chExt cx="1996323" cy="1690563"/>
          </a:xfrm>
        </p:grpSpPr>
        <p:grpSp>
          <p:nvGrpSpPr>
            <p:cNvPr id="53" name="组合 52">
              <a:extLst>
                <a:ext uri="{FF2B5EF4-FFF2-40B4-BE49-F238E27FC236}">
                  <a16:creationId xmlns:a16="http://schemas.microsoft.com/office/drawing/2014/main" id="{C738366F-CA7C-43DD-A8F6-ABD250BA69BA}"/>
                </a:ext>
              </a:extLst>
            </p:cNvPr>
            <p:cNvGrpSpPr/>
            <p:nvPr/>
          </p:nvGrpSpPr>
          <p:grpSpPr>
            <a:xfrm>
              <a:off x="3429835" y="5199331"/>
              <a:ext cx="1835061" cy="1374202"/>
              <a:chOff x="3429835" y="5199331"/>
              <a:chExt cx="1835061" cy="1374202"/>
            </a:xfrm>
          </p:grpSpPr>
          <p:grpSp>
            <p:nvGrpSpPr>
              <p:cNvPr id="51" name="组合 50">
                <a:extLst>
                  <a:ext uri="{FF2B5EF4-FFF2-40B4-BE49-F238E27FC236}">
                    <a16:creationId xmlns:a16="http://schemas.microsoft.com/office/drawing/2014/main" id="{53F14C6D-10CD-495A-ABE1-39ED5C1F2781}"/>
                  </a:ext>
                </a:extLst>
              </p:cNvPr>
              <p:cNvGrpSpPr/>
              <p:nvPr/>
            </p:nvGrpSpPr>
            <p:grpSpPr>
              <a:xfrm>
                <a:off x="3429835" y="5199331"/>
                <a:ext cx="1631263" cy="1262196"/>
                <a:chOff x="3429835" y="5199331"/>
                <a:chExt cx="1631263" cy="1262196"/>
              </a:xfrm>
            </p:grpSpPr>
            <p:cxnSp>
              <p:nvCxnSpPr>
                <p:cNvPr id="23" name="直接箭头连接符 22">
                  <a:extLst>
                    <a:ext uri="{FF2B5EF4-FFF2-40B4-BE49-F238E27FC236}">
                      <a16:creationId xmlns:a16="http://schemas.microsoft.com/office/drawing/2014/main" id="{06834644-C283-4CC0-BC1D-01F71159FE3C}"/>
                    </a:ext>
                  </a:extLst>
                </p:cNvPr>
                <p:cNvCxnSpPr>
                  <a:cxnSpLocks/>
                </p:cNvCxnSpPr>
                <p:nvPr/>
              </p:nvCxnSpPr>
              <p:spPr>
                <a:xfrm flipV="1">
                  <a:off x="3434530" y="5199331"/>
                  <a:ext cx="0" cy="12591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10B7DA48-9DD6-41A8-BDE7-18B4642E67A9}"/>
                    </a:ext>
                  </a:extLst>
                </p:cNvPr>
                <p:cNvCxnSpPr>
                  <a:cxnSpLocks/>
                </p:cNvCxnSpPr>
                <p:nvPr/>
              </p:nvCxnSpPr>
              <p:spPr>
                <a:xfrm>
                  <a:off x="3434530" y="6457989"/>
                  <a:ext cx="1626568" cy="0"/>
                </a:xfrm>
                <a:prstGeom prst="straightConnector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7F69C74E-9BF7-4F1A-A093-23DAC47E827C}"/>
                    </a:ext>
                  </a:extLst>
                </p:cNvPr>
                <p:cNvCxnSpPr/>
                <p:nvPr/>
              </p:nvCxnSpPr>
              <p:spPr>
                <a:xfrm>
                  <a:off x="3925290" y="6337005"/>
                  <a:ext cx="0" cy="120984"/>
                </a:xfrm>
                <a:prstGeom prst="line">
                  <a:avLst/>
                </a:prstGeom>
              </p:spPr>
              <p:style>
                <a:lnRef idx="3">
                  <a:schemeClr val="dk1"/>
                </a:lnRef>
                <a:fillRef idx="0">
                  <a:schemeClr val="dk1"/>
                </a:fillRef>
                <a:effectRef idx="2">
                  <a:schemeClr val="dk1"/>
                </a:effectRef>
                <a:fontRef idx="minor">
                  <a:schemeClr val="tx1"/>
                </a:fontRef>
              </p:style>
            </p:cxnSp>
            <p:cxnSp>
              <p:nvCxnSpPr>
                <p:cNvPr id="43" name="直接连接符 42">
                  <a:extLst>
                    <a:ext uri="{FF2B5EF4-FFF2-40B4-BE49-F238E27FC236}">
                      <a16:creationId xmlns:a16="http://schemas.microsoft.com/office/drawing/2014/main" id="{AF93A88E-EB22-4B7C-A283-E7BDE3FAB649}"/>
                    </a:ext>
                  </a:extLst>
                </p:cNvPr>
                <p:cNvCxnSpPr/>
                <p:nvPr/>
              </p:nvCxnSpPr>
              <p:spPr>
                <a:xfrm>
                  <a:off x="4449845" y="6340543"/>
                  <a:ext cx="0" cy="120984"/>
                </a:xfrm>
                <a:prstGeom prst="line">
                  <a:avLst/>
                </a:prstGeom>
              </p:spPr>
              <p:style>
                <a:lnRef idx="3">
                  <a:schemeClr val="dk1"/>
                </a:lnRef>
                <a:fillRef idx="0">
                  <a:schemeClr val="dk1"/>
                </a:fillRef>
                <a:effectRef idx="2">
                  <a:schemeClr val="dk1"/>
                </a:effectRef>
                <a:fontRef idx="minor">
                  <a:schemeClr val="tx1"/>
                </a:fontRef>
              </p:style>
            </p:cxnSp>
            <p:cxnSp>
              <p:nvCxnSpPr>
                <p:cNvPr id="46" name="直接连接符 45">
                  <a:extLst>
                    <a:ext uri="{FF2B5EF4-FFF2-40B4-BE49-F238E27FC236}">
                      <a16:creationId xmlns:a16="http://schemas.microsoft.com/office/drawing/2014/main" id="{866C7353-3601-4E00-9FED-0F75F451E733}"/>
                    </a:ext>
                  </a:extLst>
                </p:cNvPr>
                <p:cNvCxnSpPr>
                  <a:cxnSpLocks/>
                </p:cNvCxnSpPr>
                <p:nvPr/>
              </p:nvCxnSpPr>
              <p:spPr>
                <a:xfrm>
                  <a:off x="3436930" y="6014840"/>
                  <a:ext cx="119037" cy="0"/>
                </a:xfrm>
                <a:prstGeom prst="line">
                  <a:avLst/>
                </a:prstGeom>
              </p:spPr>
              <p:style>
                <a:lnRef idx="3">
                  <a:schemeClr val="dk1"/>
                </a:lnRef>
                <a:fillRef idx="0">
                  <a:schemeClr val="dk1"/>
                </a:fillRef>
                <a:effectRef idx="2">
                  <a:schemeClr val="dk1"/>
                </a:effectRef>
                <a:fontRef idx="minor">
                  <a:schemeClr val="tx1"/>
                </a:fontRef>
              </p:style>
            </p:cxnSp>
            <p:cxnSp>
              <p:nvCxnSpPr>
                <p:cNvPr id="49" name="直接连接符 48">
                  <a:extLst>
                    <a:ext uri="{FF2B5EF4-FFF2-40B4-BE49-F238E27FC236}">
                      <a16:creationId xmlns:a16="http://schemas.microsoft.com/office/drawing/2014/main" id="{5D9A651C-4DE4-4AD1-9898-F239A36DD598}"/>
                    </a:ext>
                  </a:extLst>
                </p:cNvPr>
                <p:cNvCxnSpPr>
                  <a:cxnSpLocks/>
                </p:cNvCxnSpPr>
                <p:nvPr/>
              </p:nvCxnSpPr>
              <p:spPr>
                <a:xfrm>
                  <a:off x="3429835" y="5624957"/>
                  <a:ext cx="119037" cy="0"/>
                </a:xfrm>
                <a:prstGeom prst="line">
                  <a:avLst/>
                </a:prstGeom>
              </p:spPr>
              <p:style>
                <a:lnRef idx="3">
                  <a:schemeClr val="dk1"/>
                </a:lnRef>
                <a:fillRef idx="0">
                  <a:schemeClr val="dk1"/>
                </a:fillRef>
                <a:effectRef idx="2">
                  <a:schemeClr val="dk1"/>
                </a:effectRef>
                <a:fontRef idx="minor">
                  <a:schemeClr val="tx1"/>
                </a:fontRef>
              </p:style>
            </p:cxnSp>
          </p:grpSp>
          <p:sp>
            <p:nvSpPr>
              <p:cNvPr id="50" name="文本框 49">
                <a:extLst>
                  <a:ext uri="{FF2B5EF4-FFF2-40B4-BE49-F238E27FC236}">
                    <a16:creationId xmlns:a16="http://schemas.microsoft.com/office/drawing/2014/main" id="{5BB1E599-7157-4A65-9F03-C978793F32F7}"/>
                  </a:ext>
                </a:extLst>
              </p:cNvPr>
              <p:cNvSpPr txBox="1"/>
              <p:nvPr/>
            </p:nvSpPr>
            <p:spPr>
              <a:xfrm>
                <a:off x="4976034" y="6273323"/>
                <a:ext cx="288862" cy="300210"/>
              </a:xfrm>
              <a:prstGeom prst="rect">
                <a:avLst/>
              </a:prstGeom>
              <a:noFill/>
            </p:spPr>
            <p:txBody>
              <a:bodyPr wrap="none" rtlCol="0">
                <a:spAutoFit/>
              </a:bodyPr>
              <a:lstStyle/>
              <a:p>
                <a:r>
                  <a:rPr lang="en-US" altLang="zh-CN" sz="1351" dirty="0"/>
                  <a:t>x</a:t>
                </a:r>
                <a:endParaRPr lang="zh-CN" altLang="en-US" sz="1351" dirty="0"/>
              </a:p>
            </p:txBody>
          </p:sp>
        </p:grpSp>
        <p:sp>
          <p:nvSpPr>
            <p:cNvPr id="52" name="文本框 51">
              <a:extLst>
                <a:ext uri="{FF2B5EF4-FFF2-40B4-BE49-F238E27FC236}">
                  <a16:creationId xmlns:a16="http://schemas.microsoft.com/office/drawing/2014/main" id="{662AF065-8326-4B7C-A29D-FFFFF06609B1}"/>
                </a:ext>
              </a:extLst>
            </p:cNvPr>
            <p:cNvSpPr txBox="1"/>
            <p:nvPr/>
          </p:nvSpPr>
          <p:spPr>
            <a:xfrm>
              <a:off x="3268573" y="4882970"/>
              <a:ext cx="288862" cy="300210"/>
            </a:xfrm>
            <a:prstGeom prst="rect">
              <a:avLst/>
            </a:prstGeom>
            <a:noFill/>
          </p:spPr>
          <p:txBody>
            <a:bodyPr wrap="none" rtlCol="0">
              <a:spAutoFit/>
            </a:bodyPr>
            <a:lstStyle/>
            <a:p>
              <a:r>
                <a:rPr lang="en-US" altLang="zh-CN" sz="1351" dirty="0"/>
                <a:t>y</a:t>
              </a:r>
              <a:endParaRPr lang="zh-CN" altLang="en-US" sz="1351" dirty="0"/>
            </a:p>
          </p:txBody>
        </p:sp>
      </p:grpSp>
      <p:cxnSp>
        <p:nvCxnSpPr>
          <p:cNvPr id="61" name="直接箭头连接符 60">
            <a:extLst>
              <a:ext uri="{FF2B5EF4-FFF2-40B4-BE49-F238E27FC236}">
                <a16:creationId xmlns:a16="http://schemas.microsoft.com/office/drawing/2014/main" id="{E9305CE3-F77B-4739-BD70-360D1165D01F}"/>
              </a:ext>
            </a:extLst>
          </p:cNvPr>
          <p:cNvCxnSpPr>
            <a:cxnSpLocks/>
          </p:cNvCxnSpPr>
          <p:nvPr/>
        </p:nvCxnSpPr>
        <p:spPr>
          <a:xfrm flipV="1">
            <a:off x="3429836" y="5667491"/>
            <a:ext cx="466253" cy="78652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55" name="组合 54">
            <a:extLst>
              <a:ext uri="{FF2B5EF4-FFF2-40B4-BE49-F238E27FC236}">
                <a16:creationId xmlns:a16="http://schemas.microsoft.com/office/drawing/2014/main" id="{5AA029D5-9068-4244-88F3-5918064AB185}"/>
              </a:ext>
            </a:extLst>
          </p:cNvPr>
          <p:cNvGrpSpPr/>
          <p:nvPr/>
        </p:nvGrpSpPr>
        <p:grpSpPr>
          <a:xfrm>
            <a:off x="5137294" y="5369429"/>
            <a:ext cx="914033" cy="300210"/>
            <a:chOff x="5137296" y="5369442"/>
            <a:chExt cx="914033" cy="300210"/>
          </a:xfrm>
        </p:grpSpPr>
        <p:sp>
          <p:nvSpPr>
            <p:cNvPr id="54" name="文本框 53">
              <a:extLst>
                <a:ext uri="{FF2B5EF4-FFF2-40B4-BE49-F238E27FC236}">
                  <a16:creationId xmlns:a16="http://schemas.microsoft.com/office/drawing/2014/main" id="{9799269E-8A3E-41BC-AB39-28F1F4BA5538}"/>
                </a:ext>
              </a:extLst>
            </p:cNvPr>
            <p:cNvSpPr txBox="1"/>
            <p:nvPr/>
          </p:nvSpPr>
          <p:spPr>
            <a:xfrm>
              <a:off x="5137296" y="5369442"/>
              <a:ext cx="914033" cy="300210"/>
            </a:xfrm>
            <a:prstGeom prst="rect">
              <a:avLst/>
            </a:prstGeom>
            <a:noFill/>
          </p:spPr>
          <p:txBody>
            <a:bodyPr wrap="none" rtlCol="0">
              <a:spAutoFit/>
            </a:bodyPr>
            <a:lstStyle/>
            <a:p>
              <a:r>
                <a:rPr lang="en-US" altLang="zh-CN" sz="1351" dirty="0"/>
                <a:t>V=(1,2)</a:t>
              </a:r>
              <a:endParaRPr lang="zh-CN" altLang="en-US" sz="1351" dirty="0"/>
            </a:p>
          </p:txBody>
        </p:sp>
        <p:cxnSp>
          <p:nvCxnSpPr>
            <p:cNvPr id="56" name="直接箭头连接符 55">
              <a:extLst>
                <a:ext uri="{FF2B5EF4-FFF2-40B4-BE49-F238E27FC236}">
                  <a16:creationId xmlns:a16="http://schemas.microsoft.com/office/drawing/2014/main" id="{C6D66164-3DDB-446D-87CD-0BC24E000CF7}"/>
                </a:ext>
              </a:extLst>
            </p:cNvPr>
            <p:cNvCxnSpPr/>
            <p:nvPr/>
          </p:nvCxnSpPr>
          <p:spPr>
            <a:xfrm>
              <a:off x="5198499" y="5408392"/>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875415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wipe(left)">
                                      <p:cBhvr>
                                        <p:cTn id="14" dur="500"/>
                                        <p:tgtEl>
                                          <p:spTgt spid="6">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anim calcmode="lin" valueType="num">
                                      <p:cBhvr>
                                        <p:cTn id="26" dur="1000" fill="hold"/>
                                        <p:tgtEl>
                                          <p:spTgt spid="16"/>
                                        </p:tgtEl>
                                        <p:attrNameLst>
                                          <p:attrName>ppt_x</p:attrName>
                                        </p:attrNameLst>
                                      </p:cBhvr>
                                      <p:tavLst>
                                        <p:tav tm="0">
                                          <p:val>
                                            <p:strVal val="#ppt_x"/>
                                          </p:val>
                                        </p:tav>
                                        <p:tav tm="100000">
                                          <p:val>
                                            <p:strVal val="#ppt_x"/>
                                          </p:val>
                                        </p:tav>
                                      </p:tavLst>
                                    </p:anim>
                                    <p:anim calcmode="lin" valueType="num">
                                      <p:cBhvr>
                                        <p:cTn id="27" dur="1000" fill="hold"/>
                                        <p:tgtEl>
                                          <p:spTgt spid="16"/>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2" presetClass="entr" presetSubtype="8"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par>
                          <p:cTn id="32" fill="hold">
                            <p:stCondLst>
                              <p:cond delay="2500"/>
                            </p:stCondLst>
                            <p:childTnLst>
                              <p:par>
                                <p:cTn id="33" presetID="22" presetClass="entr" presetSubtype="8"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left)">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wipe(left)">
                                      <p:cBhvr>
                                        <p:cTn id="40" dur="500"/>
                                        <p:tgtEl>
                                          <p:spTgt spid="6">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down)">
                                      <p:cBhvr>
                                        <p:cTn id="45" dur="500"/>
                                        <p:tgtEl>
                                          <p:spTgt spid="2"/>
                                        </p:tgtEl>
                                      </p:cBhvr>
                                    </p:animEffect>
                                  </p:childTnLst>
                                </p:cTn>
                              </p:par>
                            </p:childTnLst>
                          </p:cTn>
                        </p:par>
                        <p:par>
                          <p:cTn id="46" fill="hold">
                            <p:stCondLst>
                              <p:cond delay="500"/>
                            </p:stCondLst>
                            <p:childTnLst>
                              <p:par>
                                <p:cTn id="47" presetID="42" presetClass="entr" presetSubtype="0" fill="hold" nodeType="after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1000"/>
                                        <p:tgtEl>
                                          <p:spTgt spid="38"/>
                                        </p:tgtEl>
                                      </p:cBhvr>
                                    </p:animEffect>
                                    <p:anim calcmode="lin" valueType="num">
                                      <p:cBhvr>
                                        <p:cTn id="50" dur="1000" fill="hold"/>
                                        <p:tgtEl>
                                          <p:spTgt spid="38"/>
                                        </p:tgtEl>
                                        <p:attrNameLst>
                                          <p:attrName>ppt_x</p:attrName>
                                        </p:attrNameLst>
                                      </p:cBhvr>
                                      <p:tavLst>
                                        <p:tav tm="0">
                                          <p:val>
                                            <p:strVal val="#ppt_x"/>
                                          </p:val>
                                        </p:tav>
                                        <p:tav tm="100000">
                                          <p:val>
                                            <p:strVal val="#ppt_x"/>
                                          </p:val>
                                        </p:tav>
                                      </p:tavLst>
                                    </p:anim>
                                    <p:anim calcmode="lin" valueType="num">
                                      <p:cBhvr>
                                        <p:cTn id="51"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fade">
                                      <p:cBhvr>
                                        <p:cTn id="56" dur="1000"/>
                                        <p:tgtEl>
                                          <p:spTgt spid="55"/>
                                        </p:tgtEl>
                                      </p:cBhvr>
                                    </p:animEffect>
                                    <p:anim calcmode="lin" valueType="num">
                                      <p:cBhvr>
                                        <p:cTn id="57" dur="1000" fill="hold"/>
                                        <p:tgtEl>
                                          <p:spTgt spid="55"/>
                                        </p:tgtEl>
                                        <p:attrNameLst>
                                          <p:attrName>ppt_x</p:attrName>
                                        </p:attrNameLst>
                                      </p:cBhvr>
                                      <p:tavLst>
                                        <p:tav tm="0">
                                          <p:val>
                                            <p:strVal val="#ppt_x"/>
                                          </p:val>
                                        </p:tav>
                                        <p:tav tm="100000">
                                          <p:val>
                                            <p:strVal val="#ppt_x"/>
                                          </p:val>
                                        </p:tav>
                                      </p:tavLst>
                                    </p:anim>
                                    <p:anim calcmode="lin" valueType="num">
                                      <p:cBhvr>
                                        <p:cTn id="58"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61"/>
                                        </p:tgtEl>
                                        <p:attrNameLst>
                                          <p:attrName>style.visibility</p:attrName>
                                        </p:attrNameLst>
                                      </p:cBhvr>
                                      <p:to>
                                        <p:strVal val="visible"/>
                                      </p:to>
                                    </p:set>
                                    <p:animEffect transition="in" filter="wipe(down)">
                                      <p:cBhvr>
                                        <p:cTn id="6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向量余弦相似度，用于表示坐标系中两个点之间的距离远近</a:t>
            </a:r>
            <a:endParaRPr lang="en-US" altLang="zh-CN" dirty="0">
              <a:solidFill>
                <a:srgbClr val="262626"/>
              </a:solidFill>
              <a:latin typeface="阿里巴巴普惠体"/>
              <a:ea typeface="阿里巴巴普惠体"/>
            </a:endParaRPr>
          </a:p>
        </p:txBody>
      </p:sp>
      <p:grpSp>
        <p:nvGrpSpPr>
          <p:cNvPr id="13" name="组合 12">
            <a:extLst>
              <a:ext uri="{FF2B5EF4-FFF2-40B4-BE49-F238E27FC236}">
                <a16:creationId xmlns:a16="http://schemas.microsoft.com/office/drawing/2014/main" id="{F6712531-25E0-45FB-8693-5DE0ECAE2DB5}"/>
              </a:ext>
            </a:extLst>
          </p:cNvPr>
          <p:cNvGrpSpPr/>
          <p:nvPr/>
        </p:nvGrpSpPr>
        <p:grpSpPr>
          <a:xfrm>
            <a:off x="576200" y="1634177"/>
            <a:ext cx="4235221" cy="3386646"/>
            <a:chOff x="576196" y="1634174"/>
            <a:chExt cx="4235222" cy="3386647"/>
          </a:xfrm>
        </p:grpSpPr>
        <p:cxnSp>
          <p:nvCxnSpPr>
            <p:cNvPr id="61" name="直接箭头连接符 60">
              <a:extLst>
                <a:ext uri="{FF2B5EF4-FFF2-40B4-BE49-F238E27FC236}">
                  <a16:creationId xmlns:a16="http://schemas.microsoft.com/office/drawing/2014/main" id="{E9305CE3-F77B-4739-BD70-360D1165D01F}"/>
                </a:ext>
              </a:extLst>
            </p:cNvPr>
            <p:cNvCxnSpPr>
              <a:cxnSpLocks/>
            </p:cNvCxnSpPr>
            <p:nvPr/>
          </p:nvCxnSpPr>
          <p:spPr>
            <a:xfrm flipV="1">
              <a:off x="772925" y="3067665"/>
              <a:ext cx="1052412" cy="195074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12" name="组合 11">
              <a:extLst>
                <a:ext uri="{FF2B5EF4-FFF2-40B4-BE49-F238E27FC236}">
                  <a16:creationId xmlns:a16="http://schemas.microsoft.com/office/drawing/2014/main" id="{C0F4FA01-81FB-4B26-8121-E18CB612CF1B}"/>
                </a:ext>
              </a:extLst>
            </p:cNvPr>
            <p:cNvGrpSpPr/>
            <p:nvPr/>
          </p:nvGrpSpPr>
          <p:grpSpPr>
            <a:xfrm>
              <a:off x="576196" y="1634174"/>
              <a:ext cx="4235222" cy="3386647"/>
              <a:chOff x="576196" y="1634174"/>
              <a:chExt cx="4235222" cy="3386647"/>
            </a:xfrm>
          </p:grpSpPr>
          <p:grpSp>
            <p:nvGrpSpPr>
              <p:cNvPr id="38" name="组合 37">
                <a:extLst>
                  <a:ext uri="{FF2B5EF4-FFF2-40B4-BE49-F238E27FC236}">
                    <a16:creationId xmlns:a16="http://schemas.microsoft.com/office/drawing/2014/main" id="{A8460C12-88D5-4468-9A79-D02A574E0458}"/>
                  </a:ext>
                </a:extLst>
              </p:cNvPr>
              <p:cNvGrpSpPr/>
              <p:nvPr/>
            </p:nvGrpSpPr>
            <p:grpSpPr>
              <a:xfrm>
                <a:off x="1792836" y="2817089"/>
                <a:ext cx="376287" cy="369332"/>
                <a:chOff x="3296093" y="2998479"/>
                <a:chExt cx="353741" cy="345472"/>
              </a:xfrm>
            </p:grpSpPr>
            <p:sp>
              <p:nvSpPr>
                <p:cNvPr id="39" name="椭圆 38">
                  <a:extLst>
                    <a:ext uri="{FF2B5EF4-FFF2-40B4-BE49-F238E27FC236}">
                      <a16:creationId xmlns:a16="http://schemas.microsoft.com/office/drawing/2014/main" id="{112501DD-694F-45D7-BCFB-77ACDD9063AA}"/>
                    </a:ext>
                  </a:extLst>
                </p:cNvPr>
                <p:cNvSpPr/>
                <p:nvPr/>
              </p:nvSpPr>
              <p:spPr>
                <a:xfrm>
                  <a:off x="3296093" y="3115341"/>
                  <a:ext cx="116958" cy="1169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Source Code Pro"/>
                  </a:endParaRPr>
                </a:p>
              </p:txBody>
            </p:sp>
            <p:sp>
              <p:nvSpPr>
                <p:cNvPr id="40" name="文本框 39">
                  <a:extLst>
                    <a:ext uri="{FF2B5EF4-FFF2-40B4-BE49-F238E27FC236}">
                      <a16:creationId xmlns:a16="http://schemas.microsoft.com/office/drawing/2014/main" id="{3B48F270-0262-45A1-B308-DDEB8A8CC6EA}"/>
                    </a:ext>
                  </a:extLst>
                </p:cNvPr>
                <p:cNvSpPr txBox="1"/>
                <p:nvPr/>
              </p:nvSpPr>
              <p:spPr>
                <a:xfrm>
                  <a:off x="3346634" y="2998479"/>
                  <a:ext cx="303200" cy="345472"/>
                </a:xfrm>
                <a:prstGeom prst="rect">
                  <a:avLst/>
                </a:prstGeom>
                <a:noFill/>
              </p:spPr>
              <p:txBody>
                <a:bodyPr wrap="none" rtlCol="0">
                  <a:spAutoFit/>
                </a:bodyPr>
                <a:lstStyle/>
                <a:p>
                  <a:pPr>
                    <a:defRPr/>
                  </a:pPr>
                  <a:r>
                    <a:rPr lang="en-US" altLang="zh-CN" dirty="0">
                      <a:solidFill>
                        <a:srgbClr val="2F2F2F"/>
                      </a:solidFill>
                      <a:latin typeface="Source Code Pro"/>
                    </a:rPr>
                    <a:t>V</a:t>
                  </a:r>
                  <a:endParaRPr lang="zh-CN" altLang="en-US" dirty="0">
                    <a:solidFill>
                      <a:srgbClr val="2F2F2F"/>
                    </a:solidFill>
                    <a:latin typeface="Source Code Pro"/>
                  </a:endParaRPr>
                </a:p>
              </p:txBody>
            </p:sp>
          </p:grpSp>
          <p:grpSp>
            <p:nvGrpSpPr>
              <p:cNvPr id="11" name="组合 10">
                <a:extLst>
                  <a:ext uri="{FF2B5EF4-FFF2-40B4-BE49-F238E27FC236}">
                    <a16:creationId xmlns:a16="http://schemas.microsoft.com/office/drawing/2014/main" id="{5E418B68-6230-45C6-BEEC-AAD3F76561CC}"/>
                  </a:ext>
                </a:extLst>
              </p:cNvPr>
              <p:cNvGrpSpPr/>
              <p:nvPr/>
            </p:nvGrpSpPr>
            <p:grpSpPr>
              <a:xfrm>
                <a:off x="576196" y="1634174"/>
                <a:ext cx="4235222" cy="3386647"/>
                <a:chOff x="576196" y="1634174"/>
                <a:chExt cx="4235222" cy="3386647"/>
              </a:xfrm>
            </p:grpSpPr>
            <p:cxnSp>
              <p:nvCxnSpPr>
                <p:cNvPr id="23" name="直接箭头连接符 22">
                  <a:extLst>
                    <a:ext uri="{FF2B5EF4-FFF2-40B4-BE49-F238E27FC236}">
                      <a16:creationId xmlns:a16="http://schemas.microsoft.com/office/drawing/2014/main" id="{06834644-C283-4CC0-BC1D-01F71159FE3C}"/>
                    </a:ext>
                  </a:extLst>
                </p:cNvPr>
                <p:cNvCxnSpPr>
                  <a:cxnSpLocks/>
                </p:cNvCxnSpPr>
                <p:nvPr/>
              </p:nvCxnSpPr>
              <p:spPr>
                <a:xfrm flipV="1">
                  <a:off x="748850" y="1950534"/>
                  <a:ext cx="0" cy="30702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10B7DA48-9DD6-41A8-BDE7-18B4642E67A9}"/>
                    </a:ext>
                  </a:extLst>
                </p:cNvPr>
                <p:cNvCxnSpPr>
                  <a:cxnSpLocks/>
                </p:cNvCxnSpPr>
                <p:nvPr/>
              </p:nvCxnSpPr>
              <p:spPr>
                <a:xfrm>
                  <a:off x="748850" y="5019616"/>
                  <a:ext cx="3946428" cy="0"/>
                </a:xfrm>
                <a:prstGeom prst="straightConnector1">
                  <a:avLst/>
                </a:prstGeom>
                <a:ln w="190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7F69C74E-9BF7-4F1A-A093-23DAC47E827C}"/>
                    </a:ext>
                  </a:extLst>
                </p:cNvPr>
                <p:cNvCxnSpPr/>
                <p:nvPr/>
              </p:nvCxnSpPr>
              <p:spPr>
                <a:xfrm>
                  <a:off x="1939547" y="4842017"/>
                  <a:ext cx="0" cy="166523"/>
                </a:xfrm>
                <a:prstGeom prst="line">
                  <a:avLst/>
                </a:prstGeom>
              </p:spPr>
              <p:style>
                <a:lnRef idx="3">
                  <a:schemeClr val="dk1"/>
                </a:lnRef>
                <a:fillRef idx="0">
                  <a:schemeClr val="dk1"/>
                </a:fillRef>
                <a:effectRef idx="2">
                  <a:schemeClr val="dk1"/>
                </a:effectRef>
                <a:fontRef idx="minor">
                  <a:schemeClr val="tx1"/>
                </a:fontRef>
              </p:style>
            </p:cxnSp>
            <p:cxnSp>
              <p:nvCxnSpPr>
                <p:cNvPr id="43" name="直接连接符 42">
                  <a:extLst>
                    <a:ext uri="{FF2B5EF4-FFF2-40B4-BE49-F238E27FC236}">
                      <a16:creationId xmlns:a16="http://schemas.microsoft.com/office/drawing/2014/main" id="{AF93A88E-EB22-4B7C-A283-E7BDE3FAB649}"/>
                    </a:ext>
                  </a:extLst>
                </p:cNvPr>
                <p:cNvCxnSpPr/>
                <p:nvPr/>
              </p:nvCxnSpPr>
              <p:spPr>
                <a:xfrm>
                  <a:off x="3212238" y="4858213"/>
                  <a:ext cx="0" cy="151385"/>
                </a:xfrm>
                <a:prstGeom prst="line">
                  <a:avLst/>
                </a:prstGeom>
              </p:spPr>
              <p:style>
                <a:lnRef idx="3">
                  <a:schemeClr val="dk1"/>
                </a:lnRef>
                <a:fillRef idx="0">
                  <a:schemeClr val="dk1"/>
                </a:fillRef>
                <a:effectRef idx="2">
                  <a:schemeClr val="dk1"/>
                </a:effectRef>
                <a:fontRef idx="minor">
                  <a:schemeClr val="tx1"/>
                </a:fontRef>
              </p:style>
            </p:cxnSp>
            <p:cxnSp>
              <p:nvCxnSpPr>
                <p:cNvPr id="46" name="直接连接符 45">
                  <a:extLst>
                    <a:ext uri="{FF2B5EF4-FFF2-40B4-BE49-F238E27FC236}">
                      <a16:creationId xmlns:a16="http://schemas.microsoft.com/office/drawing/2014/main" id="{866C7353-3601-4E00-9FED-0F75F451E733}"/>
                    </a:ext>
                  </a:extLst>
                </p:cNvPr>
                <p:cNvCxnSpPr>
                  <a:cxnSpLocks/>
                </p:cNvCxnSpPr>
                <p:nvPr/>
              </p:nvCxnSpPr>
              <p:spPr>
                <a:xfrm>
                  <a:off x="750545" y="3939052"/>
                  <a:ext cx="148205" cy="0"/>
                </a:xfrm>
                <a:prstGeom prst="line">
                  <a:avLst/>
                </a:prstGeom>
              </p:spPr>
              <p:style>
                <a:lnRef idx="3">
                  <a:schemeClr val="dk1"/>
                </a:lnRef>
                <a:fillRef idx="0">
                  <a:schemeClr val="dk1"/>
                </a:fillRef>
                <a:effectRef idx="2">
                  <a:schemeClr val="dk1"/>
                </a:effectRef>
                <a:fontRef idx="minor">
                  <a:schemeClr val="tx1"/>
                </a:fontRef>
              </p:style>
            </p:cxnSp>
            <p:cxnSp>
              <p:nvCxnSpPr>
                <p:cNvPr id="49" name="直接连接符 48">
                  <a:extLst>
                    <a:ext uri="{FF2B5EF4-FFF2-40B4-BE49-F238E27FC236}">
                      <a16:creationId xmlns:a16="http://schemas.microsoft.com/office/drawing/2014/main" id="{5D9A651C-4DE4-4AD1-9898-F239A36DD598}"/>
                    </a:ext>
                  </a:extLst>
                </p:cNvPr>
                <p:cNvCxnSpPr>
                  <a:cxnSpLocks/>
                </p:cNvCxnSpPr>
                <p:nvPr/>
              </p:nvCxnSpPr>
              <p:spPr>
                <a:xfrm>
                  <a:off x="750700" y="2988370"/>
                  <a:ext cx="134732" cy="0"/>
                </a:xfrm>
                <a:prstGeom prst="line">
                  <a:avLst/>
                </a:prstGeom>
              </p:spPr>
              <p:style>
                <a:lnRef idx="3">
                  <a:schemeClr val="dk1"/>
                </a:lnRef>
                <a:fillRef idx="0">
                  <a:schemeClr val="dk1"/>
                </a:fillRef>
                <a:effectRef idx="2">
                  <a:schemeClr val="dk1"/>
                </a:effectRef>
                <a:fontRef idx="minor">
                  <a:schemeClr val="tx1"/>
                </a:fontRef>
              </p:style>
            </p:cxnSp>
            <p:sp>
              <p:nvSpPr>
                <p:cNvPr id="50" name="文本框 49">
                  <a:extLst>
                    <a:ext uri="{FF2B5EF4-FFF2-40B4-BE49-F238E27FC236}">
                      <a16:creationId xmlns:a16="http://schemas.microsoft.com/office/drawing/2014/main" id="{5BB1E599-7157-4A65-9F03-C978793F32F7}"/>
                    </a:ext>
                  </a:extLst>
                </p:cNvPr>
                <p:cNvSpPr txBox="1"/>
                <p:nvPr/>
              </p:nvSpPr>
              <p:spPr>
                <a:xfrm>
                  <a:off x="4488894" y="4569332"/>
                  <a:ext cx="322524" cy="369332"/>
                </a:xfrm>
                <a:prstGeom prst="rect">
                  <a:avLst/>
                </a:prstGeom>
                <a:noFill/>
              </p:spPr>
              <p:txBody>
                <a:bodyPr wrap="none" rtlCol="0">
                  <a:spAutoFit/>
                </a:bodyPr>
                <a:lstStyle/>
                <a:p>
                  <a:pPr>
                    <a:defRPr/>
                  </a:pPr>
                  <a:r>
                    <a:rPr lang="en-US" altLang="zh-CN" dirty="0">
                      <a:solidFill>
                        <a:srgbClr val="2F2F2F"/>
                      </a:solidFill>
                      <a:latin typeface="Source Code Pro"/>
                    </a:rPr>
                    <a:t>x</a:t>
                  </a:r>
                  <a:endParaRPr lang="zh-CN" altLang="en-US" dirty="0">
                    <a:solidFill>
                      <a:srgbClr val="2F2F2F"/>
                    </a:solidFill>
                    <a:latin typeface="Source Code Pro"/>
                  </a:endParaRPr>
                </a:p>
              </p:txBody>
            </p:sp>
            <p:sp>
              <p:nvSpPr>
                <p:cNvPr id="52" name="文本框 51">
                  <a:extLst>
                    <a:ext uri="{FF2B5EF4-FFF2-40B4-BE49-F238E27FC236}">
                      <a16:creationId xmlns:a16="http://schemas.microsoft.com/office/drawing/2014/main" id="{662AF065-8326-4B7C-A29D-FFFFF06609B1}"/>
                    </a:ext>
                  </a:extLst>
                </p:cNvPr>
                <p:cNvSpPr txBox="1"/>
                <p:nvPr/>
              </p:nvSpPr>
              <p:spPr>
                <a:xfrm>
                  <a:off x="576196" y="1634174"/>
                  <a:ext cx="782517" cy="369332"/>
                </a:xfrm>
                <a:prstGeom prst="rect">
                  <a:avLst/>
                </a:prstGeom>
                <a:noFill/>
              </p:spPr>
              <p:txBody>
                <a:bodyPr wrap="square" rtlCol="0">
                  <a:spAutoFit/>
                </a:bodyPr>
                <a:lstStyle/>
                <a:p>
                  <a:pPr>
                    <a:defRPr/>
                  </a:pPr>
                  <a:r>
                    <a:rPr lang="en-US" altLang="zh-CN" dirty="0">
                      <a:solidFill>
                        <a:srgbClr val="2F2F2F"/>
                      </a:solidFill>
                      <a:latin typeface="Source Code Pro"/>
                    </a:rPr>
                    <a:t>y</a:t>
                  </a:r>
                  <a:endParaRPr lang="zh-CN" altLang="en-US" dirty="0">
                    <a:solidFill>
                      <a:srgbClr val="2F2F2F"/>
                    </a:solidFill>
                    <a:latin typeface="Source Code Pro"/>
                  </a:endParaRPr>
                </a:p>
              </p:txBody>
            </p:sp>
          </p:grpSp>
          <p:grpSp>
            <p:nvGrpSpPr>
              <p:cNvPr id="55" name="组合 54">
                <a:extLst>
                  <a:ext uri="{FF2B5EF4-FFF2-40B4-BE49-F238E27FC236}">
                    <a16:creationId xmlns:a16="http://schemas.microsoft.com/office/drawing/2014/main" id="{5AA029D5-9068-4244-88F3-5918064AB185}"/>
                  </a:ext>
                </a:extLst>
              </p:cNvPr>
              <p:cNvGrpSpPr/>
              <p:nvPr/>
            </p:nvGrpSpPr>
            <p:grpSpPr>
              <a:xfrm>
                <a:off x="2348252" y="2802957"/>
                <a:ext cx="1149674" cy="369332"/>
                <a:chOff x="5137296" y="5369442"/>
                <a:chExt cx="1149674" cy="369332"/>
              </a:xfrm>
            </p:grpSpPr>
            <p:sp>
              <p:nvSpPr>
                <p:cNvPr id="54" name="文本框 53">
                  <a:extLst>
                    <a:ext uri="{FF2B5EF4-FFF2-40B4-BE49-F238E27FC236}">
                      <a16:creationId xmlns:a16="http://schemas.microsoft.com/office/drawing/2014/main" id="{9799269E-8A3E-41BC-AB39-28F1F4BA5538}"/>
                    </a:ext>
                  </a:extLst>
                </p:cNvPr>
                <p:cNvSpPr txBox="1"/>
                <p:nvPr/>
              </p:nvSpPr>
              <p:spPr>
                <a:xfrm>
                  <a:off x="5137296" y="5369442"/>
                  <a:ext cx="1149674" cy="369332"/>
                </a:xfrm>
                <a:prstGeom prst="rect">
                  <a:avLst/>
                </a:prstGeom>
                <a:noFill/>
              </p:spPr>
              <p:txBody>
                <a:bodyPr wrap="none" rtlCol="0">
                  <a:spAutoFit/>
                </a:bodyPr>
                <a:lstStyle/>
                <a:p>
                  <a:pPr>
                    <a:defRPr/>
                  </a:pPr>
                  <a:r>
                    <a:rPr lang="en-US" altLang="zh-CN" dirty="0">
                      <a:solidFill>
                        <a:srgbClr val="2F2F2F"/>
                      </a:solidFill>
                      <a:latin typeface="Source Code Pro"/>
                    </a:rPr>
                    <a:t>V=(1,2)</a:t>
                  </a:r>
                  <a:endParaRPr lang="zh-CN" altLang="en-US" dirty="0">
                    <a:solidFill>
                      <a:srgbClr val="2F2F2F"/>
                    </a:solidFill>
                    <a:latin typeface="Source Code Pro"/>
                  </a:endParaRPr>
                </a:p>
              </p:txBody>
            </p:sp>
            <p:cxnSp>
              <p:nvCxnSpPr>
                <p:cNvPr id="56" name="直接箭头连接符 55">
                  <a:extLst>
                    <a:ext uri="{FF2B5EF4-FFF2-40B4-BE49-F238E27FC236}">
                      <a16:creationId xmlns:a16="http://schemas.microsoft.com/office/drawing/2014/main" id="{C6D66164-3DDB-446D-87CD-0BC24E000CF7}"/>
                    </a:ext>
                  </a:extLst>
                </p:cNvPr>
                <p:cNvCxnSpPr/>
                <p:nvPr/>
              </p:nvCxnSpPr>
              <p:spPr>
                <a:xfrm>
                  <a:off x="5198499" y="5408392"/>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grpSp>
      <p:grpSp>
        <p:nvGrpSpPr>
          <p:cNvPr id="37" name="组合 36">
            <a:extLst>
              <a:ext uri="{FF2B5EF4-FFF2-40B4-BE49-F238E27FC236}">
                <a16:creationId xmlns:a16="http://schemas.microsoft.com/office/drawing/2014/main" id="{20A911E1-DFA6-4D5D-AC44-63D2144D251E}"/>
              </a:ext>
            </a:extLst>
          </p:cNvPr>
          <p:cNvGrpSpPr/>
          <p:nvPr/>
        </p:nvGrpSpPr>
        <p:grpSpPr>
          <a:xfrm>
            <a:off x="3083523" y="3782321"/>
            <a:ext cx="376283" cy="369332"/>
            <a:chOff x="3296093" y="2998479"/>
            <a:chExt cx="353737" cy="345473"/>
          </a:xfrm>
        </p:grpSpPr>
        <p:sp>
          <p:nvSpPr>
            <p:cNvPr id="42" name="椭圆 41">
              <a:extLst>
                <a:ext uri="{FF2B5EF4-FFF2-40B4-BE49-F238E27FC236}">
                  <a16:creationId xmlns:a16="http://schemas.microsoft.com/office/drawing/2014/main" id="{582C49DB-CF9A-476E-9096-A5498E0DA28C}"/>
                </a:ext>
              </a:extLst>
            </p:cNvPr>
            <p:cNvSpPr/>
            <p:nvPr/>
          </p:nvSpPr>
          <p:spPr>
            <a:xfrm>
              <a:off x="3296093" y="3115341"/>
              <a:ext cx="116958" cy="1169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Source Code Pro"/>
              </a:endParaRPr>
            </a:p>
          </p:txBody>
        </p:sp>
        <p:sp>
          <p:nvSpPr>
            <p:cNvPr id="44" name="文本框 43">
              <a:extLst>
                <a:ext uri="{FF2B5EF4-FFF2-40B4-BE49-F238E27FC236}">
                  <a16:creationId xmlns:a16="http://schemas.microsoft.com/office/drawing/2014/main" id="{43391BC6-E28D-44DA-953A-FA6A54D6A694}"/>
                </a:ext>
              </a:extLst>
            </p:cNvPr>
            <p:cNvSpPr txBox="1"/>
            <p:nvPr/>
          </p:nvSpPr>
          <p:spPr>
            <a:xfrm>
              <a:off x="3346631" y="2998479"/>
              <a:ext cx="303199" cy="345473"/>
            </a:xfrm>
            <a:prstGeom prst="rect">
              <a:avLst/>
            </a:prstGeom>
            <a:noFill/>
          </p:spPr>
          <p:txBody>
            <a:bodyPr wrap="none" rtlCol="0">
              <a:spAutoFit/>
            </a:bodyPr>
            <a:lstStyle/>
            <a:p>
              <a:pPr>
                <a:defRPr/>
              </a:pPr>
              <a:r>
                <a:rPr lang="en-US" altLang="zh-CN" dirty="0">
                  <a:solidFill>
                    <a:srgbClr val="2F2F2F"/>
                  </a:solidFill>
                  <a:latin typeface="Source Code Pro"/>
                </a:rPr>
                <a:t>U</a:t>
              </a:r>
              <a:endParaRPr lang="zh-CN" altLang="en-US" dirty="0">
                <a:solidFill>
                  <a:srgbClr val="2F2F2F"/>
                </a:solidFill>
                <a:latin typeface="Source Code Pro"/>
              </a:endParaRPr>
            </a:p>
          </p:txBody>
        </p:sp>
      </p:grpSp>
      <p:grpSp>
        <p:nvGrpSpPr>
          <p:cNvPr id="45" name="组合 44">
            <a:extLst>
              <a:ext uri="{FF2B5EF4-FFF2-40B4-BE49-F238E27FC236}">
                <a16:creationId xmlns:a16="http://schemas.microsoft.com/office/drawing/2014/main" id="{A58A321D-157D-4F2A-9A69-38D9CF05B177}"/>
              </a:ext>
            </a:extLst>
          </p:cNvPr>
          <p:cNvGrpSpPr/>
          <p:nvPr/>
        </p:nvGrpSpPr>
        <p:grpSpPr>
          <a:xfrm>
            <a:off x="3649855" y="3782333"/>
            <a:ext cx="1149674" cy="369332"/>
            <a:chOff x="5137297" y="5369444"/>
            <a:chExt cx="1149671" cy="369331"/>
          </a:xfrm>
        </p:grpSpPr>
        <p:sp>
          <p:nvSpPr>
            <p:cNvPr id="47" name="文本框 46">
              <a:extLst>
                <a:ext uri="{FF2B5EF4-FFF2-40B4-BE49-F238E27FC236}">
                  <a16:creationId xmlns:a16="http://schemas.microsoft.com/office/drawing/2014/main" id="{443199FD-A744-43A4-B56E-3681783B7BD0}"/>
                </a:ext>
              </a:extLst>
            </p:cNvPr>
            <p:cNvSpPr txBox="1"/>
            <p:nvPr/>
          </p:nvSpPr>
          <p:spPr>
            <a:xfrm>
              <a:off x="5137297" y="5369444"/>
              <a:ext cx="1149671" cy="369331"/>
            </a:xfrm>
            <a:prstGeom prst="rect">
              <a:avLst/>
            </a:prstGeom>
            <a:noFill/>
          </p:spPr>
          <p:txBody>
            <a:bodyPr wrap="none" rtlCol="0">
              <a:spAutoFit/>
            </a:bodyPr>
            <a:lstStyle/>
            <a:p>
              <a:pPr>
                <a:defRPr/>
              </a:pPr>
              <a:r>
                <a:rPr lang="en-US" altLang="zh-CN" dirty="0">
                  <a:solidFill>
                    <a:srgbClr val="2F2F2F"/>
                  </a:solidFill>
                  <a:latin typeface="Source Code Pro"/>
                </a:rPr>
                <a:t>U=(2,1)</a:t>
              </a:r>
              <a:endParaRPr lang="zh-CN" altLang="en-US" dirty="0">
                <a:solidFill>
                  <a:srgbClr val="2F2F2F"/>
                </a:solidFill>
                <a:latin typeface="Source Code Pro"/>
              </a:endParaRPr>
            </a:p>
          </p:txBody>
        </p:sp>
        <p:cxnSp>
          <p:nvCxnSpPr>
            <p:cNvPr id="48" name="直接箭头连接符 47">
              <a:extLst>
                <a:ext uri="{FF2B5EF4-FFF2-40B4-BE49-F238E27FC236}">
                  <a16:creationId xmlns:a16="http://schemas.microsoft.com/office/drawing/2014/main" id="{810194D3-CD53-4C7C-945D-3C415883D0D3}"/>
                </a:ext>
              </a:extLst>
            </p:cNvPr>
            <p:cNvCxnSpPr/>
            <p:nvPr/>
          </p:nvCxnSpPr>
          <p:spPr>
            <a:xfrm>
              <a:off x="5198499" y="5408392"/>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27" name="直接箭头连接符 26">
            <a:extLst>
              <a:ext uri="{FF2B5EF4-FFF2-40B4-BE49-F238E27FC236}">
                <a16:creationId xmlns:a16="http://schemas.microsoft.com/office/drawing/2014/main" id="{EE19599A-87C3-413C-940A-D7641A5D0B73}"/>
              </a:ext>
            </a:extLst>
          </p:cNvPr>
          <p:cNvCxnSpPr>
            <a:cxnSpLocks/>
          </p:cNvCxnSpPr>
          <p:nvPr/>
        </p:nvCxnSpPr>
        <p:spPr>
          <a:xfrm flipV="1">
            <a:off x="756213" y="4017095"/>
            <a:ext cx="2322591" cy="101133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7" name="文本框 56">
            <a:extLst>
              <a:ext uri="{FF2B5EF4-FFF2-40B4-BE49-F238E27FC236}">
                <a16:creationId xmlns:a16="http://schemas.microsoft.com/office/drawing/2014/main" id="{F34DAC75-1E5B-4EE4-B462-C42C396926CC}"/>
              </a:ext>
            </a:extLst>
          </p:cNvPr>
          <p:cNvSpPr txBox="1"/>
          <p:nvPr/>
        </p:nvSpPr>
        <p:spPr>
          <a:xfrm>
            <a:off x="986973" y="4486698"/>
            <a:ext cx="259075" cy="369332"/>
          </a:xfrm>
          <a:prstGeom prst="rect">
            <a:avLst/>
          </a:prstGeom>
          <a:noFill/>
        </p:spPr>
        <p:txBody>
          <a:bodyPr wrap="square" rtlCol="0">
            <a:spAutoFit/>
          </a:bodyPr>
          <a:lstStyle/>
          <a:p>
            <a:pPr>
              <a:defRPr/>
            </a:pPr>
            <a:r>
              <a:rPr lang="en-US" altLang="zh-CN" dirty="0">
                <a:solidFill>
                  <a:srgbClr val="2F2F2F"/>
                </a:solidFill>
                <a:latin typeface="Source Code Pro"/>
              </a:rPr>
              <a:t>θ</a:t>
            </a:r>
            <a:endParaRPr lang="zh-CN" altLang="en-US" dirty="0">
              <a:solidFill>
                <a:srgbClr val="2F2F2F"/>
              </a:solidFill>
              <a:latin typeface="Source Code Pro"/>
            </a:endParaRPr>
          </a:p>
        </p:txBody>
      </p:sp>
      <p:grpSp>
        <p:nvGrpSpPr>
          <p:cNvPr id="77" name="组合 76">
            <a:extLst>
              <a:ext uri="{FF2B5EF4-FFF2-40B4-BE49-F238E27FC236}">
                <a16:creationId xmlns:a16="http://schemas.microsoft.com/office/drawing/2014/main" id="{4CA3AEC2-79F8-4608-823E-4F1C036363E9}"/>
              </a:ext>
            </a:extLst>
          </p:cNvPr>
          <p:cNvGrpSpPr/>
          <p:nvPr/>
        </p:nvGrpSpPr>
        <p:grpSpPr>
          <a:xfrm>
            <a:off x="4824724" y="3338035"/>
            <a:ext cx="7308291" cy="790912"/>
            <a:chOff x="3334899" y="6009916"/>
            <a:chExt cx="7308291" cy="790911"/>
          </a:xfrm>
        </p:grpSpPr>
        <p:sp>
          <p:nvSpPr>
            <p:cNvPr id="32" name="文本框 31">
              <a:extLst>
                <a:ext uri="{FF2B5EF4-FFF2-40B4-BE49-F238E27FC236}">
                  <a16:creationId xmlns:a16="http://schemas.microsoft.com/office/drawing/2014/main" id="{D9E90F88-E638-4824-8222-F24ABD8D984E}"/>
                </a:ext>
              </a:extLst>
            </p:cNvPr>
            <p:cNvSpPr txBox="1"/>
            <p:nvPr/>
          </p:nvSpPr>
          <p:spPr>
            <a:xfrm>
              <a:off x="3334899" y="6145619"/>
              <a:ext cx="7308291" cy="369331"/>
            </a:xfrm>
            <a:prstGeom prst="rect">
              <a:avLst/>
            </a:prstGeom>
            <a:noFill/>
          </p:spPr>
          <p:txBody>
            <a:bodyPr wrap="square" rtlCol="0">
              <a:spAutoFit/>
            </a:bodyPr>
            <a:lstStyle/>
            <a:p>
              <a:pPr>
                <a:defRPr/>
              </a:pPr>
              <a:r>
                <a:rPr lang="en-US" altLang="zh-CN" dirty="0" err="1">
                  <a:solidFill>
                    <a:srgbClr val="2F2F2F"/>
                  </a:solidFill>
                  <a:latin typeface="Source Code Pro"/>
                </a:rPr>
                <a:t>cosθ</a:t>
              </a:r>
              <a:r>
                <a:rPr lang="en-US" altLang="zh-CN" dirty="0">
                  <a:solidFill>
                    <a:srgbClr val="2F2F2F"/>
                  </a:solidFill>
                  <a:latin typeface="Source Code Pro"/>
                </a:rPr>
                <a:t>(</a:t>
              </a:r>
              <a:r>
                <a:rPr lang="zh-CN" altLang="en-US" dirty="0">
                  <a:solidFill>
                    <a:srgbClr val="2F2F2F"/>
                  </a:solidFill>
                  <a:latin typeface="Source Code Pro"/>
                </a:rPr>
                <a:t>向量余弦相似度</a:t>
              </a:r>
              <a:r>
                <a:rPr lang="en-US" altLang="zh-CN" dirty="0">
                  <a:solidFill>
                    <a:srgbClr val="2F2F2F"/>
                  </a:solidFill>
                  <a:latin typeface="Source Code Pro"/>
                </a:rPr>
                <a:t>)=       =                    = 1</a:t>
              </a:r>
              <a:endParaRPr lang="zh-CN" altLang="en-US" dirty="0">
                <a:solidFill>
                  <a:srgbClr val="2F2F2F"/>
                </a:solidFill>
                <a:latin typeface="Source Code Pro"/>
              </a:endParaRPr>
            </a:p>
          </p:txBody>
        </p:sp>
        <p:sp>
          <p:nvSpPr>
            <p:cNvPr id="33" name="文本框 32">
              <a:extLst>
                <a:ext uri="{FF2B5EF4-FFF2-40B4-BE49-F238E27FC236}">
                  <a16:creationId xmlns:a16="http://schemas.microsoft.com/office/drawing/2014/main" id="{FE2A518E-C12A-4CE7-92DC-296CA3127098}"/>
                </a:ext>
              </a:extLst>
            </p:cNvPr>
            <p:cNvSpPr txBox="1"/>
            <p:nvPr/>
          </p:nvSpPr>
          <p:spPr>
            <a:xfrm>
              <a:off x="6152188" y="6017516"/>
              <a:ext cx="598241" cy="369331"/>
            </a:xfrm>
            <a:prstGeom prst="rect">
              <a:avLst/>
            </a:prstGeom>
            <a:noFill/>
          </p:spPr>
          <p:txBody>
            <a:bodyPr wrap="none" rtlCol="0">
              <a:spAutoFit/>
            </a:bodyPr>
            <a:lstStyle/>
            <a:p>
              <a:pPr>
                <a:defRPr/>
              </a:pPr>
              <a:r>
                <a:rPr lang="en-US" altLang="zh-CN" dirty="0">
                  <a:solidFill>
                    <a:srgbClr val="2F2F2F"/>
                  </a:solidFill>
                  <a:latin typeface="Source Code Pro"/>
                </a:rPr>
                <a:t>V·U</a:t>
              </a:r>
              <a:endParaRPr lang="zh-CN" altLang="en-US" dirty="0">
                <a:solidFill>
                  <a:srgbClr val="2F2F2F"/>
                </a:solidFill>
                <a:latin typeface="Source Code Pro"/>
              </a:endParaRPr>
            </a:p>
          </p:txBody>
        </p:sp>
        <p:cxnSp>
          <p:nvCxnSpPr>
            <p:cNvPr id="35" name="直接连接符 34">
              <a:extLst>
                <a:ext uri="{FF2B5EF4-FFF2-40B4-BE49-F238E27FC236}">
                  <a16:creationId xmlns:a16="http://schemas.microsoft.com/office/drawing/2014/main" id="{DCB472F8-CD48-4028-BBB2-31364690BADC}"/>
                </a:ext>
              </a:extLst>
            </p:cNvPr>
            <p:cNvCxnSpPr>
              <a:cxnSpLocks/>
            </p:cNvCxnSpPr>
            <p:nvPr/>
          </p:nvCxnSpPr>
          <p:spPr>
            <a:xfrm>
              <a:off x="6085367" y="6330284"/>
              <a:ext cx="815163" cy="0"/>
            </a:xfrm>
            <a:prstGeom prst="line">
              <a:avLst/>
            </a:prstGeom>
          </p:spPr>
          <p:style>
            <a:lnRef idx="3">
              <a:schemeClr val="dk1"/>
            </a:lnRef>
            <a:fillRef idx="0">
              <a:schemeClr val="dk1"/>
            </a:fillRef>
            <a:effectRef idx="2">
              <a:schemeClr val="dk1"/>
            </a:effectRef>
            <a:fontRef idx="minor">
              <a:schemeClr val="tx1"/>
            </a:fontRef>
          </p:style>
        </p:cxnSp>
        <p:sp>
          <p:nvSpPr>
            <p:cNvPr id="63" name="文本框 62">
              <a:extLst>
                <a:ext uri="{FF2B5EF4-FFF2-40B4-BE49-F238E27FC236}">
                  <a16:creationId xmlns:a16="http://schemas.microsoft.com/office/drawing/2014/main" id="{4B9AA073-AE4D-47E5-8583-36E73D223FF1}"/>
                </a:ext>
              </a:extLst>
            </p:cNvPr>
            <p:cNvSpPr txBox="1"/>
            <p:nvPr/>
          </p:nvSpPr>
          <p:spPr>
            <a:xfrm>
              <a:off x="5971428" y="6309018"/>
              <a:ext cx="1011815" cy="369331"/>
            </a:xfrm>
            <a:prstGeom prst="rect">
              <a:avLst/>
            </a:prstGeom>
            <a:noFill/>
          </p:spPr>
          <p:txBody>
            <a:bodyPr wrap="none" rtlCol="0">
              <a:spAutoFit/>
            </a:bodyPr>
            <a:lstStyle/>
            <a:p>
              <a:pPr>
                <a:defRPr/>
              </a:pPr>
              <a:r>
                <a:rPr lang="en-US" altLang="zh-CN" dirty="0">
                  <a:solidFill>
                    <a:srgbClr val="2F2F2F"/>
                  </a:solidFill>
                  <a:latin typeface="Source Code Pro"/>
                </a:rPr>
                <a:t>|V||U|</a:t>
              </a:r>
              <a:endParaRPr lang="zh-CN" altLang="en-US" dirty="0">
                <a:solidFill>
                  <a:srgbClr val="2F2F2F"/>
                </a:solidFill>
                <a:latin typeface="Source Code Pro"/>
              </a:endParaRPr>
            </a:p>
          </p:txBody>
        </p:sp>
        <p:cxnSp>
          <p:nvCxnSpPr>
            <p:cNvPr id="64" name="直接连接符 63">
              <a:extLst>
                <a:ext uri="{FF2B5EF4-FFF2-40B4-BE49-F238E27FC236}">
                  <a16:creationId xmlns:a16="http://schemas.microsoft.com/office/drawing/2014/main" id="{77D8F4BD-65DF-4641-874B-98708D0C0DA3}"/>
                </a:ext>
              </a:extLst>
            </p:cNvPr>
            <p:cNvCxnSpPr>
              <a:cxnSpLocks/>
            </p:cNvCxnSpPr>
            <p:nvPr/>
          </p:nvCxnSpPr>
          <p:spPr>
            <a:xfrm>
              <a:off x="7085576" y="6330285"/>
              <a:ext cx="2632582" cy="0"/>
            </a:xfrm>
            <a:prstGeom prst="line">
              <a:avLst/>
            </a:prstGeom>
          </p:spPr>
          <p:style>
            <a:lnRef idx="3">
              <a:schemeClr val="dk1"/>
            </a:lnRef>
            <a:fillRef idx="0">
              <a:schemeClr val="dk1"/>
            </a:fillRef>
            <a:effectRef idx="2">
              <a:schemeClr val="dk1"/>
            </a:effectRef>
            <a:fontRef idx="minor">
              <a:schemeClr val="tx1"/>
            </a:fontRef>
          </p:style>
        </p:cxnSp>
        <p:sp>
          <p:nvSpPr>
            <p:cNvPr id="67" name="文本框 66">
              <a:extLst>
                <a:ext uri="{FF2B5EF4-FFF2-40B4-BE49-F238E27FC236}">
                  <a16:creationId xmlns:a16="http://schemas.microsoft.com/office/drawing/2014/main" id="{D98FC190-8359-4ACC-9A84-E3895FFD350B}"/>
                </a:ext>
              </a:extLst>
            </p:cNvPr>
            <p:cNvSpPr txBox="1"/>
            <p:nvPr/>
          </p:nvSpPr>
          <p:spPr>
            <a:xfrm>
              <a:off x="7876897" y="6009916"/>
              <a:ext cx="1149674" cy="369331"/>
            </a:xfrm>
            <a:prstGeom prst="rect">
              <a:avLst/>
            </a:prstGeom>
            <a:noFill/>
          </p:spPr>
          <p:txBody>
            <a:bodyPr wrap="none" rtlCol="0">
              <a:spAutoFit/>
            </a:bodyPr>
            <a:lstStyle/>
            <a:p>
              <a:pPr>
                <a:defRPr/>
              </a:pPr>
              <a:r>
                <a:rPr lang="en-US" altLang="zh-CN" dirty="0">
                  <a:solidFill>
                    <a:srgbClr val="2F2F2F"/>
                  </a:solidFill>
                  <a:latin typeface="Source Code Pro"/>
                </a:rPr>
                <a:t>1*1+2*2</a:t>
              </a:r>
              <a:endParaRPr lang="zh-CN" altLang="en-US" dirty="0">
                <a:solidFill>
                  <a:srgbClr val="2F2F2F"/>
                </a:solidFill>
                <a:latin typeface="Source Code Pro"/>
              </a:endParaRPr>
            </a:p>
          </p:txBody>
        </p:sp>
        <p:sp>
          <p:nvSpPr>
            <p:cNvPr id="70" name="文本框 69">
              <a:extLst>
                <a:ext uri="{FF2B5EF4-FFF2-40B4-BE49-F238E27FC236}">
                  <a16:creationId xmlns:a16="http://schemas.microsoft.com/office/drawing/2014/main" id="{0F740370-73AD-4892-974E-1CBA7E107967}"/>
                </a:ext>
              </a:extLst>
            </p:cNvPr>
            <p:cNvSpPr txBox="1"/>
            <p:nvPr/>
          </p:nvSpPr>
          <p:spPr>
            <a:xfrm>
              <a:off x="7462209" y="6330284"/>
              <a:ext cx="184731" cy="369331"/>
            </a:xfrm>
            <a:prstGeom prst="rect">
              <a:avLst/>
            </a:prstGeom>
            <a:noFill/>
          </p:spPr>
          <p:txBody>
            <a:bodyPr wrap="none" rtlCol="0">
              <a:spAutoFit/>
            </a:bodyPr>
            <a:lstStyle/>
            <a:p>
              <a:pPr>
                <a:defRPr/>
              </a:pPr>
              <a:endParaRPr lang="zh-CN" altLang="en-US" dirty="0">
                <a:solidFill>
                  <a:srgbClr val="2F2F2F"/>
                </a:solidFill>
                <a:latin typeface="Source Code Pro"/>
              </a:endParaRPr>
            </a:p>
          </p:txBody>
        </p:sp>
        <p:pic>
          <p:nvPicPr>
            <p:cNvPr id="66" name="图片 65">
              <a:extLst>
                <a:ext uri="{FF2B5EF4-FFF2-40B4-BE49-F238E27FC236}">
                  <a16:creationId xmlns:a16="http://schemas.microsoft.com/office/drawing/2014/main" id="{7700A156-DC6B-4CE2-A0F1-124F4C3617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7888" y="6337538"/>
              <a:ext cx="1209524" cy="371429"/>
            </a:xfrm>
            <a:prstGeom prst="rect">
              <a:avLst/>
            </a:prstGeom>
          </p:spPr>
        </p:pic>
        <p:sp>
          <p:nvSpPr>
            <p:cNvPr id="71" name="文本框 70">
              <a:extLst>
                <a:ext uri="{FF2B5EF4-FFF2-40B4-BE49-F238E27FC236}">
                  <a16:creationId xmlns:a16="http://schemas.microsoft.com/office/drawing/2014/main" id="{AAF15541-991B-4660-AEFC-C02C4DD640E3}"/>
                </a:ext>
              </a:extLst>
            </p:cNvPr>
            <p:cNvSpPr txBox="1"/>
            <p:nvPr/>
          </p:nvSpPr>
          <p:spPr>
            <a:xfrm>
              <a:off x="7431114" y="6431496"/>
              <a:ext cx="873957" cy="369331"/>
            </a:xfrm>
            <a:prstGeom prst="rect">
              <a:avLst/>
            </a:prstGeom>
            <a:noFill/>
          </p:spPr>
          <p:txBody>
            <a:bodyPr wrap="none" rtlCol="0">
              <a:spAutoFit/>
            </a:bodyPr>
            <a:lstStyle/>
            <a:p>
              <a:pPr>
                <a:defRPr/>
              </a:pPr>
              <a:r>
                <a:rPr lang="en-US" altLang="zh-CN" dirty="0">
                  <a:solidFill>
                    <a:srgbClr val="2F2F2F"/>
                  </a:solidFill>
                  <a:latin typeface="Source Code Pro"/>
                </a:rPr>
                <a:t>1²+2²</a:t>
              </a:r>
              <a:endParaRPr lang="zh-CN" altLang="en-US" dirty="0">
                <a:solidFill>
                  <a:srgbClr val="2F2F2F"/>
                </a:solidFill>
                <a:latin typeface="Source Code Pro"/>
              </a:endParaRPr>
            </a:p>
          </p:txBody>
        </p:sp>
        <p:grpSp>
          <p:nvGrpSpPr>
            <p:cNvPr id="75" name="组合 74">
              <a:extLst>
                <a:ext uri="{FF2B5EF4-FFF2-40B4-BE49-F238E27FC236}">
                  <a16:creationId xmlns:a16="http://schemas.microsoft.com/office/drawing/2014/main" id="{10F21164-FE26-4699-9047-061C5E348254}"/>
                </a:ext>
              </a:extLst>
            </p:cNvPr>
            <p:cNvGrpSpPr/>
            <p:nvPr/>
          </p:nvGrpSpPr>
          <p:grpSpPr>
            <a:xfrm>
              <a:off x="8538399" y="6341381"/>
              <a:ext cx="1209524" cy="441272"/>
              <a:chOff x="8538399" y="6341381"/>
              <a:chExt cx="1209524" cy="441272"/>
            </a:xfrm>
          </p:grpSpPr>
          <p:pic>
            <p:nvPicPr>
              <p:cNvPr id="72" name="图片 71">
                <a:extLst>
                  <a:ext uri="{FF2B5EF4-FFF2-40B4-BE49-F238E27FC236}">
                    <a16:creationId xmlns:a16="http://schemas.microsoft.com/office/drawing/2014/main" id="{239EFA85-8881-46B5-97BE-AAC21D8147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8399" y="6341381"/>
                <a:ext cx="1209524" cy="371429"/>
              </a:xfrm>
              <a:prstGeom prst="rect">
                <a:avLst/>
              </a:prstGeom>
            </p:spPr>
          </p:pic>
          <p:sp>
            <p:nvSpPr>
              <p:cNvPr id="74" name="文本框 73">
                <a:extLst>
                  <a:ext uri="{FF2B5EF4-FFF2-40B4-BE49-F238E27FC236}">
                    <a16:creationId xmlns:a16="http://schemas.microsoft.com/office/drawing/2014/main" id="{CF679E54-D658-4C63-922B-4EFBDB68E658}"/>
                  </a:ext>
                </a:extLst>
              </p:cNvPr>
              <p:cNvSpPr txBox="1"/>
              <p:nvPr/>
            </p:nvSpPr>
            <p:spPr>
              <a:xfrm>
                <a:off x="8842391" y="6413321"/>
                <a:ext cx="873957" cy="369332"/>
              </a:xfrm>
              <a:prstGeom prst="rect">
                <a:avLst/>
              </a:prstGeom>
              <a:noFill/>
            </p:spPr>
            <p:txBody>
              <a:bodyPr wrap="none" rtlCol="0">
                <a:spAutoFit/>
              </a:bodyPr>
              <a:lstStyle/>
              <a:p>
                <a:pPr>
                  <a:defRPr/>
                </a:pPr>
                <a:r>
                  <a:rPr lang="en-US" altLang="zh-CN" dirty="0">
                    <a:solidFill>
                      <a:srgbClr val="2F2F2F"/>
                    </a:solidFill>
                    <a:latin typeface="Source Code Pro"/>
                  </a:rPr>
                  <a:t>2²+1²</a:t>
                </a:r>
                <a:endParaRPr lang="zh-CN" altLang="en-US" dirty="0">
                  <a:solidFill>
                    <a:srgbClr val="2F2F2F"/>
                  </a:solidFill>
                  <a:latin typeface="Source Code Pro"/>
                </a:endParaRPr>
              </a:p>
            </p:txBody>
          </p:sp>
        </p:grpSp>
        <p:sp>
          <p:nvSpPr>
            <p:cNvPr id="76" name="文本框 75">
              <a:extLst>
                <a:ext uri="{FF2B5EF4-FFF2-40B4-BE49-F238E27FC236}">
                  <a16:creationId xmlns:a16="http://schemas.microsoft.com/office/drawing/2014/main" id="{56ED19F9-C6A1-4E60-88B1-9B6FA111C1B4}"/>
                </a:ext>
              </a:extLst>
            </p:cNvPr>
            <p:cNvSpPr txBox="1"/>
            <p:nvPr/>
          </p:nvSpPr>
          <p:spPr>
            <a:xfrm>
              <a:off x="8283309" y="6401190"/>
              <a:ext cx="322524" cy="369332"/>
            </a:xfrm>
            <a:prstGeom prst="rect">
              <a:avLst/>
            </a:prstGeom>
            <a:noFill/>
          </p:spPr>
          <p:txBody>
            <a:bodyPr wrap="none" rtlCol="0">
              <a:spAutoFit/>
            </a:bodyPr>
            <a:lstStyle/>
            <a:p>
              <a:pPr>
                <a:defRPr/>
              </a:pPr>
              <a:r>
                <a:rPr lang="en-US" altLang="zh-CN" dirty="0">
                  <a:solidFill>
                    <a:srgbClr val="2F2F2F"/>
                  </a:solidFill>
                  <a:latin typeface="Source Code Pro"/>
                </a:rPr>
                <a:t>*</a:t>
              </a:r>
              <a:endParaRPr lang="zh-CN" altLang="en-US" dirty="0">
                <a:solidFill>
                  <a:srgbClr val="2F2F2F"/>
                </a:solidFill>
                <a:latin typeface="Source Code Pro"/>
              </a:endParaRPr>
            </a:p>
          </p:txBody>
        </p:sp>
      </p:grpSp>
      <p:grpSp>
        <p:nvGrpSpPr>
          <p:cNvPr id="88" name="组合 87">
            <a:extLst>
              <a:ext uri="{FF2B5EF4-FFF2-40B4-BE49-F238E27FC236}">
                <a16:creationId xmlns:a16="http://schemas.microsoft.com/office/drawing/2014/main" id="{EC8BBD4C-4FB2-4FD8-8BD3-556B0D9FC33D}"/>
              </a:ext>
            </a:extLst>
          </p:cNvPr>
          <p:cNvGrpSpPr/>
          <p:nvPr/>
        </p:nvGrpSpPr>
        <p:grpSpPr>
          <a:xfrm>
            <a:off x="4861706" y="2942020"/>
            <a:ext cx="5819207" cy="369333"/>
            <a:chOff x="4929273" y="2942015"/>
            <a:chExt cx="5819206" cy="369332"/>
          </a:xfrm>
        </p:grpSpPr>
        <p:sp>
          <p:nvSpPr>
            <p:cNvPr id="78" name="文本框 77">
              <a:extLst>
                <a:ext uri="{FF2B5EF4-FFF2-40B4-BE49-F238E27FC236}">
                  <a16:creationId xmlns:a16="http://schemas.microsoft.com/office/drawing/2014/main" id="{C9104AF8-1211-4142-91A9-F6A1B6DD8C6E}"/>
                </a:ext>
              </a:extLst>
            </p:cNvPr>
            <p:cNvSpPr txBox="1"/>
            <p:nvPr/>
          </p:nvSpPr>
          <p:spPr>
            <a:xfrm>
              <a:off x="4929273" y="2942016"/>
              <a:ext cx="3230371" cy="369331"/>
            </a:xfrm>
            <a:prstGeom prst="rect">
              <a:avLst/>
            </a:prstGeom>
            <a:noFill/>
          </p:spPr>
          <p:txBody>
            <a:bodyPr wrap="none" rtlCol="0">
              <a:spAutoFit/>
            </a:bodyPr>
            <a:lstStyle/>
            <a:p>
              <a:pPr>
                <a:defRPr/>
              </a:pPr>
              <a:r>
                <a:rPr lang="zh-CN" altLang="en-US" dirty="0">
                  <a:solidFill>
                    <a:srgbClr val="00B050"/>
                  </a:solidFill>
                  <a:latin typeface="Source Code Pro"/>
                </a:rPr>
                <a:t>假设：</a:t>
              </a:r>
              <a:r>
                <a:rPr lang="en-US" altLang="zh-CN" dirty="0">
                  <a:solidFill>
                    <a:srgbClr val="2F2F2F"/>
                  </a:solidFill>
                  <a:latin typeface="Source Code Pro"/>
                </a:rPr>
                <a:t>U</a:t>
              </a:r>
              <a:r>
                <a:rPr lang="zh-CN" altLang="en-US" dirty="0">
                  <a:solidFill>
                    <a:srgbClr val="2F2F2F"/>
                  </a:solidFill>
                  <a:latin typeface="Source Code Pro"/>
                </a:rPr>
                <a:t>点和</a:t>
              </a:r>
              <a:r>
                <a:rPr lang="en-US" altLang="zh-CN" dirty="0">
                  <a:solidFill>
                    <a:srgbClr val="2F2F2F"/>
                  </a:solidFill>
                  <a:latin typeface="Source Code Pro"/>
                </a:rPr>
                <a:t>V</a:t>
              </a:r>
              <a:r>
                <a:rPr lang="zh-CN" altLang="en-US" dirty="0">
                  <a:solidFill>
                    <a:srgbClr val="2F2F2F"/>
                  </a:solidFill>
                  <a:latin typeface="Source Code Pro"/>
                </a:rPr>
                <a:t>点重合，也就是</a:t>
              </a:r>
            </a:p>
          </p:txBody>
        </p:sp>
        <p:grpSp>
          <p:nvGrpSpPr>
            <p:cNvPr id="79" name="组合 78">
              <a:extLst>
                <a:ext uri="{FF2B5EF4-FFF2-40B4-BE49-F238E27FC236}">
                  <a16:creationId xmlns:a16="http://schemas.microsoft.com/office/drawing/2014/main" id="{28CC05FD-7E7B-4A12-9417-66017E9C8B6E}"/>
                </a:ext>
              </a:extLst>
            </p:cNvPr>
            <p:cNvGrpSpPr/>
            <p:nvPr/>
          </p:nvGrpSpPr>
          <p:grpSpPr>
            <a:xfrm>
              <a:off x="8308962" y="2942015"/>
              <a:ext cx="1149674" cy="369331"/>
              <a:chOff x="5137296" y="5369442"/>
              <a:chExt cx="1149674" cy="369331"/>
            </a:xfrm>
          </p:grpSpPr>
          <p:sp>
            <p:nvSpPr>
              <p:cNvPr id="80" name="文本框 79">
                <a:extLst>
                  <a:ext uri="{FF2B5EF4-FFF2-40B4-BE49-F238E27FC236}">
                    <a16:creationId xmlns:a16="http://schemas.microsoft.com/office/drawing/2014/main" id="{08368ECA-2F87-4012-9C38-58574D666A4A}"/>
                  </a:ext>
                </a:extLst>
              </p:cNvPr>
              <p:cNvSpPr txBox="1"/>
              <p:nvPr/>
            </p:nvSpPr>
            <p:spPr>
              <a:xfrm>
                <a:off x="5137296" y="5369442"/>
                <a:ext cx="1149674" cy="369331"/>
              </a:xfrm>
              <a:prstGeom prst="rect">
                <a:avLst/>
              </a:prstGeom>
              <a:noFill/>
            </p:spPr>
            <p:txBody>
              <a:bodyPr wrap="none" rtlCol="0">
                <a:spAutoFit/>
              </a:bodyPr>
              <a:lstStyle/>
              <a:p>
                <a:pPr>
                  <a:defRPr/>
                </a:pPr>
                <a:r>
                  <a:rPr lang="en-US" altLang="zh-CN" dirty="0">
                    <a:solidFill>
                      <a:srgbClr val="2F2F2F"/>
                    </a:solidFill>
                    <a:latin typeface="Source Code Pro"/>
                  </a:rPr>
                  <a:t>V=(1,2)</a:t>
                </a:r>
                <a:endParaRPr lang="zh-CN" altLang="en-US" dirty="0">
                  <a:solidFill>
                    <a:srgbClr val="2F2F2F"/>
                  </a:solidFill>
                  <a:latin typeface="Source Code Pro"/>
                </a:endParaRPr>
              </a:p>
            </p:txBody>
          </p:sp>
          <p:cxnSp>
            <p:nvCxnSpPr>
              <p:cNvPr id="81" name="直接箭头连接符 80">
                <a:extLst>
                  <a:ext uri="{FF2B5EF4-FFF2-40B4-BE49-F238E27FC236}">
                    <a16:creationId xmlns:a16="http://schemas.microsoft.com/office/drawing/2014/main" id="{EDF5E04E-D74F-4163-88C6-CBEAA490248C}"/>
                  </a:ext>
                </a:extLst>
              </p:cNvPr>
              <p:cNvCxnSpPr/>
              <p:nvPr/>
            </p:nvCxnSpPr>
            <p:spPr>
              <a:xfrm>
                <a:off x="5198499" y="5408392"/>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85" name="组合 84">
              <a:extLst>
                <a:ext uri="{FF2B5EF4-FFF2-40B4-BE49-F238E27FC236}">
                  <a16:creationId xmlns:a16="http://schemas.microsoft.com/office/drawing/2014/main" id="{13BAB9BE-EDB2-4D78-A34D-9A7949570934}"/>
                </a:ext>
              </a:extLst>
            </p:cNvPr>
            <p:cNvGrpSpPr/>
            <p:nvPr/>
          </p:nvGrpSpPr>
          <p:grpSpPr>
            <a:xfrm>
              <a:off x="9598805" y="2942015"/>
              <a:ext cx="1149674" cy="369331"/>
              <a:chOff x="5137296" y="5369442"/>
              <a:chExt cx="1149674" cy="369331"/>
            </a:xfrm>
          </p:grpSpPr>
          <p:sp>
            <p:nvSpPr>
              <p:cNvPr id="86" name="文本框 85">
                <a:extLst>
                  <a:ext uri="{FF2B5EF4-FFF2-40B4-BE49-F238E27FC236}">
                    <a16:creationId xmlns:a16="http://schemas.microsoft.com/office/drawing/2014/main" id="{45204439-18A0-47AC-92F6-0DEC42F48699}"/>
                  </a:ext>
                </a:extLst>
              </p:cNvPr>
              <p:cNvSpPr txBox="1"/>
              <p:nvPr/>
            </p:nvSpPr>
            <p:spPr>
              <a:xfrm>
                <a:off x="5137296" y="5369442"/>
                <a:ext cx="1149674" cy="369331"/>
              </a:xfrm>
              <a:prstGeom prst="rect">
                <a:avLst/>
              </a:prstGeom>
              <a:noFill/>
            </p:spPr>
            <p:txBody>
              <a:bodyPr wrap="none" rtlCol="0">
                <a:spAutoFit/>
              </a:bodyPr>
              <a:lstStyle/>
              <a:p>
                <a:pPr>
                  <a:defRPr/>
                </a:pPr>
                <a:r>
                  <a:rPr lang="en-US" altLang="zh-CN" dirty="0">
                    <a:solidFill>
                      <a:srgbClr val="2F2F2F"/>
                    </a:solidFill>
                    <a:latin typeface="Source Code Pro"/>
                  </a:rPr>
                  <a:t>U=(1,2)</a:t>
                </a:r>
                <a:endParaRPr lang="zh-CN" altLang="en-US" dirty="0">
                  <a:solidFill>
                    <a:srgbClr val="2F2F2F"/>
                  </a:solidFill>
                  <a:latin typeface="Source Code Pro"/>
                </a:endParaRPr>
              </a:p>
            </p:txBody>
          </p:sp>
          <p:cxnSp>
            <p:nvCxnSpPr>
              <p:cNvPr id="87" name="直接箭头连接符 86">
                <a:extLst>
                  <a:ext uri="{FF2B5EF4-FFF2-40B4-BE49-F238E27FC236}">
                    <a16:creationId xmlns:a16="http://schemas.microsoft.com/office/drawing/2014/main" id="{15442A12-614B-4F78-A7A0-423DF4250DD5}"/>
                  </a:ext>
                </a:extLst>
              </p:cNvPr>
              <p:cNvCxnSpPr/>
              <p:nvPr/>
            </p:nvCxnSpPr>
            <p:spPr>
              <a:xfrm>
                <a:off x="5198499" y="5408392"/>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grpSp>
        <p:nvGrpSpPr>
          <p:cNvPr id="89" name="组合 88">
            <a:extLst>
              <a:ext uri="{FF2B5EF4-FFF2-40B4-BE49-F238E27FC236}">
                <a16:creationId xmlns:a16="http://schemas.microsoft.com/office/drawing/2014/main" id="{66F82943-6B1B-40DF-91E5-4ABA75D1BAA4}"/>
              </a:ext>
            </a:extLst>
          </p:cNvPr>
          <p:cNvGrpSpPr/>
          <p:nvPr/>
        </p:nvGrpSpPr>
        <p:grpSpPr>
          <a:xfrm>
            <a:off x="4830525" y="1971243"/>
            <a:ext cx="7308291" cy="791788"/>
            <a:chOff x="3334899" y="6009916"/>
            <a:chExt cx="7308291" cy="791787"/>
          </a:xfrm>
        </p:grpSpPr>
        <p:sp>
          <p:nvSpPr>
            <p:cNvPr id="90" name="文本框 89">
              <a:extLst>
                <a:ext uri="{FF2B5EF4-FFF2-40B4-BE49-F238E27FC236}">
                  <a16:creationId xmlns:a16="http://schemas.microsoft.com/office/drawing/2014/main" id="{F833DB30-297A-4715-B953-420481CEEBD6}"/>
                </a:ext>
              </a:extLst>
            </p:cNvPr>
            <p:cNvSpPr txBox="1"/>
            <p:nvPr/>
          </p:nvSpPr>
          <p:spPr>
            <a:xfrm>
              <a:off x="3334899" y="6145619"/>
              <a:ext cx="7308291" cy="369331"/>
            </a:xfrm>
            <a:prstGeom prst="rect">
              <a:avLst/>
            </a:prstGeom>
            <a:noFill/>
          </p:spPr>
          <p:txBody>
            <a:bodyPr wrap="square" rtlCol="0">
              <a:spAutoFit/>
            </a:bodyPr>
            <a:lstStyle/>
            <a:p>
              <a:pPr>
                <a:defRPr/>
              </a:pPr>
              <a:r>
                <a:rPr lang="en-US" altLang="zh-CN" dirty="0" err="1">
                  <a:solidFill>
                    <a:srgbClr val="2F2F2F"/>
                  </a:solidFill>
                  <a:latin typeface="Source Code Pro"/>
                </a:rPr>
                <a:t>cosθ</a:t>
              </a:r>
              <a:r>
                <a:rPr lang="en-US" altLang="zh-CN" dirty="0">
                  <a:solidFill>
                    <a:srgbClr val="2F2F2F"/>
                  </a:solidFill>
                  <a:latin typeface="Source Code Pro"/>
                </a:rPr>
                <a:t>(</a:t>
              </a:r>
              <a:r>
                <a:rPr lang="zh-CN" altLang="en-US" dirty="0">
                  <a:solidFill>
                    <a:srgbClr val="2F2F2F"/>
                  </a:solidFill>
                  <a:latin typeface="Source Code Pro"/>
                </a:rPr>
                <a:t>向量余弦相似度</a:t>
              </a:r>
              <a:r>
                <a:rPr lang="en-US" altLang="zh-CN" dirty="0">
                  <a:solidFill>
                    <a:srgbClr val="2F2F2F"/>
                  </a:solidFill>
                  <a:latin typeface="Source Code Pro"/>
                </a:rPr>
                <a:t>)=       =                    = 0.8</a:t>
              </a:r>
              <a:endParaRPr lang="zh-CN" altLang="en-US" dirty="0">
                <a:solidFill>
                  <a:srgbClr val="2F2F2F"/>
                </a:solidFill>
                <a:latin typeface="Source Code Pro"/>
              </a:endParaRPr>
            </a:p>
          </p:txBody>
        </p:sp>
        <p:sp>
          <p:nvSpPr>
            <p:cNvPr id="91" name="文本框 90">
              <a:extLst>
                <a:ext uri="{FF2B5EF4-FFF2-40B4-BE49-F238E27FC236}">
                  <a16:creationId xmlns:a16="http://schemas.microsoft.com/office/drawing/2014/main" id="{4F92DD7C-B32D-41F3-B3DA-1B42C622F5A6}"/>
                </a:ext>
              </a:extLst>
            </p:cNvPr>
            <p:cNvSpPr txBox="1"/>
            <p:nvPr/>
          </p:nvSpPr>
          <p:spPr>
            <a:xfrm>
              <a:off x="6152188" y="6017516"/>
              <a:ext cx="598241" cy="369331"/>
            </a:xfrm>
            <a:prstGeom prst="rect">
              <a:avLst/>
            </a:prstGeom>
            <a:noFill/>
          </p:spPr>
          <p:txBody>
            <a:bodyPr wrap="none" rtlCol="0">
              <a:spAutoFit/>
            </a:bodyPr>
            <a:lstStyle/>
            <a:p>
              <a:pPr>
                <a:defRPr/>
              </a:pPr>
              <a:r>
                <a:rPr lang="en-US" altLang="zh-CN" dirty="0">
                  <a:solidFill>
                    <a:srgbClr val="2F2F2F"/>
                  </a:solidFill>
                  <a:latin typeface="Source Code Pro"/>
                </a:rPr>
                <a:t>V·U</a:t>
              </a:r>
              <a:endParaRPr lang="zh-CN" altLang="en-US" dirty="0">
                <a:solidFill>
                  <a:srgbClr val="2F2F2F"/>
                </a:solidFill>
                <a:latin typeface="Source Code Pro"/>
              </a:endParaRPr>
            </a:p>
          </p:txBody>
        </p:sp>
        <p:cxnSp>
          <p:nvCxnSpPr>
            <p:cNvPr id="92" name="直接连接符 91">
              <a:extLst>
                <a:ext uri="{FF2B5EF4-FFF2-40B4-BE49-F238E27FC236}">
                  <a16:creationId xmlns:a16="http://schemas.microsoft.com/office/drawing/2014/main" id="{EBD5BDD8-D9BC-4008-86F7-60F51BA78233}"/>
                </a:ext>
              </a:extLst>
            </p:cNvPr>
            <p:cNvCxnSpPr>
              <a:cxnSpLocks/>
            </p:cNvCxnSpPr>
            <p:nvPr/>
          </p:nvCxnSpPr>
          <p:spPr>
            <a:xfrm>
              <a:off x="6085367" y="6330284"/>
              <a:ext cx="815163" cy="0"/>
            </a:xfrm>
            <a:prstGeom prst="line">
              <a:avLst/>
            </a:prstGeom>
          </p:spPr>
          <p:style>
            <a:lnRef idx="3">
              <a:schemeClr val="dk1"/>
            </a:lnRef>
            <a:fillRef idx="0">
              <a:schemeClr val="dk1"/>
            </a:fillRef>
            <a:effectRef idx="2">
              <a:schemeClr val="dk1"/>
            </a:effectRef>
            <a:fontRef idx="minor">
              <a:schemeClr val="tx1"/>
            </a:fontRef>
          </p:style>
        </p:cxnSp>
        <p:sp>
          <p:nvSpPr>
            <p:cNvPr id="93" name="文本框 92">
              <a:extLst>
                <a:ext uri="{FF2B5EF4-FFF2-40B4-BE49-F238E27FC236}">
                  <a16:creationId xmlns:a16="http://schemas.microsoft.com/office/drawing/2014/main" id="{89A123BD-44E2-4488-98F1-01D7A27D0677}"/>
                </a:ext>
              </a:extLst>
            </p:cNvPr>
            <p:cNvSpPr txBox="1"/>
            <p:nvPr/>
          </p:nvSpPr>
          <p:spPr>
            <a:xfrm>
              <a:off x="5971428" y="6309018"/>
              <a:ext cx="1011815" cy="369331"/>
            </a:xfrm>
            <a:prstGeom prst="rect">
              <a:avLst/>
            </a:prstGeom>
            <a:noFill/>
          </p:spPr>
          <p:txBody>
            <a:bodyPr wrap="none" rtlCol="0">
              <a:spAutoFit/>
            </a:bodyPr>
            <a:lstStyle/>
            <a:p>
              <a:pPr>
                <a:defRPr/>
              </a:pPr>
              <a:r>
                <a:rPr lang="en-US" altLang="zh-CN" dirty="0">
                  <a:solidFill>
                    <a:srgbClr val="2F2F2F"/>
                  </a:solidFill>
                  <a:latin typeface="Source Code Pro"/>
                </a:rPr>
                <a:t>|V||U|</a:t>
              </a:r>
              <a:endParaRPr lang="zh-CN" altLang="en-US" dirty="0">
                <a:solidFill>
                  <a:srgbClr val="2F2F2F"/>
                </a:solidFill>
                <a:latin typeface="Source Code Pro"/>
              </a:endParaRPr>
            </a:p>
          </p:txBody>
        </p:sp>
        <p:cxnSp>
          <p:nvCxnSpPr>
            <p:cNvPr id="94" name="直接连接符 93">
              <a:extLst>
                <a:ext uri="{FF2B5EF4-FFF2-40B4-BE49-F238E27FC236}">
                  <a16:creationId xmlns:a16="http://schemas.microsoft.com/office/drawing/2014/main" id="{70936B47-7CA6-48D1-B7D0-6E7975522632}"/>
                </a:ext>
              </a:extLst>
            </p:cNvPr>
            <p:cNvCxnSpPr>
              <a:cxnSpLocks/>
            </p:cNvCxnSpPr>
            <p:nvPr/>
          </p:nvCxnSpPr>
          <p:spPr>
            <a:xfrm>
              <a:off x="7122087" y="6330284"/>
              <a:ext cx="2596071" cy="1"/>
            </a:xfrm>
            <a:prstGeom prst="line">
              <a:avLst/>
            </a:prstGeom>
          </p:spPr>
          <p:style>
            <a:lnRef idx="3">
              <a:schemeClr val="dk1"/>
            </a:lnRef>
            <a:fillRef idx="0">
              <a:schemeClr val="dk1"/>
            </a:fillRef>
            <a:effectRef idx="2">
              <a:schemeClr val="dk1"/>
            </a:effectRef>
            <a:fontRef idx="minor">
              <a:schemeClr val="tx1"/>
            </a:fontRef>
          </p:style>
        </p:cxnSp>
        <p:sp>
          <p:nvSpPr>
            <p:cNvPr id="95" name="文本框 94">
              <a:extLst>
                <a:ext uri="{FF2B5EF4-FFF2-40B4-BE49-F238E27FC236}">
                  <a16:creationId xmlns:a16="http://schemas.microsoft.com/office/drawing/2014/main" id="{67BCA9E2-9FAC-4D03-9000-CBC8DF2F86EC}"/>
                </a:ext>
              </a:extLst>
            </p:cNvPr>
            <p:cNvSpPr txBox="1"/>
            <p:nvPr/>
          </p:nvSpPr>
          <p:spPr>
            <a:xfrm>
              <a:off x="7876897" y="6009916"/>
              <a:ext cx="1149674" cy="369331"/>
            </a:xfrm>
            <a:prstGeom prst="rect">
              <a:avLst/>
            </a:prstGeom>
            <a:noFill/>
          </p:spPr>
          <p:txBody>
            <a:bodyPr wrap="none" rtlCol="0">
              <a:spAutoFit/>
            </a:bodyPr>
            <a:lstStyle/>
            <a:p>
              <a:pPr>
                <a:defRPr/>
              </a:pPr>
              <a:r>
                <a:rPr lang="en-US" altLang="zh-CN" dirty="0">
                  <a:solidFill>
                    <a:srgbClr val="2F2F2F"/>
                  </a:solidFill>
                  <a:latin typeface="Source Code Pro"/>
                </a:rPr>
                <a:t>1*2+2*1</a:t>
              </a:r>
              <a:endParaRPr lang="zh-CN" altLang="en-US" dirty="0">
                <a:solidFill>
                  <a:srgbClr val="2F2F2F"/>
                </a:solidFill>
                <a:latin typeface="Source Code Pro"/>
              </a:endParaRPr>
            </a:p>
          </p:txBody>
        </p:sp>
        <p:sp>
          <p:nvSpPr>
            <p:cNvPr id="96" name="文本框 95">
              <a:extLst>
                <a:ext uri="{FF2B5EF4-FFF2-40B4-BE49-F238E27FC236}">
                  <a16:creationId xmlns:a16="http://schemas.microsoft.com/office/drawing/2014/main" id="{E04A9873-6D28-4F13-B045-75BCD975FE4F}"/>
                </a:ext>
              </a:extLst>
            </p:cNvPr>
            <p:cNvSpPr txBox="1"/>
            <p:nvPr/>
          </p:nvSpPr>
          <p:spPr>
            <a:xfrm>
              <a:off x="7462209" y="6330284"/>
              <a:ext cx="184731" cy="369331"/>
            </a:xfrm>
            <a:prstGeom prst="rect">
              <a:avLst/>
            </a:prstGeom>
            <a:noFill/>
          </p:spPr>
          <p:txBody>
            <a:bodyPr wrap="none" rtlCol="0">
              <a:spAutoFit/>
            </a:bodyPr>
            <a:lstStyle/>
            <a:p>
              <a:pPr>
                <a:defRPr/>
              </a:pPr>
              <a:endParaRPr lang="zh-CN" altLang="en-US" dirty="0">
                <a:solidFill>
                  <a:srgbClr val="2F2F2F"/>
                </a:solidFill>
                <a:latin typeface="Source Code Pro"/>
              </a:endParaRPr>
            </a:p>
          </p:txBody>
        </p:sp>
        <p:pic>
          <p:nvPicPr>
            <p:cNvPr id="97" name="图片 96">
              <a:extLst>
                <a:ext uri="{FF2B5EF4-FFF2-40B4-BE49-F238E27FC236}">
                  <a16:creationId xmlns:a16="http://schemas.microsoft.com/office/drawing/2014/main" id="{B2B96267-C61C-4550-A03C-39676F4DA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7888" y="6366113"/>
              <a:ext cx="1209524" cy="371429"/>
            </a:xfrm>
            <a:prstGeom prst="rect">
              <a:avLst/>
            </a:prstGeom>
          </p:spPr>
        </p:pic>
        <p:sp>
          <p:nvSpPr>
            <p:cNvPr id="98" name="文本框 97">
              <a:extLst>
                <a:ext uri="{FF2B5EF4-FFF2-40B4-BE49-F238E27FC236}">
                  <a16:creationId xmlns:a16="http://schemas.microsoft.com/office/drawing/2014/main" id="{49D52A7F-DFBB-4736-B98F-793B5C4B1AD0}"/>
                </a:ext>
              </a:extLst>
            </p:cNvPr>
            <p:cNvSpPr txBox="1"/>
            <p:nvPr/>
          </p:nvSpPr>
          <p:spPr>
            <a:xfrm>
              <a:off x="7431114" y="6431496"/>
              <a:ext cx="873957" cy="369331"/>
            </a:xfrm>
            <a:prstGeom prst="rect">
              <a:avLst/>
            </a:prstGeom>
            <a:noFill/>
          </p:spPr>
          <p:txBody>
            <a:bodyPr wrap="none" rtlCol="0">
              <a:spAutoFit/>
            </a:bodyPr>
            <a:lstStyle/>
            <a:p>
              <a:pPr>
                <a:defRPr/>
              </a:pPr>
              <a:r>
                <a:rPr lang="en-US" altLang="zh-CN" dirty="0">
                  <a:solidFill>
                    <a:srgbClr val="2F2F2F"/>
                  </a:solidFill>
                  <a:latin typeface="Source Code Pro"/>
                </a:rPr>
                <a:t>1²+2²</a:t>
              </a:r>
              <a:endParaRPr lang="zh-CN" altLang="en-US" dirty="0">
                <a:solidFill>
                  <a:srgbClr val="2F2F2F"/>
                </a:solidFill>
                <a:latin typeface="Source Code Pro"/>
              </a:endParaRPr>
            </a:p>
          </p:txBody>
        </p:sp>
        <p:grpSp>
          <p:nvGrpSpPr>
            <p:cNvPr id="99" name="组合 98">
              <a:extLst>
                <a:ext uri="{FF2B5EF4-FFF2-40B4-BE49-F238E27FC236}">
                  <a16:creationId xmlns:a16="http://schemas.microsoft.com/office/drawing/2014/main" id="{EAC931F5-FFB4-4E0E-A7E4-996C3A3AA9E1}"/>
                </a:ext>
              </a:extLst>
            </p:cNvPr>
            <p:cNvGrpSpPr/>
            <p:nvPr/>
          </p:nvGrpSpPr>
          <p:grpSpPr>
            <a:xfrm>
              <a:off x="8538399" y="6360431"/>
              <a:ext cx="1209524" cy="441272"/>
              <a:chOff x="8538399" y="6360431"/>
              <a:chExt cx="1209524" cy="441272"/>
            </a:xfrm>
          </p:grpSpPr>
          <p:pic>
            <p:nvPicPr>
              <p:cNvPr id="101" name="图片 100">
                <a:extLst>
                  <a:ext uri="{FF2B5EF4-FFF2-40B4-BE49-F238E27FC236}">
                    <a16:creationId xmlns:a16="http://schemas.microsoft.com/office/drawing/2014/main" id="{8905944E-6E2A-4467-958E-39E932769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8399" y="6360431"/>
                <a:ext cx="1209524" cy="371429"/>
              </a:xfrm>
              <a:prstGeom prst="rect">
                <a:avLst/>
              </a:prstGeom>
            </p:spPr>
          </p:pic>
          <p:sp>
            <p:nvSpPr>
              <p:cNvPr id="102" name="文本框 101">
                <a:extLst>
                  <a:ext uri="{FF2B5EF4-FFF2-40B4-BE49-F238E27FC236}">
                    <a16:creationId xmlns:a16="http://schemas.microsoft.com/office/drawing/2014/main" id="{09682BAF-D594-40D8-9311-8615DB9FBE3F}"/>
                  </a:ext>
                </a:extLst>
              </p:cNvPr>
              <p:cNvSpPr txBox="1"/>
              <p:nvPr/>
            </p:nvSpPr>
            <p:spPr>
              <a:xfrm>
                <a:off x="8842391" y="6432371"/>
                <a:ext cx="873957" cy="369332"/>
              </a:xfrm>
              <a:prstGeom prst="rect">
                <a:avLst/>
              </a:prstGeom>
              <a:noFill/>
            </p:spPr>
            <p:txBody>
              <a:bodyPr wrap="none" rtlCol="0">
                <a:spAutoFit/>
              </a:bodyPr>
              <a:lstStyle/>
              <a:p>
                <a:pPr>
                  <a:defRPr/>
                </a:pPr>
                <a:r>
                  <a:rPr lang="en-US" altLang="zh-CN" dirty="0">
                    <a:solidFill>
                      <a:srgbClr val="2F2F2F"/>
                    </a:solidFill>
                    <a:latin typeface="Source Code Pro"/>
                  </a:rPr>
                  <a:t>2²+1²</a:t>
                </a:r>
                <a:endParaRPr lang="zh-CN" altLang="en-US" dirty="0">
                  <a:solidFill>
                    <a:srgbClr val="2F2F2F"/>
                  </a:solidFill>
                  <a:latin typeface="Source Code Pro"/>
                </a:endParaRPr>
              </a:p>
            </p:txBody>
          </p:sp>
        </p:grpSp>
        <p:sp>
          <p:nvSpPr>
            <p:cNvPr id="100" name="文本框 99">
              <a:extLst>
                <a:ext uri="{FF2B5EF4-FFF2-40B4-BE49-F238E27FC236}">
                  <a16:creationId xmlns:a16="http://schemas.microsoft.com/office/drawing/2014/main" id="{099B9721-4F8E-4C92-860B-DA56F3DE8087}"/>
                </a:ext>
              </a:extLst>
            </p:cNvPr>
            <p:cNvSpPr txBox="1"/>
            <p:nvPr/>
          </p:nvSpPr>
          <p:spPr>
            <a:xfrm>
              <a:off x="8283309" y="6401190"/>
              <a:ext cx="322524" cy="369332"/>
            </a:xfrm>
            <a:prstGeom prst="rect">
              <a:avLst/>
            </a:prstGeom>
            <a:noFill/>
          </p:spPr>
          <p:txBody>
            <a:bodyPr wrap="none" rtlCol="0">
              <a:spAutoFit/>
            </a:bodyPr>
            <a:lstStyle/>
            <a:p>
              <a:pPr>
                <a:defRPr/>
              </a:pPr>
              <a:r>
                <a:rPr lang="en-US" altLang="zh-CN" dirty="0">
                  <a:solidFill>
                    <a:srgbClr val="2F2F2F"/>
                  </a:solidFill>
                  <a:latin typeface="Source Code Pro"/>
                </a:rPr>
                <a:t>*</a:t>
              </a:r>
              <a:endParaRPr lang="zh-CN" altLang="en-US" dirty="0">
                <a:solidFill>
                  <a:srgbClr val="2F2F2F"/>
                </a:solidFill>
                <a:latin typeface="Source Code Pro"/>
              </a:endParaRPr>
            </a:p>
          </p:txBody>
        </p:sp>
      </p:grpSp>
      <p:sp>
        <p:nvSpPr>
          <p:cNvPr id="104" name="文本框 103">
            <a:extLst>
              <a:ext uri="{FF2B5EF4-FFF2-40B4-BE49-F238E27FC236}">
                <a16:creationId xmlns:a16="http://schemas.microsoft.com/office/drawing/2014/main" id="{92909F72-C362-467B-A03E-E3ABD1F31921}"/>
              </a:ext>
            </a:extLst>
          </p:cNvPr>
          <p:cNvSpPr txBox="1"/>
          <p:nvPr/>
        </p:nvSpPr>
        <p:spPr>
          <a:xfrm>
            <a:off x="4824724" y="4409152"/>
            <a:ext cx="877163" cy="369332"/>
          </a:xfrm>
          <a:prstGeom prst="rect">
            <a:avLst/>
          </a:prstGeom>
          <a:noFill/>
        </p:spPr>
        <p:txBody>
          <a:bodyPr wrap="none" rtlCol="0">
            <a:spAutoFit/>
          </a:bodyPr>
          <a:lstStyle/>
          <a:p>
            <a:pPr>
              <a:defRPr/>
            </a:pPr>
            <a:r>
              <a:rPr lang="zh-CN" altLang="en-US" dirty="0">
                <a:solidFill>
                  <a:srgbClr val="00B050"/>
                </a:solidFill>
                <a:latin typeface="Source Code Pro"/>
              </a:rPr>
              <a:t>假设：</a:t>
            </a:r>
          </a:p>
        </p:txBody>
      </p:sp>
      <p:grpSp>
        <p:nvGrpSpPr>
          <p:cNvPr id="105" name="组合 104">
            <a:extLst>
              <a:ext uri="{FF2B5EF4-FFF2-40B4-BE49-F238E27FC236}">
                <a16:creationId xmlns:a16="http://schemas.microsoft.com/office/drawing/2014/main" id="{225A1F3D-C349-4E3B-99DC-149B586BD586}"/>
              </a:ext>
            </a:extLst>
          </p:cNvPr>
          <p:cNvGrpSpPr/>
          <p:nvPr/>
        </p:nvGrpSpPr>
        <p:grpSpPr>
          <a:xfrm>
            <a:off x="5848295" y="4409161"/>
            <a:ext cx="1149674" cy="369332"/>
            <a:chOff x="5137297" y="5369444"/>
            <a:chExt cx="1149671" cy="369331"/>
          </a:xfrm>
        </p:grpSpPr>
        <p:sp>
          <p:nvSpPr>
            <p:cNvPr id="109" name="文本框 108">
              <a:extLst>
                <a:ext uri="{FF2B5EF4-FFF2-40B4-BE49-F238E27FC236}">
                  <a16:creationId xmlns:a16="http://schemas.microsoft.com/office/drawing/2014/main" id="{8B9E8718-1437-4539-BD8B-3C41B9EF06F4}"/>
                </a:ext>
              </a:extLst>
            </p:cNvPr>
            <p:cNvSpPr txBox="1"/>
            <p:nvPr/>
          </p:nvSpPr>
          <p:spPr>
            <a:xfrm>
              <a:off x="5137297" y="5369444"/>
              <a:ext cx="1149671" cy="369331"/>
            </a:xfrm>
            <a:prstGeom prst="rect">
              <a:avLst/>
            </a:prstGeom>
            <a:noFill/>
          </p:spPr>
          <p:txBody>
            <a:bodyPr wrap="none" rtlCol="0">
              <a:spAutoFit/>
            </a:bodyPr>
            <a:lstStyle/>
            <a:p>
              <a:pPr>
                <a:defRPr/>
              </a:pPr>
              <a:r>
                <a:rPr lang="en-US" altLang="zh-CN" dirty="0">
                  <a:solidFill>
                    <a:srgbClr val="2F2F2F"/>
                  </a:solidFill>
                  <a:latin typeface="Source Code Pro"/>
                </a:rPr>
                <a:t>A=(0,2)</a:t>
              </a:r>
              <a:endParaRPr lang="zh-CN" altLang="en-US" dirty="0">
                <a:solidFill>
                  <a:srgbClr val="2F2F2F"/>
                </a:solidFill>
                <a:latin typeface="Source Code Pro"/>
              </a:endParaRPr>
            </a:p>
          </p:txBody>
        </p:sp>
        <p:cxnSp>
          <p:nvCxnSpPr>
            <p:cNvPr id="110" name="直接箭头连接符 109">
              <a:extLst>
                <a:ext uri="{FF2B5EF4-FFF2-40B4-BE49-F238E27FC236}">
                  <a16:creationId xmlns:a16="http://schemas.microsoft.com/office/drawing/2014/main" id="{1EBFB4B2-017F-4C8C-8F2A-AE807BAF5969}"/>
                </a:ext>
              </a:extLst>
            </p:cNvPr>
            <p:cNvCxnSpPr/>
            <p:nvPr/>
          </p:nvCxnSpPr>
          <p:spPr>
            <a:xfrm>
              <a:off x="5198499" y="5408392"/>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06" name="组合 105">
            <a:extLst>
              <a:ext uri="{FF2B5EF4-FFF2-40B4-BE49-F238E27FC236}">
                <a16:creationId xmlns:a16="http://schemas.microsoft.com/office/drawing/2014/main" id="{611AD505-8122-437C-B76B-84CA270461B2}"/>
              </a:ext>
            </a:extLst>
          </p:cNvPr>
          <p:cNvGrpSpPr/>
          <p:nvPr/>
        </p:nvGrpSpPr>
        <p:grpSpPr>
          <a:xfrm>
            <a:off x="7138139" y="4409161"/>
            <a:ext cx="1149674" cy="369332"/>
            <a:chOff x="5137297" y="5369444"/>
            <a:chExt cx="1149671" cy="369331"/>
          </a:xfrm>
        </p:grpSpPr>
        <p:sp>
          <p:nvSpPr>
            <p:cNvPr id="107" name="文本框 106">
              <a:extLst>
                <a:ext uri="{FF2B5EF4-FFF2-40B4-BE49-F238E27FC236}">
                  <a16:creationId xmlns:a16="http://schemas.microsoft.com/office/drawing/2014/main" id="{EC4170FA-2308-4ACB-B5CF-6C02DF553C34}"/>
                </a:ext>
              </a:extLst>
            </p:cNvPr>
            <p:cNvSpPr txBox="1"/>
            <p:nvPr/>
          </p:nvSpPr>
          <p:spPr>
            <a:xfrm>
              <a:off x="5137297" y="5369444"/>
              <a:ext cx="1149671" cy="369331"/>
            </a:xfrm>
            <a:prstGeom prst="rect">
              <a:avLst/>
            </a:prstGeom>
            <a:noFill/>
          </p:spPr>
          <p:txBody>
            <a:bodyPr wrap="none" rtlCol="0">
              <a:spAutoFit/>
            </a:bodyPr>
            <a:lstStyle/>
            <a:p>
              <a:pPr>
                <a:defRPr/>
              </a:pPr>
              <a:r>
                <a:rPr lang="en-US" altLang="zh-CN" dirty="0">
                  <a:solidFill>
                    <a:srgbClr val="2F2F2F"/>
                  </a:solidFill>
                  <a:latin typeface="Source Code Pro"/>
                </a:rPr>
                <a:t>B=(2,0)</a:t>
              </a:r>
              <a:endParaRPr lang="zh-CN" altLang="en-US" dirty="0">
                <a:solidFill>
                  <a:srgbClr val="2F2F2F"/>
                </a:solidFill>
                <a:latin typeface="Source Code Pro"/>
              </a:endParaRPr>
            </a:p>
          </p:txBody>
        </p:sp>
        <p:cxnSp>
          <p:nvCxnSpPr>
            <p:cNvPr id="108" name="直接箭头连接符 107">
              <a:extLst>
                <a:ext uri="{FF2B5EF4-FFF2-40B4-BE49-F238E27FC236}">
                  <a16:creationId xmlns:a16="http://schemas.microsoft.com/office/drawing/2014/main" id="{FE04F2B3-C8A2-4C56-8103-B1DC228EA169}"/>
                </a:ext>
              </a:extLst>
            </p:cNvPr>
            <p:cNvCxnSpPr/>
            <p:nvPr/>
          </p:nvCxnSpPr>
          <p:spPr>
            <a:xfrm>
              <a:off x="5198499" y="5408392"/>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11" name="组合 110">
            <a:extLst>
              <a:ext uri="{FF2B5EF4-FFF2-40B4-BE49-F238E27FC236}">
                <a16:creationId xmlns:a16="http://schemas.microsoft.com/office/drawing/2014/main" id="{5603908C-A29F-427A-A061-70F1A5054C78}"/>
              </a:ext>
            </a:extLst>
          </p:cNvPr>
          <p:cNvGrpSpPr/>
          <p:nvPr/>
        </p:nvGrpSpPr>
        <p:grpSpPr>
          <a:xfrm>
            <a:off x="675555" y="2787624"/>
            <a:ext cx="376283" cy="369332"/>
            <a:chOff x="3296093" y="2998479"/>
            <a:chExt cx="353737" cy="345473"/>
          </a:xfrm>
        </p:grpSpPr>
        <p:sp>
          <p:nvSpPr>
            <p:cNvPr id="112" name="椭圆 111">
              <a:extLst>
                <a:ext uri="{FF2B5EF4-FFF2-40B4-BE49-F238E27FC236}">
                  <a16:creationId xmlns:a16="http://schemas.microsoft.com/office/drawing/2014/main" id="{86024375-5524-46C2-9FBE-8061D86E9A27}"/>
                </a:ext>
              </a:extLst>
            </p:cNvPr>
            <p:cNvSpPr/>
            <p:nvPr/>
          </p:nvSpPr>
          <p:spPr>
            <a:xfrm>
              <a:off x="3296093" y="3115341"/>
              <a:ext cx="116958" cy="1169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Source Code Pro"/>
              </a:endParaRPr>
            </a:p>
          </p:txBody>
        </p:sp>
        <p:sp>
          <p:nvSpPr>
            <p:cNvPr id="113" name="文本框 112">
              <a:extLst>
                <a:ext uri="{FF2B5EF4-FFF2-40B4-BE49-F238E27FC236}">
                  <a16:creationId xmlns:a16="http://schemas.microsoft.com/office/drawing/2014/main" id="{BBAB4F42-C29B-4B59-8FD7-B464452E00A8}"/>
                </a:ext>
              </a:extLst>
            </p:cNvPr>
            <p:cNvSpPr txBox="1"/>
            <p:nvPr/>
          </p:nvSpPr>
          <p:spPr>
            <a:xfrm>
              <a:off x="3346631" y="2998479"/>
              <a:ext cx="303199" cy="345473"/>
            </a:xfrm>
            <a:prstGeom prst="rect">
              <a:avLst/>
            </a:prstGeom>
            <a:noFill/>
          </p:spPr>
          <p:txBody>
            <a:bodyPr wrap="none" rtlCol="0">
              <a:spAutoFit/>
            </a:bodyPr>
            <a:lstStyle/>
            <a:p>
              <a:pPr>
                <a:defRPr/>
              </a:pPr>
              <a:r>
                <a:rPr lang="en-US" altLang="zh-CN" dirty="0">
                  <a:solidFill>
                    <a:srgbClr val="2F2F2F"/>
                  </a:solidFill>
                  <a:latin typeface="Source Code Pro"/>
                </a:rPr>
                <a:t>A</a:t>
              </a:r>
              <a:endParaRPr lang="zh-CN" altLang="en-US" dirty="0">
                <a:solidFill>
                  <a:srgbClr val="2F2F2F"/>
                </a:solidFill>
                <a:latin typeface="Source Code Pro"/>
              </a:endParaRPr>
            </a:p>
          </p:txBody>
        </p:sp>
      </p:grpSp>
      <p:grpSp>
        <p:nvGrpSpPr>
          <p:cNvPr id="114" name="组合 113">
            <a:extLst>
              <a:ext uri="{FF2B5EF4-FFF2-40B4-BE49-F238E27FC236}">
                <a16:creationId xmlns:a16="http://schemas.microsoft.com/office/drawing/2014/main" id="{7B7818D7-D6E3-4102-A757-81DDE65B76AA}"/>
              </a:ext>
            </a:extLst>
          </p:cNvPr>
          <p:cNvGrpSpPr/>
          <p:nvPr/>
        </p:nvGrpSpPr>
        <p:grpSpPr>
          <a:xfrm>
            <a:off x="3161498" y="4843765"/>
            <a:ext cx="376283" cy="369332"/>
            <a:chOff x="3296093" y="2998479"/>
            <a:chExt cx="353737" cy="345473"/>
          </a:xfrm>
        </p:grpSpPr>
        <p:sp>
          <p:nvSpPr>
            <p:cNvPr id="115" name="椭圆 114">
              <a:extLst>
                <a:ext uri="{FF2B5EF4-FFF2-40B4-BE49-F238E27FC236}">
                  <a16:creationId xmlns:a16="http://schemas.microsoft.com/office/drawing/2014/main" id="{038123A6-E64C-4644-82B7-1228349A026D}"/>
                </a:ext>
              </a:extLst>
            </p:cNvPr>
            <p:cNvSpPr/>
            <p:nvPr/>
          </p:nvSpPr>
          <p:spPr>
            <a:xfrm>
              <a:off x="3296093" y="3115341"/>
              <a:ext cx="116958" cy="1169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Source Code Pro"/>
              </a:endParaRPr>
            </a:p>
          </p:txBody>
        </p:sp>
        <p:sp>
          <p:nvSpPr>
            <p:cNvPr id="116" name="文本框 115">
              <a:extLst>
                <a:ext uri="{FF2B5EF4-FFF2-40B4-BE49-F238E27FC236}">
                  <a16:creationId xmlns:a16="http://schemas.microsoft.com/office/drawing/2014/main" id="{21ACC24A-92A6-49EA-84A6-0676E6943DF5}"/>
                </a:ext>
              </a:extLst>
            </p:cNvPr>
            <p:cNvSpPr txBox="1"/>
            <p:nvPr/>
          </p:nvSpPr>
          <p:spPr>
            <a:xfrm>
              <a:off x="3346631" y="2998479"/>
              <a:ext cx="303199" cy="345473"/>
            </a:xfrm>
            <a:prstGeom prst="rect">
              <a:avLst/>
            </a:prstGeom>
            <a:noFill/>
          </p:spPr>
          <p:txBody>
            <a:bodyPr wrap="none" rtlCol="0">
              <a:spAutoFit/>
            </a:bodyPr>
            <a:lstStyle/>
            <a:p>
              <a:pPr>
                <a:defRPr/>
              </a:pPr>
              <a:r>
                <a:rPr lang="en-US" altLang="zh-CN" dirty="0">
                  <a:solidFill>
                    <a:srgbClr val="2F2F2F"/>
                  </a:solidFill>
                  <a:latin typeface="Source Code Pro"/>
                </a:rPr>
                <a:t>B</a:t>
              </a:r>
              <a:endParaRPr lang="zh-CN" altLang="en-US" dirty="0">
                <a:solidFill>
                  <a:srgbClr val="2F2F2F"/>
                </a:solidFill>
                <a:latin typeface="Source Code Pro"/>
              </a:endParaRPr>
            </a:p>
          </p:txBody>
        </p:sp>
      </p:grpSp>
      <p:cxnSp>
        <p:nvCxnSpPr>
          <p:cNvPr id="118" name="直接箭头连接符 117">
            <a:extLst>
              <a:ext uri="{FF2B5EF4-FFF2-40B4-BE49-F238E27FC236}">
                <a16:creationId xmlns:a16="http://schemas.microsoft.com/office/drawing/2014/main" id="{AB43B607-0824-497E-A7EC-084B8AFC8949}"/>
              </a:ext>
            </a:extLst>
          </p:cNvPr>
          <p:cNvCxnSpPr>
            <a:cxnSpLocks/>
            <a:endCxn id="115" idx="2"/>
          </p:cNvCxnSpPr>
          <p:nvPr/>
        </p:nvCxnSpPr>
        <p:spPr>
          <a:xfrm>
            <a:off x="772925" y="5008542"/>
            <a:ext cx="2388571" cy="22679"/>
          </a:xfrm>
          <a:prstGeom prst="straightConnector1">
            <a:avLst/>
          </a:prstGeom>
          <a:ln w="47625">
            <a:solidFill>
              <a:srgbClr val="C00000"/>
            </a:solidFill>
            <a:tailEnd type="triangle"/>
          </a:ln>
        </p:spPr>
        <p:style>
          <a:lnRef idx="3">
            <a:schemeClr val="dk1"/>
          </a:lnRef>
          <a:fillRef idx="0">
            <a:schemeClr val="dk1"/>
          </a:fillRef>
          <a:effectRef idx="2">
            <a:schemeClr val="dk1"/>
          </a:effectRef>
          <a:fontRef idx="minor">
            <a:schemeClr val="tx1"/>
          </a:fontRef>
        </p:style>
      </p:cxnSp>
      <p:cxnSp>
        <p:nvCxnSpPr>
          <p:cNvPr id="122" name="直接箭头连接符 121">
            <a:extLst>
              <a:ext uri="{FF2B5EF4-FFF2-40B4-BE49-F238E27FC236}">
                <a16:creationId xmlns:a16="http://schemas.microsoft.com/office/drawing/2014/main" id="{28CE5044-FB9A-47DA-B811-D8A54BA64CED}"/>
              </a:ext>
            </a:extLst>
          </p:cNvPr>
          <p:cNvCxnSpPr/>
          <p:nvPr/>
        </p:nvCxnSpPr>
        <p:spPr>
          <a:xfrm flipV="1">
            <a:off x="756211" y="3067049"/>
            <a:ext cx="0" cy="1941491"/>
          </a:xfrm>
          <a:prstGeom prst="straightConnector1">
            <a:avLst/>
          </a:prstGeom>
          <a:ln w="47625">
            <a:solidFill>
              <a:srgbClr val="C00000"/>
            </a:solidFill>
            <a:tailEnd type="triangle"/>
          </a:ln>
        </p:spPr>
        <p:style>
          <a:lnRef idx="3">
            <a:schemeClr val="dk1"/>
          </a:lnRef>
          <a:fillRef idx="0">
            <a:schemeClr val="dk1"/>
          </a:fillRef>
          <a:effectRef idx="2">
            <a:schemeClr val="dk1"/>
          </a:effectRef>
          <a:fontRef idx="minor">
            <a:schemeClr val="tx1"/>
          </a:fontRef>
        </p:style>
      </p:cxnSp>
      <p:grpSp>
        <p:nvGrpSpPr>
          <p:cNvPr id="123" name="组合 122">
            <a:extLst>
              <a:ext uri="{FF2B5EF4-FFF2-40B4-BE49-F238E27FC236}">
                <a16:creationId xmlns:a16="http://schemas.microsoft.com/office/drawing/2014/main" id="{318BA989-DC5D-43BA-BA4E-45155B2974F5}"/>
              </a:ext>
            </a:extLst>
          </p:cNvPr>
          <p:cNvGrpSpPr/>
          <p:nvPr/>
        </p:nvGrpSpPr>
        <p:grpSpPr>
          <a:xfrm>
            <a:off x="4849533" y="4729063"/>
            <a:ext cx="7308291" cy="790912"/>
            <a:chOff x="3334899" y="6009916"/>
            <a:chExt cx="7308291" cy="790911"/>
          </a:xfrm>
        </p:grpSpPr>
        <p:sp>
          <p:nvSpPr>
            <p:cNvPr id="124" name="文本框 123">
              <a:extLst>
                <a:ext uri="{FF2B5EF4-FFF2-40B4-BE49-F238E27FC236}">
                  <a16:creationId xmlns:a16="http://schemas.microsoft.com/office/drawing/2014/main" id="{9E77949F-A2BC-4C1A-B5D7-180B63E1D709}"/>
                </a:ext>
              </a:extLst>
            </p:cNvPr>
            <p:cNvSpPr txBox="1"/>
            <p:nvPr/>
          </p:nvSpPr>
          <p:spPr>
            <a:xfrm>
              <a:off x="3334899" y="6145619"/>
              <a:ext cx="7308291" cy="369331"/>
            </a:xfrm>
            <a:prstGeom prst="rect">
              <a:avLst/>
            </a:prstGeom>
            <a:noFill/>
          </p:spPr>
          <p:txBody>
            <a:bodyPr wrap="square" rtlCol="0">
              <a:spAutoFit/>
            </a:bodyPr>
            <a:lstStyle/>
            <a:p>
              <a:pPr>
                <a:defRPr/>
              </a:pPr>
              <a:r>
                <a:rPr lang="en-US" altLang="zh-CN" dirty="0" err="1">
                  <a:solidFill>
                    <a:srgbClr val="2F2F2F"/>
                  </a:solidFill>
                  <a:latin typeface="Source Code Pro"/>
                </a:rPr>
                <a:t>cosθ</a:t>
              </a:r>
              <a:r>
                <a:rPr lang="en-US" altLang="zh-CN" dirty="0">
                  <a:solidFill>
                    <a:srgbClr val="2F2F2F"/>
                  </a:solidFill>
                  <a:latin typeface="Source Code Pro"/>
                </a:rPr>
                <a:t>(</a:t>
              </a:r>
              <a:r>
                <a:rPr lang="zh-CN" altLang="en-US" dirty="0">
                  <a:solidFill>
                    <a:srgbClr val="2F2F2F"/>
                  </a:solidFill>
                  <a:latin typeface="Source Code Pro"/>
                </a:rPr>
                <a:t>向量余弦相似度</a:t>
              </a:r>
              <a:r>
                <a:rPr lang="en-US" altLang="zh-CN" dirty="0">
                  <a:solidFill>
                    <a:srgbClr val="2F2F2F"/>
                  </a:solidFill>
                  <a:latin typeface="Source Code Pro"/>
                </a:rPr>
                <a:t>)=       =                    = 0</a:t>
              </a:r>
              <a:endParaRPr lang="zh-CN" altLang="en-US" dirty="0">
                <a:solidFill>
                  <a:srgbClr val="2F2F2F"/>
                </a:solidFill>
                <a:latin typeface="Source Code Pro"/>
              </a:endParaRPr>
            </a:p>
          </p:txBody>
        </p:sp>
        <p:sp>
          <p:nvSpPr>
            <p:cNvPr id="125" name="文本框 124">
              <a:extLst>
                <a:ext uri="{FF2B5EF4-FFF2-40B4-BE49-F238E27FC236}">
                  <a16:creationId xmlns:a16="http://schemas.microsoft.com/office/drawing/2014/main" id="{58785B8F-CABC-4DBE-811C-7E574D98058D}"/>
                </a:ext>
              </a:extLst>
            </p:cNvPr>
            <p:cNvSpPr txBox="1"/>
            <p:nvPr/>
          </p:nvSpPr>
          <p:spPr>
            <a:xfrm>
              <a:off x="6152188" y="6017516"/>
              <a:ext cx="598241" cy="369331"/>
            </a:xfrm>
            <a:prstGeom prst="rect">
              <a:avLst/>
            </a:prstGeom>
            <a:noFill/>
          </p:spPr>
          <p:txBody>
            <a:bodyPr wrap="none" rtlCol="0">
              <a:spAutoFit/>
            </a:bodyPr>
            <a:lstStyle/>
            <a:p>
              <a:pPr>
                <a:defRPr/>
              </a:pPr>
              <a:r>
                <a:rPr lang="en-US" altLang="zh-CN" dirty="0">
                  <a:solidFill>
                    <a:srgbClr val="2F2F2F"/>
                  </a:solidFill>
                  <a:latin typeface="Source Code Pro"/>
                </a:rPr>
                <a:t>V·U</a:t>
              </a:r>
              <a:endParaRPr lang="zh-CN" altLang="en-US" dirty="0">
                <a:solidFill>
                  <a:srgbClr val="2F2F2F"/>
                </a:solidFill>
                <a:latin typeface="Source Code Pro"/>
              </a:endParaRPr>
            </a:p>
          </p:txBody>
        </p:sp>
        <p:cxnSp>
          <p:nvCxnSpPr>
            <p:cNvPr id="126" name="直接连接符 125">
              <a:extLst>
                <a:ext uri="{FF2B5EF4-FFF2-40B4-BE49-F238E27FC236}">
                  <a16:creationId xmlns:a16="http://schemas.microsoft.com/office/drawing/2014/main" id="{840B0B52-B7B0-4625-AE70-FAE2DE8DAB21}"/>
                </a:ext>
              </a:extLst>
            </p:cNvPr>
            <p:cNvCxnSpPr>
              <a:cxnSpLocks/>
            </p:cNvCxnSpPr>
            <p:nvPr/>
          </p:nvCxnSpPr>
          <p:spPr>
            <a:xfrm>
              <a:off x="6085367" y="6330284"/>
              <a:ext cx="815163" cy="0"/>
            </a:xfrm>
            <a:prstGeom prst="line">
              <a:avLst/>
            </a:prstGeom>
          </p:spPr>
          <p:style>
            <a:lnRef idx="3">
              <a:schemeClr val="dk1"/>
            </a:lnRef>
            <a:fillRef idx="0">
              <a:schemeClr val="dk1"/>
            </a:fillRef>
            <a:effectRef idx="2">
              <a:schemeClr val="dk1"/>
            </a:effectRef>
            <a:fontRef idx="minor">
              <a:schemeClr val="tx1"/>
            </a:fontRef>
          </p:style>
        </p:cxnSp>
        <p:sp>
          <p:nvSpPr>
            <p:cNvPr id="127" name="文本框 126">
              <a:extLst>
                <a:ext uri="{FF2B5EF4-FFF2-40B4-BE49-F238E27FC236}">
                  <a16:creationId xmlns:a16="http://schemas.microsoft.com/office/drawing/2014/main" id="{EF7158CB-62AA-4D80-9F17-D6D20BCE7A58}"/>
                </a:ext>
              </a:extLst>
            </p:cNvPr>
            <p:cNvSpPr txBox="1"/>
            <p:nvPr/>
          </p:nvSpPr>
          <p:spPr>
            <a:xfrm>
              <a:off x="5971428" y="6309018"/>
              <a:ext cx="1011815" cy="369331"/>
            </a:xfrm>
            <a:prstGeom prst="rect">
              <a:avLst/>
            </a:prstGeom>
            <a:noFill/>
          </p:spPr>
          <p:txBody>
            <a:bodyPr wrap="none" rtlCol="0">
              <a:spAutoFit/>
            </a:bodyPr>
            <a:lstStyle/>
            <a:p>
              <a:pPr>
                <a:defRPr/>
              </a:pPr>
              <a:r>
                <a:rPr lang="en-US" altLang="zh-CN" dirty="0">
                  <a:solidFill>
                    <a:srgbClr val="2F2F2F"/>
                  </a:solidFill>
                  <a:latin typeface="Source Code Pro"/>
                </a:rPr>
                <a:t>|V||U|</a:t>
              </a:r>
              <a:endParaRPr lang="zh-CN" altLang="en-US" dirty="0">
                <a:solidFill>
                  <a:srgbClr val="2F2F2F"/>
                </a:solidFill>
                <a:latin typeface="Source Code Pro"/>
              </a:endParaRPr>
            </a:p>
          </p:txBody>
        </p:sp>
        <p:cxnSp>
          <p:nvCxnSpPr>
            <p:cNvPr id="128" name="直接连接符 127">
              <a:extLst>
                <a:ext uri="{FF2B5EF4-FFF2-40B4-BE49-F238E27FC236}">
                  <a16:creationId xmlns:a16="http://schemas.microsoft.com/office/drawing/2014/main" id="{CF00D8CE-5A7E-439D-8C4F-1C1E806AE3B5}"/>
                </a:ext>
              </a:extLst>
            </p:cNvPr>
            <p:cNvCxnSpPr>
              <a:cxnSpLocks/>
            </p:cNvCxnSpPr>
            <p:nvPr/>
          </p:nvCxnSpPr>
          <p:spPr>
            <a:xfrm>
              <a:off x="7085576" y="6330285"/>
              <a:ext cx="2632582" cy="0"/>
            </a:xfrm>
            <a:prstGeom prst="line">
              <a:avLst/>
            </a:prstGeom>
          </p:spPr>
          <p:style>
            <a:lnRef idx="3">
              <a:schemeClr val="dk1"/>
            </a:lnRef>
            <a:fillRef idx="0">
              <a:schemeClr val="dk1"/>
            </a:fillRef>
            <a:effectRef idx="2">
              <a:schemeClr val="dk1"/>
            </a:effectRef>
            <a:fontRef idx="minor">
              <a:schemeClr val="tx1"/>
            </a:fontRef>
          </p:style>
        </p:cxnSp>
        <p:sp>
          <p:nvSpPr>
            <p:cNvPr id="129" name="文本框 128">
              <a:extLst>
                <a:ext uri="{FF2B5EF4-FFF2-40B4-BE49-F238E27FC236}">
                  <a16:creationId xmlns:a16="http://schemas.microsoft.com/office/drawing/2014/main" id="{8FC0DD8D-94AB-4A91-B7B2-9F228A1A2693}"/>
                </a:ext>
              </a:extLst>
            </p:cNvPr>
            <p:cNvSpPr txBox="1"/>
            <p:nvPr/>
          </p:nvSpPr>
          <p:spPr>
            <a:xfrm>
              <a:off x="7876897" y="6009916"/>
              <a:ext cx="1149674" cy="369331"/>
            </a:xfrm>
            <a:prstGeom prst="rect">
              <a:avLst/>
            </a:prstGeom>
            <a:noFill/>
          </p:spPr>
          <p:txBody>
            <a:bodyPr wrap="none" rtlCol="0">
              <a:spAutoFit/>
            </a:bodyPr>
            <a:lstStyle/>
            <a:p>
              <a:pPr>
                <a:defRPr/>
              </a:pPr>
              <a:r>
                <a:rPr lang="en-US" altLang="zh-CN" dirty="0">
                  <a:solidFill>
                    <a:srgbClr val="2F2F2F"/>
                  </a:solidFill>
                  <a:latin typeface="Source Code Pro"/>
                </a:rPr>
                <a:t>0*2+2*0</a:t>
              </a:r>
              <a:endParaRPr lang="zh-CN" altLang="en-US" dirty="0">
                <a:solidFill>
                  <a:srgbClr val="2F2F2F"/>
                </a:solidFill>
                <a:latin typeface="Source Code Pro"/>
              </a:endParaRPr>
            </a:p>
          </p:txBody>
        </p:sp>
        <p:sp>
          <p:nvSpPr>
            <p:cNvPr id="130" name="文本框 129">
              <a:extLst>
                <a:ext uri="{FF2B5EF4-FFF2-40B4-BE49-F238E27FC236}">
                  <a16:creationId xmlns:a16="http://schemas.microsoft.com/office/drawing/2014/main" id="{C2924AE9-8759-40CE-8435-4B784E2746EA}"/>
                </a:ext>
              </a:extLst>
            </p:cNvPr>
            <p:cNvSpPr txBox="1"/>
            <p:nvPr/>
          </p:nvSpPr>
          <p:spPr>
            <a:xfrm>
              <a:off x="7462209" y="6330284"/>
              <a:ext cx="184731" cy="369331"/>
            </a:xfrm>
            <a:prstGeom prst="rect">
              <a:avLst/>
            </a:prstGeom>
            <a:noFill/>
          </p:spPr>
          <p:txBody>
            <a:bodyPr wrap="none" rtlCol="0">
              <a:spAutoFit/>
            </a:bodyPr>
            <a:lstStyle/>
            <a:p>
              <a:pPr>
                <a:defRPr/>
              </a:pPr>
              <a:endParaRPr lang="zh-CN" altLang="en-US" dirty="0">
                <a:solidFill>
                  <a:srgbClr val="2F2F2F"/>
                </a:solidFill>
                <a:latin typeface="Source Code Pro"/>
              </a:endParaRPr>
            </a:p>
          </p:txBody>
        </p:sp>
        <p:pic>
          <p:nvPicPr>
            <p:cNvPr id="131" name="图片 130">
              <a:extLst>
                <a:ext uri="{FF2B5EF4-FFF2-40B4-BE49-F238E27FC236}">
                  <a16:creationId xmlns:a16="http://schemas.microsoft.com/office/drawing/2014/main" id="{C41834AE-6A59-4BF0-98D6-F0BB12588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7888" y="6337538"/>
              <a:ext cx="1209524" cy="371429"/>
            </a:xfrm>
            <a:prstGeom prst="rect">
              <a:avLst/>
            </a:prstGeom>
          </p:spPr>
        </p:pic>
        <p:sp>
          <p:nvSpPr>
            <p:cNvPr id="132" name="文本框 131">
              <a:extLst>
                <a:ext uri="{FF2B5EF4-FFF2-40B4-BE49-F238E27FC236}">
                  <a16:creationId xmlns:a16="http://schemas.microsoft.com/office/drawing/2014/main" id="{CDE562CB-29DD-4540-A2EF-FC01E73CC1E9}"/>
                </a:ext>
              </a:extLst>
            </p:cNvPr>
            <p:cNvSpPr txBox="1"/>
            <p:nvPr/>
          </p:nvSpPr>
          <p:spPr>
            <a:xfrm>
              <a:off x="7431114" y="6431496"/>
              <a:ext cx="873957" cy="369331"/>
            </a:xfrm>
            <a:prstGeom prst="rect">
              <a:avLst/>
            </a:prstGeom>
            <a:noFill/>
          </p:spPr>
          <p:txBody>
            <a:bodyPr wrap="none" rtlCol="0">
              <a:spAutoFit/>
            </a:bodyPr>
            <a:lstStyle/>
            <a:p>
              <a:pPr>
                <a:defRPr/>
              </a:pPr>
              <a:r>
                <a:rPr lang="en-US" altLang="zh-CN" dirty="0">
                  <a:solidFill>
                    <a:srgbClr val="2F2F2F"/>
                  </a:solidFill>
                  <a:latin typeface="Source Code Pro"/>
                </a:rPr>
                <a:t>0²+2²</a:t>
              </a:r>
              <a:endParaRPr lang="zh-CN" altLang="en-US" dirty="0">
                <a:solidFill>
                  <a:srgbClr val="2F2F2F"/>
                </a:solidFill>
                <a:latin typeface="Source Code Pro"/>
              </a:endParaRPr>
            </a:p>
          </p:txBody>
        </p:sp>
        <p:grpSp>
          <p:nvGrpSpPr>
            <p:cNvPr id="133" name="组合 132">
              <a:extLst>
                <a:ext uri="{FF2B5EF4-FFF2-40B4-BE49-F238E27FC236}">
                  <a16:creationId xmlns:a16="http://schemas.microsoft.com/office/drawing/2014/main" id="{A15A9E1F-2F0F-422D-85D0-E92D320C53F2}"/>
                </a:ext>
              </a:extLst>
            </p:cNvPr>
            <p:cNvGrpSpPr/>
            <p:nvPr/>
          </p:nvGrpSpPr>
          <p:grpSpPr>
            <a:xfrm>
              <a:off x="8538399" y="6341381"/>
              <a:ext cx="1209524" cy="441272"/>
              <a:chOff x="8538399" y="6341381"/>
              <a:chExt cx="1209524" cy="441272"/>
            </a:xfrm>
          </p:grpSpPr>
          <p:pic>
            <p:nvPicPr>
              <p:cNvPr id="135" name="图片 134">
                <a:extLst>
                  <a:ext uri="{FF2B5EF4-FFF2-40B4-BE49-F238E27FC236}">
                    <a16:creationId xmlns:a16="http://schemas.microsoft.com/office/drawing/2014/main" id="{4BCF6534-F32A-4418-905E-72BF5700F1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8399" y="6341381"/>
                <a:ext cx="1209524" cy="371429"/>
              </a:xfrm>
              <a:prstGeom prst="rect">
                <a:avLst/>
              </a:prstGeom>
            </p:spPr>
          </p:pic>
          <p:sp>
            <p:nvSpPr>
              <p:cNvPr id="136" name="文本框 135">
                <a:extLst>
                  <a:ext uri="{FF2B5EF4-FFF2-40B4-BE49-F238E27FC236}">
                    <a16:creationId xmlns:a16="http://schemas.microsoft.com/office/drawing/2014/main" id="{AF7E9A89-3F95-461B-A8AA-3CEEF01E9CB8}"/>
                  </a:ext>
                </a:extLst>
              </p:cNvPr>
              <p:cNvSpPr txBox="1"/>
              <p:nvPr/>
            </p:nvSpPr>
            <p:spPr>
              <a:xfrm>
                <a:off x="8842391" y="6413321"/>
                <a:ext cx="873957" cy="369332"/>
              </a:xfrm>
              <a:prstGeom prst="rect">
                <a:avLst/>
              </a:prstGeom>
              <a:noFill/>
            </p:spPr>
            <p:txBody>
              <a:bodyPr wrap="none" rtlCol="0">
                <a:spAutoFit/>
              </a:bodyPr>
              <a:lstStyle/>
              <a:p>
                <a:pPr>
                  <a:defRPr/>
                </a:pPr>
                <a:r>
                  <a:rPr lang="en-US" altLang="zh-CN" dirty="0">
                    <a:solidFill>
                      <a:srgbClr val="2F2F2F"/>
                    </a:solidFill>
                    <a:latin typeface="Source Code Pro"/>
                  </a:rPr>
                  <a:t>2²+0²</a:t>
                </a:r>
                <a:endParaRPr lang="zh-CN" altLang="en-US" dirty="0">
                  <a:solidFill>
                    <a:srgbClr val="2F2F2F"/>
                  </a:solidFill>
                  <a:latin typeface="Source Code Pro"/>
                </a:endParaRPr>
              </a:p>
            </p:txBody>
          </p:sp>
        </p:grpSp>
        <p:sp>
          <p:nvSpPr>
            <p:cNvPr id="134" name="文本框 133">
              <a:extLst>
                <a:ext uri="{FF2B5EF4-FFF2-40B4-BE49-F238E27FC236}">
                  <a16:creationId xmlns:a16="http://schemas.microsoft.com/office/drawing/2014/main" id="{26AAC1FF-0667-4582-A9C1-FF2FF64AF992}"/>
                </a:ext>
              </a:extLst>
            </p:cNvPr>
            <p:cNvSpPr txBox="1"/>
            <p:nvPr/>
          </p:nvSpPr>
          <p:spPr>
            <a:xfrm>
              <a:off x="8283309" y="6401190"/>
              <a:ext cx="322524" cy="369332"/>
            </a:xfrm>
            <a:prstGeom prst="rect">
              <a:avLst/>
            </a:prstGeom>
            <a:noFill/>
          </p:spPr>
          <p:txBody>
            <a:bodyPr wrap="none" rtlCol="0">
              <a:spAutoFit/>
            </a:bodyPr>
            <a:lstStyle/>
            <a:p>
              <a:pPr>
                <a:defRPr/>
              </a:pPr>
              <a:r>
                <a:rPr lang="en-US" altLang="zh-CN" dirty="0">
                  <a:solidFill>
                    <a:srgbClr val="2F2F2F"/>
                  </a:solidFill>
                  <a:latin typeface="Source Code Pro"/>
                </a:rPr>
                <a:t>*</a:t>
              </a:r>
              <a:endParaRPr lang="zh-CN" altLang="en-US" dirty="0">
                <a:solidFill>
                  <a:srgbClr val="2F2F2F"/>
                </a:solidFill>
                <a:latin typeface="Source Code Pro"/>
              </a:endParaRPr>
            </a:p>
          </p:txBody>
        </p:sp>
      </p:grpSp>
      <p:sp>
        <p:nvSpPr>
          <p:cNvPr id="137" name="文本框 136">
            <a:extLst>
              <a:ext uri="{FF2B5EF4-FFF2-40B4-BE49-F238E27FC236}">
                <a16:creationId xmlns:a16="http://schemas.microsoft.com/office/drawing/2014/main" id="{551F090C-A965-4408-8781-FAD2233DDB37}"/>
              </a:ext>
            </a:extLst>
          </p:cNvPr>
          <p:cNvSpPr txBox="1"/>
          <p:nvPr/>
        </p:nvSpPr>
        <p:spPr>
          <a:xfrm>
            <a:off x="4849532" y="5890437"/>
            <a:ext cx="6641562" cy="781561"/>
          </a:xfrm>
          <a:prstGeom prst="rect">
            <a:avLst/>
          </a:prstGeom>
          <a:noFill/>
        </p:spPr>
        <p:txBody>
          <a:bodyPr wrap="none" rtlCol="0">
            <a:spAutoFit/>
          </a:bodyPr>
          <a:lstStyle/>
          <a:p>
            <a:pPr>
              <a:lnSpc>
                <a:spcPct val="130000"/>
              </a:lnSpc>
              <a:defRPr/>
            </a:pPr>
            <a:r>
              <a:rPr lang="zh-CN" altLang="en-US" dirty="0">
                <a:solidFill>
                  <a:srgbClr val="2F2F2F"/>
                </a:solidFill>
                <a:latin typeface="Source Code Pro"/>
              </a:rPr>
              <a:t>在第一象限中，</a:t>
            </a:r>
            <a:r>
              <a:rPr lang="en-US" altLang="zh-CN" dirty="0">
                <a:solidFill>
                  <a:srgbClr val="2F2F2F"/>
                </a:solidFill>
                <a:latin typeface="Source Code Pro"/>
              </a:rPr>
              <a:t> </a:t>
            </a:r>
            <a:r>
              <a:rPr lang="en-US" altLang="zh-CN" dirty="0" err="1">
                <a:solidFill>
                  <a:srgbClr val="2F2F2F"/>
                </a:solidFill>
                <a:latin typeface="Source Code Pro"/>
              </a:rPr>
              <a:t>cosθ</a:t>
            </a:r>
            <a:r>
              <a:rPr lang="en-US" altLang="zh-CN" dirty="0">
                <a:solidFill>
                  <a:srgbClr val="2F2F2F"/>
                </a:solidFill>
                <a:latin typeface="Source Code Pro"/>
              </a:rPr>
              <a:t>(</a:t>
            </a:r>
            <a:r>
              <a:rPr lang="zh-CN" altLang="en-US" dirty="0">
                <a:solidFill>
                  <a:srgbClr val="2F2F2F"/>
                </a:solidFill>
                <a:latin typeface="Source Code Pro"/>
              </a:rPr>
              <a:t>向量余弦相似度</a:t>
            </a:r>
            <a:r>
              <a:rPr lang="en-US" altLang="zh-CN" dirty="0">
                <a:solidFill>
                  <a:srgbClr val="2F2F2F"/>
                </a:solidFill>
                <a:latin typeface="Source Code Pro"/>
              </a:rPr>
              <a:t>)</a:t>
            </a:r>
            <a:r>
              <a:rPr lang="zh-CN" altLang="en-US" dirty="0">
                <a:solidFill>
                  <a:srgbClr val="2F2F2F"/>
                </a:solidFill>
                <a:latin typeface="Source Code Pro"/>
              </a:rPr>
              <a:t>的取值范围为（</a:t>
            </a:r>
            <a:r>
              <a:rPr lang="en-US" altLang="zh-CN" dirty="0">
                <a:solidFill>
                  <a:srgbClr val="2F2F2F"/>
                </a:solidFill>
                <a:latin typeface="Source Code Pro"/>
              </a:rPr>
              <a:t>0,1</a:t>
            </a:r>
            <a:r>
              <a:rPr lang="zh-CN" altLang="en-US" dirty="0">
                <a:solidFill>
                  <a:srgbClr val="2F2F2F"/>
                </a:solidFill>
                <a:latin typeface="Source Code Pro"/>
              </a:rPr>
              <a:t>）</a:t>
            </a:r>
            <a:endParaRPr lang="en-US" altLang="zh-CN" dirty="0">
              <a:solidFill>
                <a:srgbClr val="2F2F2F"/>
              </a:solidFill>
              <a:latin typeface="Source Code Pro"/>
            </a:endParaRPr>
          </a:p>
          <a:p>
            <a:pPr>
              <a:lnSpc>
                <a:spcPct val="130000"/>
              </a:lnSpc>
              <a:defRPr/>
            </a:pPr>
            <a:r>
              <a:rPr lang="zh-CN" altLang="en-US" dirty="0">
                <a:solidFill>
                  <a:srgbClr val="C00000"/>
                </a:solidFill>
                <a:latin typeface="Source Code Pro"/>
              </a:rPr>
              <a:t>余弦相似度越大，说明向量方向越接近，两点之间的距离越小</a:t>
            </a:r>
          </a:p>
        </p:txBody>
      </p:sp>
      <p:sp>
        <p:nvSpPr>
          <p:cNvPr id="2" name="文本框 1">
            <a:extLst>
              <a:ext uri="{FF2B5EF4-FFF2-40B4-BE49-F238E27FC236}">
                <a16:creationId xmlns:a16="http://schemas.microsoft.com/office/drawing/2014/main" id="{A28358EF-8F21-4B64-A9DA-C95336F180E9}"/>
              </a:ext>
            </a:extLst>
          </p:cNvPr>
          <p:cNvSpPr txBox="1"/>
          <p:nvPr/>
        </p:nvSpPr>
        <p:spPr>
          <a:xfrm>
            <a:off x="729319" y="6070861"/>
            <a:ext cx="1107996" cy="369332"/>
          </a:xfrm>
          <a:prstGeom prst="rect">
            <a:avLst/>
          </a:prstGeom>
          <a:noFill/>
        </p:spPr>
        <p:txBody>
          <a:bodyPr wrap="none" rtlCol="0">
            <a:spAutoFit/>
          </a:bodyPr>
          <a:lstStyle/>
          <a:p>
            <a:r>
              <a:rPr lang="zh-CN" altLang="en-US" b="1" dirty="0">
                <a:solidFill>
                  <a:srgbClr val="C00000"/>
                </a:solidFill>
              </a:rPr>
              <a:t>二维向量</a:t>
            </a:r>
          </a:p>
        </p:txBody>
      </p:sp>
      <p:cxnSp>
        <p:nvCxnSpPr>
          <p:cNvPr id="5" name="直接连接符 4">
            <a:extLst>
              <a:ext uri="{FF2B5EF4-FFF2-40B4-BE49-F238E27FC236}">
                <a16:creationId xmlns:a16="http://schemas.microsoft.com/office/drawing/2014/main" id="{D4814B90-1730-4824-AAB8-995C060BB2E5}"/>
              </a:ext>
            </a:extLst>
          </p:cNvPr>
          <p:cNvCxnSpPr>
            <a:cxnSpLocks/>
            <a:endCxn id="42" idx="2"/>
          </p:cNvCxnSpPr>
          <p:nvPr/>
        </p:nvCxnSpPr>
        <p:spPr>
          <a:xfrm>
            <a:off x="1939549" y="3067051"/>
            <a:ext cx="1143975" cy="902724"/>
          </a:xfrm>
          <a:prstGeom prst="line">
            <a:avLst/>
          </a:prstGeom>
          <a:ln w="25400" cap="flat" cmpd="sng" algn="ctr">
            <a:solidFill>
              <a:srgbClr val="00B05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直接连接符 6">
            <a:extLst>
              <a:ext uri="{FF2B5EF4-FFF2-40B4-BE49-F238E27FC236}">
                <a16:creationId xmlns:a16="http://schemas.microsoft.com/office/drawing/2014/main" id="{152B914B-FF28-4CFE-97C5-30A31392697C}"/>
              </a:ext>
            </a:extLst>
          </p:cNvPr>
          <p:cNvCxnSpPr>
            <a:stCxn id="113" idx="1"/>
            <a:endCxn id="116" idx="1"/>
          </p:cNvCxnSpPr>
          <p:nvPr/>
        </p:nvCxnSpPr>
        <p:spPr>
          <a:xfrm>
            <a:off x="729314" y="2972290"/>
            <a:ext cx="2485943" cy="2056141"/>
          </a:xfrm>
          <a:prstGeom prst="line">
            <a:avLst/>
          </a:prstGeom>
          <a:ln w="25400" cap="flat" cmpd="sng" algn="ctr">
            <a:solidFill>
              <a:srgbClr val="00B05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349623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1000"/>
                                        <p:tgtEl>
                                          <p:spTgt spid="37"/>
                                        </p:tgtEl>
                                      </p:cBhvr>
                                    </p:animEffect>
                                    <p:anim calcmode="lin" valueType="num">
                                      <p:cBhvr>
                                        <p:cTn id="13" dur="1000" fill="hold"/>
                                        <p:tgtEl>
                                          <p:spTgt spid="37"/>
                                        </p:tgtEl>
                                        <p:attrNameLst>
                                          <p:attrName>ppt_x</p:attrName>
                                        </p:attrNameLst>
                                      </p:cBhvr>
                                      <p:tavLst>
                                        <p:tav tm="0">
                                          <p:val>
                                            <p:strVal val="#ppt_x"/>
                                          </p:val>
                                        </p:tav>
                                        <p:tav tm="100000">
                                          <p:val>
                                            <p:strVal val="#ppt_x"/>
                                          </p:val>
                                        </p:tav>
                                      </p:tavLst>
                                    </p:anim>
                                    <p:anim calcmode="lin" valueType="num">
                                      <p:cBhvr>
                                        <p:cTn id="14" dur="1000" fill="hold"/>
                                        <p:tgtEl>
                                          <p:spTgt spid="37"/>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1000"/>
                                        <p:tgtEl>
                                          <p:spTgt spid="45"/>
                                        </p:tgtEl>
                                      </p:cBhvr>
                                    </p:animEffect>
                                    <p:anim calcmode="lin" valueType="num">
                                      <p:cBhvr>
                                        <p:cTn id="19" dur="1000" fill="hold"/>
                                        <p:tgtEl>
                                          <p:spTgt spid="45"/>
                                        </p:tgtEl>
                                        <p:attrNameLst>
                                          <p:attrName>ppt_x</p:attrName>
                                        </p:attrNameLst>
                                      </p:cBhvr>
                                      <p:tavLst>
                                        <p:tav tm="0">
                                          <p:val>
                                            <p:strVal val="#ppt_x"/>
                                          </p:val>
                                        </p:tav>
                                        <p:tav tm="100000">
                                          <p:val>
                                            <p:strVal val="#ppt_x"/>
                                          </p:val>
                                        </p:tav>
                                      </p:tavLst>
                                    </p:anim>
                                    <p:anim calcmode="lin" valueType="num">
                                      <p:cBhvr>
                                        <p:cTn id="20" dur="1000" fill="hold"/>
                                        <p:tgtEl>
                                          <p:spTgt spid="45"/>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22" presetClass="entr" presetSubtype="4"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down)">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32" fill="hold" grpId="0" nodeType="clickEffect">
                                  <p:stCondLst>
                                    <p:cond delay="0"/>
                                  </p:stCondLst>
                                  <p:childTnLst>
                                    <p:set>
                                      <p:cBhvr>
                                        <p:cTn id="28" dur="1" fill="hold">
                                          <p:stCondLst>
                                            <p:cond delay="0"/>
                                          </p:stCondLst>
                                        </p:cTn>
                                        <p:tgtEl>
                                          <p:spTgt spid="57"/>
                                        </p:tgtEl>
                                        <p:attrNameLst>
                                          <p:attrName>style.visibility</p:attrName>
                                        </p:attrNameLst>
                                      </p:cBhvr>
                                      <p:to>
                                        <p:strVal val="visible"/>
                                      </p:to>
                                    </p:set>
                                    <p:anim calcmode="lin" valueType="num">
                                      <p:cBhvr>
                                        <p:cTn id="29" dur="500" fill="hold"/>
                                        <p:tgtEl>
                                          <p:spTgt spid="57"/>
                                        </p:tgtEl>
                                        <p:attrNameLst>
                                          <p:attrName>ppt_w</p:attrName>
                                        </p:attrNameLst>
                                      </p:cBhvr>
                                      <p:tavLst>
                                        <p:tav tm="0">
                                          <p:val>
                                            <p:strVal val="4*#ppt_w"/>
                                          </p:val>
                                        </p:tav>
                                        <p:tav tm="100000">
                                          <p:val>
                                            <p:strVal val="#ppt_w"/>
                                          </p:val>
                                        </p:tav>
                                      </p:tavLst>
                                    </p:anim>
                                    <p:anim calcmode="lin" valueType="num">
                                      <p:cBhvr>
                                        <p:cTn id="30" dur="500" fill="hold"/>
                                        <p:tgtEl>
                                          <p:spTgt spid="57"/>
                                        </p:tgtEl>
                                        <p:attrNameLst>
                                          <p:attrName>ppt_h</p:attrName>
                                        </p:attrNameLst>
                                      </p:cBhvr>
                                      <p:tavLst>
                                        <p:tav tm="0">
                                          <p:val>
                                            <p:strVal val="4*#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fade">
                                      <p:cBhvr>
                                        <p:cTn id="35" dur="1000"/>
                                        <p:tgtEl>
                                          <p:spTgt spid="89"/>
                                        </p:tgtEl>
                                      </p:cBhvr>
                                    </p:animEffect>
                                    <p:anim calcmode="lin" valueType="num">
                                      <p:cBhvr>
                                        <p:cTn id="36" dur="1000" fill="hold"/>
                                        <p:tgtEl>
                                          <p:spTgt spid="89"/>
                                        </p:tgtEl>
                                        <p:attrNameLst>
                                          <p:attrName>ppt_x</p:attrName>
                                        </p:attrNameLst>
                                      </p:cBhvr>
                                      <p:tavLst>
                                        <p:tav tm="0">
                                          <p:val>
                                            <p:strVal val="#ppt_x"/>
                                          </p:val>
                                        </p:tav>
                                        <p:tav tm="100000">
                                          <p:val>
                                            <p:strVal val="#ppt_x"/>
                                          </p:val>
                                        </p:tav>
                                      </p:tavLst>
                                    </p:anim>
                                    <p:anim calcmode="lin" valueType="num">
                                      <p:cBhvr>
                                        <p:cTn id="37" dur="1000" fill="hold"/>
                                        <p:tgtEl>
                                          <p:spTgt spid="8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8"/>
                                        </p:tgtEl>
                                        <p:attrNameLst>
                                          <p:attrName>style.visibility</p:attrName>
                                        </p:attrNameLst>
                                      </p:cBhvr>
                                      <p:to>
                                        <p:strVal val="visible"/>
                                      </p:to>
                                    </p:set>
                                    <p:animEffect transition="in" filter="fade">
                                      <p:cBhvr>
                                        <p:cTn id="42" dur="1000"/>
                                        <p:tgtEl>
                                          <p:spTgt spid="88"/>
                                        </p:tgtEl>
                                      </p:cBhvr>
                                    </p:animEffect>
                                    <p:anim calcmode="lin" valueType="num">
                                      <p:cBhvr>
                                        <p:cTn id="43" dur="1000" fill="hold"/>
                                        <p:tgtEl>
                                          <p:spTgt spid="88"/>
                                        </p:tgtEl>
                                        <p:attrNameLst>
                                          <p:attrName>ppt_x</p:attrName>
                                        </p:attrNameLst>
                                      </p:cBhvr>
                                      <p:tavLst>
                                        <p:tav tm="0">
                                          <p:val>
                                            <p:strVal val="#ppt_x"/>
                                          </p:val>
                                        </p:tav>
                                        <p:tav tm="100000">
                                          <p:val>
                                            <p:strVal val="#ppt_x"/>
                                          </p:val>
                                        </p:tav>
                                      </p:tavLst>
                                    </p:anim>
                                    <p:anim calcmode="lin" valueType="num">
                                      <p:cBhvr>
                                        <p:cTn id="44"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7"/>
                                        </p:tgtEl>
                                        <p:attrNameLst>
                                          <p:attrName>style.visibility</p:attrName>
                                        </p:attrNameLst>
                                      </p:cBhvr>
                                      <p:to>
                                        <p:strVal val="visible"/>
                                      </p:to>
                                    </p:set>
                                    <p:animEffect transition="in" filter="fade">
                                      <p:cBhvr>
                                        <p:cTn id="49" dur="1000"/>
                                        <p:tgtEl>
                                          <p:spTgt spid="77"/>
                                        </p:tgtEl>
                                      </p:cBhvr>
                                    </p:animEffect>
                                    <p:anim calcmode="lin" valueType="num">
                                      <p:cBhvr>
                                        <p:cTn id="50" dur="1000" fill="hold"/>
                                        <p:tgtEl>
                                          <p:spTgt spid="77"/>
                                        </p:tgtEl>
                                        <p:attrNameLst>
                                          <p:attrName>ppt_x</p:attrName>
                                        </p:attrNameLst>
                                      </p:cBhvr>
                                      <p:tavLst>
                                        <p:tav tm="0">
                                          <p:val>
                                            <p:strVal val="#ppt_x"/>
                                          </p:val>
                                        </p:tav>
                                        <p:tav tm="100000">
                                          <p:val>
                                            <p:strVal val="#ppt_x"/>
                                          </p:val>
                                        </p:tav>
                                      </p:tavLst>
                                    </p:anim>
                                    <p:anim calcmode="lin" valueType="num">
                                      <p:cBhvr>
                                        <p:cTn id="51"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4"/>
                                        </p:tgtEl>
                                        <p:attrNameLst>
                                          <p:attrName>style.visibility</p:attrName>
                                        </p:attrNameLst>
                                      </p:cBhvr>
                                      <p:to>
                                        <p:strVal val="visible"/>
                                      </p:to>
                                    </p:set>
                                    <p:animEffect transition="in" filter="fade">
                                      <p:cBhvr>
                                        <p:cTn id="56" dur="1000"/>
                                        <p:tgtEl>
                                          <p:spTgt spid="104"/>
                                        </p:tgtEl>
                                      </p:cBhvr>
                                    </p:animEffect>
                                    <p:anim calcmode="lin" valueType="num">
                                      <p:cBhvr>
                                        <p:cTn id="57" dur="1000" fill="hold"/>
                                        <p:tgtEl>
                                          <p:spTgt spid="104"/>
                                        </p:tgtEl>
                                        <p:attrNameLst>
                                          <p:attrName>ppt_x</p:attrName>
                                        </p:attrNameLst>
                                      </p:cBhvr>
                                      <p:tavLst>
                                        <p:tav tm="0">
                                          <p:val>
                                            <p:strVal val="#ppt_x"/>
                                          </p:val>
                                        </p:tav>
                                        <p:tav tm="100000">
                                          <p:val>
                                            <p:strVal val="#ppt_x"/>
                                          </p:val>
                                        </p:tav>
                                      </p:tavLst>
                                    </p:anim>
                                    <p:anim calcmode="lin" valueType="num">
                                      <p:cBhvr>
                                        <p:cTn id="58" dur="1000" fill="hold"/>
                                        <p:tgtEl>
                                          <p:spTgt spid="104"/>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05"/>
                                        </p:tgtEl>
                                        <p:attrNameLst>
                                          <p:attrName>style.visibility</p:attrName>
                                        </p:attrNameLst>
                                      </p:cBhvr>
                                      <p:to>
                                        <p:strVal val="visible"/>
                                      </p:to>
                                    </p:set>
                                    <p:animEffect transition="in" filter="fade">
                                      <p:cBhvr>
                                        <p:cTn id="61" dur="1000"/>
                                        <p:tgtEl>
                                          <p:spTgt spid="105"/>
                                        </p:tgtEl>
                                      </p:cBhvr>
                                    </p:animEffect>
                                    <p:anim calcmode="lin" valueType="num">
                                      <p:cBhvr>
                                        <p:cTn id="62" dur="1000" fill="hold"/>
                                        <p:tgtEl>
                                          <p:spTgt spid="105"/>
                                        </p:tgtEl>
                                        <p:attrNameLst>
                                          <p:attrName>ppt_x</p:attrName>
                                        </p:attrNameLst>
                                      </p:cBhvr>
                                      <p:tavLst>
                                        <p:tav tm="0">
                                          <p:val>
                                            <p:strVal val="#ppt_x"/>
                                          </p:val>
                                        </p:tav>
                                        <p:tav tm="100000">
                                          <p:val>
                                            <p:strVal val="#ppt_x"/>
                                          </p:val>
                                        </p:tav>
                                      </p:tavLst>
                                    </p:anim>
                                    <p:anim calcmode="lin" valueType="num">
                                      <p:cBhvr>
                                        <p:cTn id="63" dur="1000" fill="hold"/>
                                        <p:tgtEl>
                                          <p:spTgt spid="105"/>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06"/>
                                        </p:tgtEl>
                                        <p:attrNameLst>
                                          <p:attrName>style.visibility</p:attrName>
                                        </p:attrNameLst>
                                      </p:cBhvr>
                                      <p:to>
                                        <p:strVal val="visible"/>
                                      </p:to>
                                    </p:set>
                                    <p:animEffect transition="in" filter="fade">
                                      <p:cBhvr>
                                        <p:cTn id="66" dur="1000"/>
                                        <p:tgtEl>
                                          <p:spTgt spid="106"/>
                                        </p:tgtEl>
                                      </p:cBhvr>
                                    </p:animEffect>
                                    <p:anim calcmode="lin" valueType="num">
                                      <p:cBhvr>
                                        <p:cTn id="67" dur="1000" fill="hold"/>
                                        <p:tgtEl>
                                          <p:spTgt spid="106"/>
                                        </p:tgtEl>
                                        <p:attrNameLst>
                                          <p:attrName>ppt_x</p:attrName>
                                        </p:attrNameLst>
                                      </p:cBhvr>
                                      <p:tavLst>
                                        <p:tav tm="0">
                                          <p:val>
                                            <p:strVal val="#ppt_x"/>
                                          </p:val>
                                        </p:tav>
                                        <p:tav tm="100000">
                                          <p:val>
                                            <p:strVal val="#ppt_x"/>
                                          </p:val>
                                        </p:tav>
                                      </p:tavLst>
                                    </p:anim>
                                    <p:anim calcmode="lin" valueType="num">
                                      <p:cBhvr>
                                        <p:cTn id="68" dur="1000" fill="hold"/>
                                        <p:tgtEl>
                                          <p:spTgt spid="106"/>
                                        </p:tgtEl>
                                        <p:attrNameLst>
                                          <p:attrName>ppt_y</p:attrName>
                                        </p:attrNameLst>
                                      </p:cBhvr>
                                      <p:tavLst>
                                        <p:tav tm="0">
                                          <p:val>
                                            <p:strVal val="#ppt_y+.1"/>
                                          </p:val>
                                        </p:tav>
                                        <p:tav tm="100000">
                                          <p:val>
                                            <p:strVal val="#ppt_y"/>
                                          </p:val>
                                        </p:tav>
                                      </p:tavLst>
                                    </p:anim>
                                  </p:childTnLst>
                                </p:cTn>
                              </p:par>
                            </p:childTnLst>
                          </p:cTn>
                        </p:par>
                        <p:par>
                          <p:cTn id="69" fill="hold">
                            <p:stCondLst>
                              <p:cond delay="1000"/>
                            </p:stCondLst>
                            <p:childTnLst>
                              <p:par>
                                <p:cTn id="70" presetID="42" presetClass="entr" presetSubtype="0" fill="hold" nodeType="afterEffect">
                                  <p:stCondLst>
                                    <p:cond delay="0"/>
                                  </p:stCondLst>
                                  <p:childTnLst>
                                    <p:set>
                                      <p:cBhvr>
                                        <p:cTn id="71" dur="1" fill="hold">
                                          <p:stCondLst>
                                            <p:cond delay="0"/>
                                          </p:stCondLst>
                                        </p:cTn>
                                        <p:tgtEl>
                                          <p:spTgt spid="111"/>
                                        </p:tgtEl>
                                        <p:attrNameLst>
                                          <p:attrName>style.visibility</p:attrName>
                                        </p:attrNameLst>
                                      </p:cBhvr>
                                      <p:to>
                                        <p:strVal val="visible"/>
                                      </p:to>
                                    </p:set>
                                    <p:animEffect transition="in" filter="fade">
                                      <p:cBhvr>
                                        <p:cTn id="72" dur="1000"/>
                                        <p:tgtEl>
                                          <p:spTgt spid="111"/>
                                        </p:tgtEl>
                                      </p:cBhvr>
                                    </p:animEffect>
                                    <p:anim calcmode="lin" valueType="num">
                                      <p:cBhvr>
                                        <p:cTn id="73" dur="1000" fill="hold"/>
                                        <p:tgtEl>
                                          <p:spTgt spid="111"/>
                                        </p:tgtEl>
                                        <p:attrNameLst>
                                          <p:attrName>ppt_x</p:attrName>
                                        </p:attrNameLst>
                                      </p:cBhvr>
                                      <p:tavLst>
                                        <p:tav tm="0">
                                          <p:val>
                                            <p:strVal val="#ppt_x"/>
                                          </p:val>
                                        </p:tav>
                                        <p:tav tm="100000">
                                          <p:val>
                                            <p:strVal val="#ppt_x"/>
                                          </p:val>
                                        </p:tav>
                                      </p:tavLst>
                                    </p:anim>
                                    <p:anim calcmode="lin" valueType="num">
                                      <p:cBhvr>
                                        <p:cTn id="74" dur="1000" fill="hold"/>
                                        <p:tgtEl>
                                          <p:spTgt spid="111"/>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114"/>
                                        </p:tgtEl>
                                        <p:attrNameLst>
                                          <p:attrName>style.visibility</p:attrName>
                                        </p:attrNameLst>
                                      </p:cBhvr>
                                      <p:to>
                                        <p:strVal val="visible"/>
                                      </p:to>
                                    </p:set>
                                    <p:animEffect transition="in" filter="fade">
                                      <p:cBhvr>
                                        <p:cTn id="77" dur="1000"/>
                                        <p:tgtEl>
                                          <p:spTgt spid="114"/>
                                        </p:tgtEl>
                                      </p:cBhvr>
                                    </p:animEffect>
                                    <p:anim calcmode="lin" valueType="num">
                                      <p:cBhvr>
                                        <p:cTn id="78" dur="1000" fill="hold"/>
                                        <p:tgtEl>
                                          <p:spTgt spid="114"/>
                                        </p:tgtEl>
                                        <p:attrNameLst>
                                          <p:attrName>ppt_x</p:attrName>
                                        </p:attrNameLst>
                                      </p:cBhvr>
                                      <p:tavLst>
                                        <p:tav tm="0">
                                          <p:val>
                                            <p:strVal val="#ppt_x"/>
                                          </p:val>
                                        </p:tav>
                                        <p:tav tm="100000">
                                          <p:val>
                                            <p:strVal val="#ppt_x"/>
                                          </p:val>
                                        </p:tav>
                                      </p:tavLst>
                                    </p:anim>
                                    <p:anim calcmode="lin" valueType="num">
                                      <p:cBhvr>
                                        <p:cTn id="79" dur="1000" fill="hold"/>
                                        <p:tgtEl>
                                          <p:spTgt spid="114"/>
                                        </p:tgtEl>
                                        <p:attrNameLst>
                                          <p:attrName>ppt_y</p:attrName>
                                        </p:attrNameLst>
                                      </p:cBhvr>
                                      <p:tavLst>
                                        <p:tav tm="0">
                                          <p:val>
                                            <p:strVal val="#ppt_y+.1"/>
                                          </p:val>
                                        </p:tav>
                                        <p:tav tm="100000">
                                          <p:val>
                                            <p:strVal val="#ppt_y"/>
                                          </p:val>
                                        </p:tav>
                                      </p:tavLst>
                                    </p:anim>
                                  </p:childTnLst>
                                </p:cTn>
                              </p:par>
                            </p:childTnLst>
                          </p:cTn>
                        </p:par>
                        <p:par>
                          <p:cTn id="80" fill="hold">
                            <p:stCondLst>
                              <p:cond delay="2000"/>
                            </p:stCondLst>
                            <p:childTnLst>
                              <p:par>
                                <p:cTn id="81" presetID="22" presetClass="entr" presetSubtype="8" fill="hold" nodeType="afterEffect">
                                  <p:stCondLst>
                                    <p:cond delay="0"/>
                                  </p:stCondLst>
                                  <p:childTnLst>
                                    <p:set>
                                      <p:cBhvr>
                                        <p:cTn id="82" dur="1" fill="hold">
                                          <p:stCondLst>
                                            <p:cond delay="0"/>
                                          </p:stCondLst>
                                        </p:cTn>
                                        <p:tgtEl>
                                          <p:spTgt spid="118"/>
                                        </p:tgtEl>
                                        <p:attrNameLst>
                                          <p:attrName>style.visibility</p:attrName>
                                        </p:attrNameLst>
                                      </p:cBhvr>
                                      <p:to>
                                        <p:strVal val="visible"/>
                                      </p:to>
                                    </p:set>
                                    <p:animEffect transition="in" filter="wipe(left)">
                                      <p:cBhvr>
                                        <p:cTn id="83" dur="500"/>
                                        <p:tgtEl>
                                          <p:spTgt spid="118"/>
                                        </p:tgtEl>
                                      </p:cBhvr>
                                    </p:animEffect>
                                  </p:childTnLst>
                                </p:cTn>
                              </p:par>
                              <p:par>
                                <p:cTn id="84" presetID="22" presetClass="entr" presetSubtype="4" fill="hold" nodeType="withEffect">
                                  <p:stCondLst>
                                    <p:cond delay="0"/>
                                  </p:stCondLst>
                                  <p:childTnLst>
                                    <p:set>
                                      <p:cBhvr>
                                        <p:cTn id="85" dur="1" fill="hold">
                                          <p:stCondLst>
                                            <p:cond delay="0"/>
                                          </p:stCondLst>
                                        </p:cTn>
                                        <p:tgtEl>
                                          <p:spTgt spid="122"/>
                                        </p:tgtEl>
                                        <p:attrNameLst>
                                          <p:attrName>style.visibility</p:attrName>
                                        </p:attrNameLst>
                                      </p:cBhvr>
                                      <p:to>
                                        <p:strVal val="visible"/>
                                      </p:to>
                                    </p:set>
                                    <p:animEffect transition="in" filter="wipe(down)">
                                      <p:cBhvr>
                                        <p:cTn id="86" dur="500"/>
                                        <p:tgtEl>
                                          <p:spTgt spid="122"/>
                                        </p:tgtEl>
                                      </p:cBhvr>
                                    </p:animEffect>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123"/>
                                        </p:tgtEl>
                                        <p:attrNameLst>
                                          <p:attrName>style.visibility</p:attrName>
                                        </p:attrNameLst>
                                      </p:cBhvr>
                                      <p:to>
                                        <p:strVal val="visible"/>
                                      </p:to>
                                    </p:set>
                                    <p:animEffect transition="in" filter="fade">
                                      <p:cBhvr>
                                        <p:cTn id="91" dur="1000"/>
                                        <p:tgtEl>
                                          <p:spTgt spid="123"/>
                                        </p:tgtEl>
                                      </p:cBhvr>
                                    </p:animEffect>
                                    <p:anim calcmode="lin" valueType="num">
                                      <p:cBhvr>
                                        <p:cTn id="92" dur="1000" fill="hold"/>
                                        <p:tgtEl>
                                          <p:spTgt spid="123"/>
                                        </p:tgtEl>
                                        <p:attrNameLst>
                                          <p:attrName>ppt_x</p:attrName>
                                        </p:attrNameLst>
                                      </p:cBhvr>
                                      <p:tavLst>
                                        <p:tav tm="0">
                                          <p:val>
                                            <p:strVal val="#ppt_x"/>
                                          </p:val>
                                        </p:tav>
                                        <p:tav tm="100000">
                                          <p:val>
                                            <p:strVal val="#ppt_x"/>
                                          </p:val>
                                        </p:tav>
                                      </p:tavLst>
                                    </p:anim>
                                    <p:anim calcmode="lin" valueType="num">
                                      <p:cBhvr>
                                        <p:cTn id="93" dur="1000" fill="hold"/>
                                        <p:tgtEl>
                                          <p:spTgt spid="123"/>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nodeType="clickEffect">
                                  <p:stCondLst>
                                    <p:cond delay="0"/>
                                  </p:stCondLst>
                                  <p:childTnLst>
                                    <p:set>
                                      <p:cBhvr>
                                        <p:cTn id="97" dur="1" fill="hold">
                                          <p:stCondLst>
                                            <p:cond delay="0"/>
                                          </p:stCondLst>
                                        </p:cTn>
                                        <p:tgtEl>
                                          <p:spTgt spid="7"/>
                                        </p:tgtEl>
                                        <p:attrNameLst>
                                          <p:attrName>style.visibility</p:attrName>
                                        </p:attrNameLst>
                                      </p:cBhvr>
                                      <p:to>
                                        <p:strVal val="visible"/>
                                      </p:to>
                                    </p:set>
                                    <p:animEffect transition="in" filter="wipe(down)">
                                      <p:cBhvr>
                                        <p:cTn id="98" dur="500"/>
                                        <p:tgtEl>
                                          <p:spTgt spid="7"/>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nodeType="clickEffect">
                                  <p:stCondLst>
                                    <p:cond delay="0"/>
                                  </p:stCondLst>
                                  <p:childTnLst>
                                    <p:set>
                                      <p:cBhvr>
                                        <p:cTn id="102" dur="1" fill="hold">
                                          <p:stCondLst>
                                            <p:cond delay="0"/>
                                          </p:stCondLst>
                                        </p:cTn>
                                        <p:tgtEl>
                                          <p:spTgt spid="5"/>
                                        </p:tgtEl>
                                        <p:attrNameLst>
                                          <p:attrName>style.visibility</p:attrName>
                                        </p:attrNameLst>
                                      </p:cBhvr>
                                      <p:to>
                                        <p:strVal val="visible"/>
                                      </p:to>
                                    </p:set>
                                    <p:animEffect transition="in" filter="wipe(down)">
                                      <p:cBhvr>
                                        <p:cTn id="103" dur="500"/>
                                        <p:tgtEl>
                                          <p:spTgt spid="5"/>
                                        </p:tgtEl>
                                      </p:cBhvr>
                                    </p:animEffect>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137"/>
                                        </p:tgtEl>
                                        <p:attrNameLst>
                                          <p:attrName>style.visibility</p:attrName>
                                        </p:attrNameLst>
                                      </p:cBhvr>
                                      <p:to>
                                        <p:strVal val="visible"/>
                                      </p:to>
                                    </p:set>
                                    <p:animEffect transition="in" filter="fade">
                                      <p:cBhvr>
                                        <p:cTn id="108" dur="1000"/>
                                        <p:tgtEl>
                                          <p:spTgt spid="137"/>
                                        </p:tgtEl>
                                      </p:cBhvr>
                                    </p:animEffect>
                                    <p:anim calcmode="lin" valueType="num">
                                      <p:cBhvr>
                                        <p:cTn id="109" dur="1000" fill="hold"/>
                                        <p:tgtEl>
                                          <p:spTgt spid="137"/>
                                        </p:tgtEl>
                                        <p:attrNameLst>
                                          <p:attrName>ppt_x</p:attrName>
                                        </p:attrNameLst>
                                      </p:cBhvr>
                                      <p:tavLst>
                                        <p:tav tm="0">
                                          <p:val>
                                            <p:strVal val="#ppt_x"/>
                                          </p:val>
                                        </p:tav>
                                        <p:tav tm="100000">
                                          <p:val>
                                            <p:strVal val="#ppt_x"/>
                                          </p:val>
                                        </p:tav>
                                      </p:tavLst>
                                    </p:anim>
                                    <p:anim calcmode="lin" valueType="num">
                                      <p:cBhvr>
                                        <p:cTn id="110" dur="1000" fill="hold"/>
                                        <p:tgtEl>
                                          <p:spTgt spid="137"/>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3" presetClass="entr" presetSubtype="32" fill="hold" grpId="0" nodeType="clickEffect">
                                  <p:stCondLst>
                                    <p:cond delay="0"/>
                                  </p:stCondLst>
                                  <p:childTnLst>
                                    <p:set>
                                      <p:cBhvr>
                                        <p:cTn id="114" dur="1" fill="hold">
                                          <p:stCondLst>
                                            <p:cond delay="0"/>
                                          </p:stCondLst>
                                        </p:cTn>
                                        <p:tgtEl>
                                          <p:spTgt spid="2"/>
                                        </p:tgtEl>
                                        <p:attrNameLst>
                                          <p:attrName>style.visibility</p:attrName>
                                        </p:attrNameLst>
                                      </p:cBhvr>
                                      <p:to>
                                        <p:strVal val="visible"/>
                                      </p:to>
                                    </p:set>
                                    <p:anim calcmode="lin" valueType="num">
                                      <p:cBhvr>
                                        <p:cTn id="115" dur="500" fill="hold"/>
                                        <p:tgtEl>
                                          <p:spTgt spid="2"/>
                                        </p:tgtEl>
                                        <p:attrNameLst>
                                          <p:attrName>ppt_w</p:attrName>
                                        </p:attrNameLst>
                                      </p:cBhvr>
                                      <p:tavLst>
                                        <p:tav tm="0">
                                          <p:val>
                                            <p:strVal val="4*#ppt_w"/>
                                          </p:val>
                                        </p:tav>
                                        <p:tav tm="100000">
                                          <p:val>
                                            <p:strVal val="#ppt_w"/>
                                          </p:val>
                                        </p:tav>
                                      </p:tavLst>
                                    </p:anim>
                                    <p:anim calcmode="lin" valueType="num">
                                      <p:cBhvr>
                                        <p:cTn id="116" dur="500" fill="hold"/>
                                        <p:tgtEl>
                                          <p:spTgt spid="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104" grpId="0"/>
      <p:bldP spid="137" grpId="0"/>
      <p:bldP spid="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zh-CN" altLang="en-US" dirty="0">
                <a:solidFill>
                  <a:srgbClr val="262626"/>
                </a:solidFill>
                <a:latin typeface="阿里巴巴普惠体"/>
              </a:rPr>
              <a:t>向量余弦相似度，用于表示坐标系中两个点之间的距离远近</a:t>
            </a:r>
            <a:endParaRPr lang="en-US" altLang="zh-CN" dirty="0">
              <a:solidFill>
                <a:srgbClr val="262626"/>
              </a:solidFill>
              <a:latin typeface="阿里巴巴普惠体"/>
            </a:endParaRPr>
          </a:p>
        </p:txBody>
      </p:sp>
      <p:sp>
        <p:nvSpPr>
          <p:cNvPr id="103" name="内容占位符 1">
            <a:extLst>
              <a:ext uri="{FF2B5EF4-FFF2-40B4-BE49-F238E27FC236}">
                <a16:creationId xmlns:a16="http://schemas.microsoft.com/office/drawing/2014/main" id="{E4126DF6-A911-4850-859E-896C35632B9F}"/>
              </a:ext>
            </a:extLst>
          </p:cNvPr>
          <p:cNvSpPr txBox="1">
            <a:spLocks/>
          </p:cNvSpPr>
          <p:nvPr/>
        </p:nvSpPr>
        <p:spPr>
          <a:xfrm>
            <a:off x="1240202" y="1730813"/>
            <a:ext cx="3062385" cy="22567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54">
              <a:lnSpc>
                <a:spcPct val="150000"/>
              </a:lnSpc>
              <a:buFont typeface="Wingdings" panose="05000000000000000000" pitchFamily="2" charset="2"/>
              <a:buChar char="l"/>
              <a:defRPr/>
            </a:pPr>
            <a:r>
              <a:rPr lang="zh-CN" altLang="en-US" dirty="0">
                <a:solidFill>
                  <a:srgbClr val="262626"/>
                </a:solidFill>
                <a:latin typeface="阿里巴巴普惠体"/>
                <a:ea typeface="阿里巴巴普惠体"/>
              </a:rPr>
              <a:t>二维向量：</a:t>
            </a:r>
            <a:r>
              <a:rPr lang="en-US" altLang="zh-CN" dirty="0">
                <a:solidFill>
                  <a:srgbClr val="262626"/>
                </a:solidFill>
                <a:latin typeface="阿里巴巴普惠体"/>
                <a:ea typeface="阿里巴巴普惠体"/>
              </a:rPr>
              <a:t>V=(v1,v2)</a:t>
            </a:r>
          </a:p>
          <a:p>
            <a:pPr defTabSz="914354">
              <a:lnSpc>
                <a:spcPct val="150000"/>
              </a:lnSpc>
              <a:buFont typeface="Wingdings" panose="05000000000000000000" pitchFamily="2" charset="2"/>
              <a:buChar char="l"/>
              <a:defRPr/>
            </a:pPr>
            <a:r>
              <a:rPr lang="zh-CN" altLang="en-US" dirty="0">
                <a:solidFill>
                  <a:srgbClr val="262626"/>
                </a:solidFill>
                <a:latin typeface="阿里巴巴普惠体"/>
                <a:ea typeface="阿里巴巴普惠体"/>
              </a:rPr>
              <a:t>三维向量：</a:t>
            </a:r>
            <a:r>
              <a:rPr lang="en-US" altLang="zh-CN" dirty="0">
                <a:solidFill>
                  <a:srgbClr val="262626"/>
                </a:solidFill>
                <a:latin typeface="阿里巴巴普惠体"/>
                <a:ea typeface="阿里巴巴普惠体"/>
              </a:rPr>
              <a:t>V=(v1,v2,v3)</a:t>
            </a:r>
          </a:p>
          <a:p>
            <a:pPr defTabSz="914354">
              <a:lnSpc>
                <a:spcPct val="150000"/>
              </a:lnSpc>
              <a:buFont typeface="Wingdings" panose="05000000000000000000" pitchFamily="2" charset="2"/>
              <a:buChar char="l"/>
              <a:defRPr/>
            </a:pPr>
            <a:r>
              <a:rPr lang="zh-CN" altLang="en-US" dirty="0">
                <a:solidFill>
                  <a:srgbClr val="262626"/>
                </a:solidFill>
                <a:latin typeface="阿里巴巴普惠体"/>
                <a:ea typeface="阿里巴巴普惠体"/>
              </a:rPr>
              <a:t>四维向量：</a:t>
            </a:r>
            <a:r>
              <a:rPr lang="en-US" altLang="zh-CN" dirty="0">
                <a:solidFill>
                  <a:srgbClr val="262626"/>
                </a:solidFill>
                <a:latin typeface="阿里巴巴普惠体"/>
                <a:ea typeface="阿里巴巴普惠体"/>
              </a:rPr>
              <a:t>V=(v1,v2,v3,v4)</a:t>
            </a:r>
          </a:p>
          <a:p>
            <a:pPr defTabSz="914354">
              <a:lnSpc>
                <a:spcPct val="150000"/>
              </a:lnSpc>
              <a:buFont typeface="Wingdings" panose="05000000000000000000" pitchFamily="2" charset="2"/>
              <a:buChar char="l"/>
              <a:defRPr/>
            </a:pPr>
            <a:r>
              <a:rPr lang="en-US" altLang="zh-CN" dirty="0">
                <a:solidFill>
                  <a:srgbClr val="262626"/>
                </a:solidFill>
                <a:latin typeface="阿里巴巴普惠体"/>
                <a:ea typeface="阿里巴巴普惠体"/>
              </a:rPr>
              <a:t>N</a:t>
            </a:r>
            <a:r>
              <a:rPr lang="zh-CN" altLang="en-US" dirty="0">
                <a:solidFill>
                  <a:srgbClr val="262626"/>
                </a:solidFill>
                <a:latin typeface="阿里巴巴普惠体"/>
                <a:ea typeface="阿里巴巴普惠体"/>
              </a:rPr>
              <a:t>维向量：</a:t>
            </a:r>
            <a:r>
              <a:rPr lang="en-US" altLang="zh-CN" dirty="0">
                <a:solidFill>
                  <a:srgbClr val="262626"/>
                </a:solidFill>
                <a:latin typeface="阿里巴巴普惠体"/>
                <a:ea typeface="阿里巴巴普惠体"/>
              </a:rPr>
              <a:t>V=(v1,v2,v3…</a:t>
            </a:r>
            <a:r>
              <a:rPr lang="en-US" altLang="zh-CN" dirty="0" err="1">
                <a:solidFill>
                  <a:srgbClr val="262626"/>
                </a:solidFill>
                <a:latin typeface="阿里巴巴普惠体"/>
                <a:ea typeface="阿里巴巴普惠体"/>
              </a:rPr>
              <a:t>vn</a:t>
            </a:r>
            <a:r>
              <a:rPr lang="en-US" altLang="zh-CN" dirty="0">
                <a:solidFill>
                  <a:srgbClr val="262626"/>
                </a:solidFill>
                <a:latin typeface="阿里巴巴普惠体"/>
                <a:ea typeface="阿里巴巴普惠体"/>
              </a:rPr>
              <a:t>)</a:t>
            </a:r>
          </a:p>
        </p:txBody>
      </p:sp>
      <p:grpSp>
        <p:nvGrpSpPr>
          <p:cNvPr id="117" name="组合 116">
            <a:extLst>
              <a:ext uri="{FF2B5EF4-FFF2-40B4-BE49-F238E27FC236}">
                <a16:creationId xmlns:a16="http://schemas.microsoft.com/office/drawing/2014/main" id="{2574E392-7CCD-422B-B055-42F6AAFE63E9}"/>
              </a:ext>
            </a:extLst>
          </p:cNvPr>
          <p:cNvGrpSpPr/>
          <p:nvPr/>
        </p:nvGrpSpPr>
        <p:grpSpPr>
          <a:xfrm>
            <a:off x="4780876" y="2177096"/>
            <a:ext cx="7308291" cy="682103"/>
            <a:chOff x="3334899" y="6017516"/>
            <a:chExt cx="7308291" cy="682099"/>
          </a:xfrm>
        </p:grpSpPr>
        <p:sp>
          <p:nvSpPr>
            <p:cNvPr id="119" name="文本框 118">
              <a:extLst>
                <a:ext uri="{FF2B5EF4-FFF2-40B4-BE49-F238E27FC236}">
                  <a16:creationId xmlns:a16="http://schemas.microsoft.com/office/drawing/2014/main" id="{88915629-29CE-434A-AAB1-550650EA913A}"/>
                </a:ext>
              </a:extLst>
            </p:cNvPr>
            <p:cNvSpPr txBox="1"/>
            <p:nvPr/>
          </p:nvSpPr>
          <p:spPr>
            <a:xfrm>
              <a:off x="3334899" y="6145618"/>
              <a:ext cx="7308291" cy="369330"/>
            </a:xfrm>
            <a:prstGeom prst="rect">
              <a:avLst/>
            </a:prstGeom>
            <a:noFill/>
          </p:spPr>
          <p:txBody>
            <a:bodyPr wrap="square" rtlCol="0">
              <a:spAutoFit/>
            </a:bodyPr>
            <a:lstStyle/>
            <a:p>
              <a:pPr>
                <a:defRPr/>
              </a:pPr>
              <a:r>
                <a:rPr lang="en-US" altLang="zh-CN" dirty="0" err="1">
                  <a:solidFill>
                    <a:srgbClr val="2F2F2F"/>
                  </a:solidFill>
                  <a:latin typeface="Source Code Pro"/>
                </a:rPr>
                <a:t>cosθ</a:t>
              </a:r>
              <a:r>
                <a:rPr lang="en-US" altLang="zh-CN" dirty="0">
                  <a:solidFill>
                    <a:srgbClr val="2F2F2F"/>
                  </a:solidFill>
                  <a:latin typeface="Source Code Pro"/>
                </a:rPr>
                <a:t>(</a:t>
              </a:r>
              <a:r>
                <a:rPr lang="zh-CN" altLang="en-US" dirty="0">
                  <a:solidFill>
                    <a:srgbClr val="2F2F2F"/>
                  </a:solidFill>
                  <a:latin typeface="Source Code Pro"/>
                </a:rPr>
                <a:t>向量余弦相似度</a:t>
              </a:r>
              <a:r>
                <a:rPr lang="en-US" altLang="zh-CN" dirty="0">
                  <a:solidFill>
                    <a:srgbClr val="2F2F2F"/>
                  </a:solidFill>
                  <a:latin typeface="Source Code Pro"/>
                </a:rPr>
                <a:t>)=</a:t>
              </a:r>
              <a:endParaRPr lang="zh-CN" altLang="en-US" dirty="0">
                <a:solidFill>
                  <a:srgbClr val="2F2F2F"/>
                </a:solidFill>
                <a:latin typeface="Source Code Pro"/>
              </a:endParaRPr>
            </a:p>
          </p:txBody>
        </p:sp>
        <p:sp>
          <p:nvSpPr>
            <p:cNvPr id="120" name="文本框 119">
              <a:extLst>
                <a:ext uri="{FF2B5EF4-FFF2-40B4-BE49-F238E27FC236}">
                  <a16:creationId xmlns:a16="http://schemas.microsoft.com/office/drawing/2014/main" id="{C1EBCE67-4892-4444-ADA6-3543E1376CEE}"/>
                </a:ext>
              </a:extLst>
            </p:cNvPr>
            <p:cNvSpPr txBox="1"/>
            <p:nvPr/>
          </p:nvSpPr>
          <p:spPr>
            <a:xfrm>
              <a:off x="6152188" y="6017516"/>
              <a:ext cx="598241" cy="369330"/>
            </a:xfrm>
            <a:prstGeom prst="rect">
              <a:avLst/>
            </a:prstGeom>
            <a:noFill/>
          </p:spPr>
          <p:txBody>
            <a:bodyPr wrap="none" rtlCol="0">
              <a:spAutoFit/>
            </a:bodyPr>
            <a:lstStyle/>
            <a:p>
              <a:pPr>
                <a:defRPr/>
              </a:pPr>
              <a:r>
                <a:rPr lang="en-US" altLang="zh-CN" dirty="0">
                  <a:solidFill>
                    <a:srgbClr val="2F2F2F"/>
                  </a:solidFill>
                  <a:latin typeface="Source Code Pro"/>
                </a:rPr>
                <a:t>V·U</a:t>
              </a:r>
              <a:endParaRPr lang="zh-CN" altLang="en-US" dirty="0">
                <a:solidFill>
                  <a:srgbClr val="2F2F2F"/>
                </a:solidFill>
                <a:latin typeface="Source Code Pro"/>
              </a:endParaRPr>
            </a:p>
          </p:txBody>
        </p:sp>
        <p:cxnSp>
          <p:nvCxnSpPr>
            <p:cNvPr id="121" name="直接连接符 120">
              <a:extLst>
                <a:ext uri="{FF2B5EF4-FFF2-40B4-BE49-F238E27FC236}">
                  <a16:creationId xmlns:a16="http://schemas.microsoft.com/office/drawing/2014/main" id="{E42878C1-48A5-404A-A2CD-4C6585976552}"/>
                </a:ext>
              </a:extLst>
            </p:cNvPr>
            <p:cNvCxnSpPr>
              <a:cxnSpLocks/>
            </p:cNvCxnSpPr>
            <p:nvPr/>
          </p:nvCxnSpPr>
          <p:spPr>
            <a:xfrm>
              <a:off x="6085367" y="6330284"/>
              <a:ext cx="815163" cy="0"/>
            </a:xfrm>
            <a:prstGeom prst="line">
              <a:avLst/>
            </a:prstGeom>
          </p:spPr>
          <p:style>
            <a:lnRef idx="3">
              <a:schemeClr val="dk1"/>
            </a:lnRef>
            <a:fillRef idx="0">
              <a:schemeClr val="dk1"/>
            </a:fillRef>
            <a:effectRef idx="2">
              <a:schemeClr val="dk1"/>
            </a:effectRef>
            <a:fontRef idx="minor">
              <a:schemeClr val="tx1"/>
            </a:fontRef>
          </p:style>
        </p:cxnSp>
        <p:sp>
          <p:nvSpPr>
            <p:cNvPr id="138" name="文本框 137">
              <a:extLst>
                <a:ext uri="{FF2B5EF4-FFF2-40B4-BE49-F238E27FC236}">
                  <a16:creationId xmlns:a16="http://schemas.microsoft.com/office/drawing/2014/main" id="{C9A9C155-533D-4203-BE09-5304F74026B1}"/>
                </a:ext>
              </a:extLst>
            </p:cNvPr>
            <p:cNvSpPr txBox="1"/>
            <p:nvPr/>
          </p:nvSpPr>
          <p:spPr>
            <a:xfrm>
              <a:off x="5971428" y="6309018"/>
              <a:ext cx="1011815" cy="369330"/>
            </a:xfrm>
            <a:prstGeom prst="rect">
              <a:avLst/>
            </a:prstGeom>
            <a:noFill/>
          </p:spPr>
          <p:txBody>
            <a:bodyPr wrap="none" rtlCol="0">
              <a:spAutoFit/>
            </a:bodyPr>
            <a:lstStyle/>
            <a:p>
              <a:pPr>
                <a:defRPr/>
              </a:pPr>
              <a:r>
                <a:rPr lang="en-US" altLang="zh-CN" dirty="0">
                  <a:solidFill>
                    <a:srgbClr val="2F2F2F"/>
                  </a:solidFill>
                  <a:latin typeface="Source Code Pro"/>
                </a:rPr>
                <a:t>|V||U|</a:t>
              </a:r>
              <a:endParaRPr lang="zh-CN" altLang="en-US" dirty="0">
                <a:solidFill>
                  <a:srgbClr val="2F2F2F"/>
                </a:solidFill>
                <a:latin typeface="Source Code Pro"/>
              </a:endParaRPr>
            </a:p>
          </p:txBody>
        </p:sp>
        <p:sp>
          <p:nvSpPr>
            <p:cNvPr id="141" name="文本框 140">
              <a:extLst>
                <a:ext uri="{FF2B5EF4-FFF2-40B4-BE49-F238E27FC236}">
                  <a16:creationId xmlns:a16="http://schemas.microsoft.com/office/drawing/2014/main" id="{4943F0A9-B8D3-4105-A1D7-C13BA1058A46}"/>
                </a:ext>
              </a:extLst>
            </p:cNvPr>
            <p:cNvSpPr txBox="1"/>
            <p:nvPr/>
          </p:nvSpPr>
          <p:spPr>
            <a:xfrm>
              <a:off x="7462209" y="6330285"/>
              <a:ext cx="184731" cy="369330"/>
            </a:xfrm>
            <a:prstGeom prst="rect">
              <a:avLst/>
            </a:prstGeom>
            <a:noFill/>
          </p:spPr>
          <p:txBody>
            <a:bodyPr wrap="none" rtlCol="0">
              <a:spAutoFit/>
            </a:bodyPr>
            <a:lstStyle/>
            <a:p>
              <a:pPr>
                <a:defRPr/>
              </a:pPr>
              <a:endParaRPr lang="zh-CN" altLang="en-US" dirty="0">
                <a:solidFill>
                  <a:srgbClr val="2F2F2F"/>
                </a:solidFill>
                <a:latin typeface="Source Code Pro"/>
              </a:endParaRPr>
            </a:p>
          </p:txBody>
        </p:sp>
      </p:grpSp>
      <p:sp>
        <p:nvSpPr>
          <p:cNvPr id="148" name="文本框 147">
            <a:extLst>
              <a:ext uri="{FF2B5EF4-FFF2-40B4-BE49-F238E27FC236}">
                <a16:creationId xmlns:a16="http://schemas.microsoft.com/office/drawing/2014/main" id="{C95042AA-33BA-458B-AB68-3FC48BFA497D}"/>
              </a:ext>
            </a:extLst>
          </p:cNvPr>
          <p:cNvSpPr txBox="1"/>
          <p:nvPr/>
        </p:nvSpPr>
        <p:spPr>
          <a:xfrm>
            <a:off x="4780873" y="2954038"/>
            <a:ext cx="5955476" cy="421462"/>
          </a:xfrm>
          <a:prstGeom prst="rect">
            <a:avLst/>
          </a:prstGeom>
          <a:noFill/>
        </p:spPr>
        <p:txBody>
          <a:bodyPr wrap="none" rtlCol="0">
            <a:spAutoFit/>
          </a:bodyPr>
          <a:lstStyle/>
          <a:p>
            <a:pPr>
              <a:lnSpc>
                <a:spcPct val="130000"/>
              </a:lnSpc>
              <a:defRPr/>
            </a:pPr>
            <a:r>
              <a:rPr lang="zh-CN" altLang="en-US" dirty="0">
                <a:solidFill>
                  <a:srgbClr val="C00000"/>
                </a:solidFill>
                <a:latin typeface="Source Code Pro"/>
              </a:rPr>
              <a:t>余弦相似度越大，向量方向越接近，两点之间的距离越小</a:t>
            </a:r>
          </a:p>
        </p:txBody>
      </p:sp>
      <p:cxnSp>
        <p:nvCxnSpPr>
          <p:cNvPr id="12" name="直接箭头连接符 11">
            <a:extLst>
              <a:ext uri="{FF2B5EF4-FFF2-40B4-BE49-F238E27FC236}">
                <a16:creationId xmlns:a16="http://schemas.microsoft.com/office/drawing/2014/main" id="{1290CCE0-7F74-4ED3-AD62-389B0F9FB68B}"/>
              </a:ext>
            </a:extLst>
          </p:cNvPr>
          <p:cNvCxnSpPr/>
          <p:nvPr/>
        </p:nvCxnSpPr>
        <p:spPr>
          <a:xfrm>
            <a:off x="2660284" y="1879885"/>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2">
            <a:extLst>
              <a:ext uri="{FF2B5EF4-FFF2-40B4-BE49-F238E27FC236}">
                <a16:creationId xmlns:a16="http://schemas.microsoft.com/office/drawing/2014/main" id="{21D80E08-6EC9-40BE-9761-50BD06AF1B16}"/>
              </a:ext>
            </a:extLst>
          </p:cNvPr>
          <p:cNvCxnSpPr/>
          <p:nvPr/>
        </p:nvCxnSpPr>
        <p:spPr>
          <a:xfrm>
            <a:off x="2660284" y="2406935"/>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99FC1E4F-B531-4516-9D9E-36569432D274}"/>
              </a:ext>
            </a:extLst>
          </p:cNvPr>
          <p:cNvCxnSpPr/>
          <p:nvPr/>
        </p:nvCxnSpPr>
        <p:spPr>
          <a:xfrm>
            <a:off x="2660284" y="2954038"/>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a:extLst>
              <a:ext uri="{FF2B5EF4-FFF2-40B4-BE49-F238E27FC236}">
                <a16:creationId xmlns:a16="http://schemas.microsoft.com/office/drawing/2014/main" id="{D205AD9A-4208-4524-9CA0-25136689421C}"/>
              </a:ext>
            </a:extLst>
          </p:cNvPr>
          <p:cNvCxnSpPr/>
          <p:nvPr/>
        </p:nvCxnSpPr>
        <p:spPr>
          <a:xfrm>
            <a:off x="2583718" y="3493788"/>
            <a:ext cx="2284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0216229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1000"/>
                                        <p:tgtEl>
                                          <p:spTgt spid="117"/>
                                        </p:tgtEl>
                                      </p:cBhvr>
                                    </p:animEffect>
                                    <p:anim calcmode="lin" valueType="num">
                                      <p:cBhvr>
                                        <p:cTn id="8" dur="1000" fill="hold"/>
                                        <p:tgtEl>
                                          <p:spTgt spid="117"/>
                                        </p:tgtEl>
                                        <p:attrNameLst>
                                          <p:attrName>ppt_x</p:attrName>
                                        </p:attrNameLst>
                                      </p:cBhvr>
                                      <p:tavLst>
                                        <p:tav tm="0">
                                          <p:val>
                                            <p:strVal val="#ppt_x"/>
                                          </p:val>
                                        </p:tav>
                                        <p:tav tm="100000">
                                          <p:val>
                                            <p:strVal val="#ppt_x"/>
                                          </p:val>
                                        </p:tav>
                                      </p:tavLst>
                                    </p:anim>
                                    <p:anim calcmode="lin" valueType="num">
                                      <p:cBhvr>
                                        <p:cTn id="9" dur="1000" fill="hold"/>
                                        <p:tgtEl>
                                          <p:spTgt spid="1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8"/>
                                        </p:tgtEl>
                                        <p:attrNameLst>
                                          <p:attrName>style.visibility</p:attrName>
                                        </p:attrNameLst>
                                      </p:cBhvr>
                                      <p:to>
                                        <p:strVal val="visible"/>
                                      </p:to>
                                    </p:set>
                                    <p:animEffect transition="in" filter="fade">
                                      <p:cBhvr>
                                        <p:cTn id="14" dur="1000"/>
                                        <p:tgtEl>
                                          <p:spTgt spid="148"/>
                                        </p:tgtEl>
                                      </p:cBhvr>
                                    </p:animEffect>
                                    <p:anim calcmode="lin" valueType="num">
                                      <p:cBhvr>
                                        <p:cTn id="15" dur="1000" fill="hold"/>
                                        <p:tgtEl>
                                          <p:spTgt spid="148"/>
                                        </p:tgtEl>
                                        <p:attrNameLst>
                                          <p:attrName>ppt_x</p:attrName>
                                        </p:attrNameLst>
                                      </p:cBhvr>
                                      <p:tavLst>
                                        <p:tav tm="0">
                                          <p:val>
                                            <p:strVal val="#ppt_x"/>
                                          </p:val>
                                        </p:tav>
                                        <p:tav tm="100000">
                                          <p:val>
                                            <p:strVal val="#ppt_x"/>
                                          </p:val>
                                        </p:tav>
                                      </p:tavLst>
                                    </p:anim>
                                    <p:anim calcmode="lin" valueType="num">
                                      <p:cBhvr>
                                        <p:cTn id="16" dur="1000" fill="hold"/>
                                        <p:tgtEl>
                                          <p:spTgt spid="1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62626"/>
                </a:solidFill>
                <a:latin typeface="阿里巴巴普惠体"/>
                <a:ea typeface="阿里巴巴普惠体"/>
              </a:rPr>
              <a:t>RAG, Retrieval Augmented Generation, </a:t>
            </a:r>
            <a:r>
              <a:rPr lang="zh-CN" altLang="en-US" dirty="0">
                <a:solidFill>
                  <a:srgbClr val="262626"/>
                </a:solidFill>
                <a:latin typeface="阿里巴巴普惠体"/>
                <a:ea typeface="阿里巴巴普惠体"/>
              </a:rPr>
              <a:t>检索增强生成。通过检索外部知识库的方式增强大模型的生成能力</a:t>
            </a:r>
            <a:endParaRPr lang="en-US" altLang="zh-CN" dirty="0">
              <a:solidFill>
                <a:srgbClr val="262626"/>
              </a:solidFill>
              <a:latin typeface="阿里巴巴普惠体"/>
              <a:ea typeface="阿里巴巴普惠体"/>
            </a:endParaRPr>
          </a:p>
        </p:txBody>
      </p:sp>
      <p:sp>
        <p:nvSpPr>
          <p:cNvPr id="2" name="圆柱体 1">
            <a:extLst>
              <a:ext uri="{FF2B5EF4-FFF2-40B4-BE49-F238E27FC236}">
                <a16:creationId xmlns:a16="http://schemas.microsoft.com/office/drawing/2014/main" id="{2DCB28AE-1A92-465A-A799-C8C43E1DAEF0}"/>
              </a:ext>
            </a:extLst>
          </p:cNvPr>
          <p:cNvSpPr/>
          <p:nvPr/>
        </p:nvSpPr>
        <p:spPr>
          <a:xfrm>
            <a:off x="2050311" y="2715734"/>
            <a:ext cx="1818168" cy="2307265"/>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dirty="0">
                <a:solidFill>
                  <a:srgbClr val="FFFFFF"/>
                </a:solidFill>
                <a:latin typeface="Source Code Pro"/>
              </a:rPr>
              <a:t>知识库</a:t>
            </a:r>
          </a:p>
        </p:txBody>
      </p:sp>
      <p:sp>
        <p:nvSpPr>
          <p:cNvPr id="5" name="文本框 4">
            <a:extLst>
              <a:ext uri="{FF2B5EF4-FFF2-40B4-BE49-F238E27FC236}">
                <a16:creationId xmlns:a16="http://schemas.microsoft.com/office/drawing/2014/main" id="{E0182FEC-E96C-4849-BD8A-EA62A6CE3936}"/>
              </a:ext>
            </a:extLst>
          </p:cNvPr>
          <p:cNvSpPr txBox="1"/>
          <p:nvPr/>
        </p:nvSpPr>
        <p:spPr>
          <a:xfrm>
            <a:off x="4527117" y="3429002"/>
            <a:ext cx="6205545" cy="923330"/>
          </a:xfrm>
          <a:prstGeom prst="rect">
            <a:avLst/>
          </a:prstGeom>
          <a:noFill/>
        </p:spPr>
        <p:txBody>
          <a:bodyPr wrap="none" rtlCol="0">
            <a:spAutoFit/>
          </a:bodyPr>
          <a:lstStyle/>
          <a:p>
            <a:pPr>
              <a:defRPr/>
            </a:pPr>
            <a:r>
              <a:rPr lang="zh-CN" altLang="en-US" dirty="0">
                <a:solidFill>
                  <a:srgbClr val="2F2F2F"/>
                </a:solidFill>
                <a:latin typeface="Source Code Pro"/>
              </a:rPr>
              <a:t>向量数据库：</a:t>
            </a:r>
            <a:br>
              <a:rPr lang="en-US" altLang="zh-CN" dirty="0">
                <a:solidFill>
                  <a:srgbClr val="2F2F2F"/>
                </a:solidFill>
                <a:latin typeface="Source Code Pro"/>
              </a:rPr>
            </a:br>
            <a:r>
              <a:rPr lang="en-US" altLang="zh-CN" dirty="0">
                <a:solidFill>
                  <a:srgbClr val="2F2F2F"/>
                </a:solidFill>
                <a:latin typeface="Source Code Pro"/>
              </a:rPr>
              <a:t>    Milvus</a:t>
            </a:r>
            <a:r>
              <a:rPr lang="zh-CN" altLang="en-US" dirty="0">
                <a:solidFill>
                  <a:srgbClr val="2F2F2F"/>
                </a:solidFill>
                <a:latin typeface="Source Code Pro"/>
              </a:rPr>
              <a:t>、</a:t>
            </a:r>
            <a:r>
              <a:rPr lang="en-US" altLang="zh-CN" dirty="0">
                <a:solidFill>
                  <a:srgbClr val="2F2F2F"/>
                </a:solidFill>
                <a:latin typeface="Source Code Pro"/>
              </a:rPr>
              <a:t>Chroma</a:t>
            </a:r>
            <a:r>
              <a:rPr lang="zh-CN" altLang="en-US" dirty="0">
                <a:solidFill>
                  <a:srgbClr val="2F2F2F"/>
                </a:solidFill>
                <a:latin typeface="Source Code Pro"/>
              </a:rPr>
              <a:t>、</a:t>
            </a:r>
            <a:r>
              <a:rPr lang="en-US" altLang="zh-CN" dirty="0">
                <a:solidFill>
                  <a:srgbClr val="2F2F2F"/>
                </a:solidFill>
                <a:latin typeface="Source Code Pro"/>
              </a:rPr>
              <a:t>Pinecone</a:t>
            </a:r>
          </a:p>
          <a:p>
            <a:pPr>
              <a:defRPr/>
            </a:pPr>
            <a:r>
              <a:rPr lang="en-US" altLang="zh-CN" dirty="0">
                <a:solidFill>
                  <a:srgbClr val="2F2F2F"/>
                </a:solidFill>
                <a:latin typeface="Source Code Pro"/>
              </a:rPr>
              <a:t>    </a:t>
            </a:r>
            <a:r>
              <a:rPr lang="en-US" altLang="zh-CN" dirty="0" err="1">
                <a:solidFill>
                  <a:srgbClr val="2F2F2F"/>
                </a:solidFill>
                <a:latin typeface="Source Code Pro"/>
              </a:rPr>
              <a:t>RedisSearch</a:t>
            </a:r>
            <a:r>
              <a:rPr lang="en-US" altLang="zh-CN" dirty="0">
                <a:solidFill>
                  <a:srgbClr val="2F2F2F"/>
                </a:solidFill>
                <a:latin typeface="Source Code Pro"/>
              </a:rPr>
              <a:t>(</a:t>
            </a:r>
            <a:r>
              <a:rPr lang="en-US" altLang="zh-CN" dirty="0" err="1">
                <a:solidFill>
                  <a:srgbClr val="2F2F2F"/>
                </a:solidFill>
                <a:latin typeface="Source Code Pro"/>
              </a:rPr>
              <a:t>Reids</a:t>
            </a:r>
            <a:r>
              <a:rPr lang="en-US" altLang="zh-CN" dirty="0">
                <a:solidFill>
                  <a:srgbClr val="2F2F2F"/>
                </a:solidFill>
                <a:latin typeface="Source Code Pro"/>
              </a:rPr>
              <a:t>)</a:t>
            </a:r>
            <a:r>
              <a:rPr lang="zh-CN" altLang="en-US" dirty="0">
                <a:solidFill>
                  <a:srgbClr val="2F2F2F"/>
                </a:solidFill>
                <a:latin typeface="Source Code Pro"/>
              </a:rPr>
              <a:t>、</a:t>
            </a:r>
            <a:r>
              <a:rPr lang="en-US" altLang="zh-CN" dirty="0" err="1">
                <a:solidFill>
                  <a:srgbClr val="2F2F2F"/>
                </a:solidFill>
                <a:latin typeface="Source Code Pro"/>
              </a:rPr>
              <a:t>pgvector</a:t>
            </a:r>
            <a:r>
              <a:rPr lang="en-US" altLang="zh-CN" dirty="0">
                <a:solidFill>
                  <a:srgbClr val="2F2F2F"/>
                </a:solidFill>
                <a:latin typeface="Source Code Pro"/>
              </a:rPr>
              <a:t>(PostgreSQL)</a:t>
            </a:r>
            <a:endParaRPr lang="zh-CN" altLang="en-US" dirty="0">
              <a:solidFill>
                <a:srgbClr val="2F2F2F"/>
              </a:solidFill>
              <a:latin typeface="Source Code Pro"/>
            </a:endParaRPr>
          </a:p>
        </p:txBody>
      </p:sp>
    </p:spTree>
    <p:extLst>
      <p:ext uri="{BB962C8B-B14F-4D97-AF65-F5344CB8AC3E}">
        <p14:creationId xmlns:p14="http://schemas.microsoft.com/office/powerpoint/2010/main" val="37378841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62626"/>
                </a:solidFill>
                <a:latin typeface="阿里巴巴普惠体"/>
                <a:ea typeface="阿里巴巴普惠体"/>
              </a:rPr>
              <a:t>RAG, Retrieval Augmented Generation, </a:t>
            </a:r>
            <a:r>
              <a:rPr lang="zh-CN" altLang="en-US" dirty="0">
                <a:solidFill>
                  <a:srgbClr val="262626"/>
                </a:solidFill>
                <a:latin typeface="阿里巴巴普惠体"/>
                <a:ea typeface="阿里巴巴普惠体"/>
              </a:rPr>
              <a:t>检索增强生成。通过检索外部知识库的方式增强大模型的生成能力</a:t>
            </a:r>
            <a:endParaRPr lang="en-US" altLang="zh-CN" dirty="0">
              <a:solidFill>
                <a:srgbClr val="262626"/>
              </a:solidFill>
              <a:latin typeface="阿里巴巴普惠体"/>
              <a:ea typeface="阿里巴巴普惠体"/>
            </a:endParaRPr>
          </a:p>
        </p:txBody>
      </p:sp>
      <p:pic>
        <p:nvPicPr>
          <p:cNvPr id="6" name="图片 5">
            <a:extLst>
              <a:ext uri="{FF2B5EF4-FFF2-40B4-BE49-F238E27FC236}">
                <a16:creationId xmlns:a16="http://schemas.microsoft.com/office/drawing/2014/main" id="{F49F919A-4EB8-4FDD-A492-55C6C47AD5B6}"/>
              </a:ext>
            </a:extLst>
          </p:cNvPr>
          <p:cNvPicPr>
            <a:picLocks noChangeAspect="1"/>
          </p:cNvPicPr>
          <p:nvPr/>
        </p:nvPicPr>
        <p:blipFill>
          <a:blip r:embed="rId2"/>
          <a:stretch>
            <a:fillRect/>
          </a:stretch>
        </p:blipFill>
        <p:spPr>
          <a:xfrm>
            <a:off x="1473197" y="1506073"/>
            <a:ext cx="8641767" cy="5286187"/>
          </a:xfrm>
          <a:prstGeom prst="rect">
            <a:avLst/>
          </a:prstGeom>
        </p:spPr>
      </p:pic>
    </p:spTree>
    <p:extLst>
      <p:ext uri="{BB962C8B-B14F-4D97-AF65-F5344CB8AC3E}">
        <p14:creationId xmlns:p14="http://schemas.microsoft.com/office/powerpoint/2010/main" val="3281245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62626"/>
                </a:solidFill>
                <a:latin typeface="阿里巴巴普惠体"/>
                <a:ea typeface="阿里巴巴普惠体"/>
              </a:rPr>
              <a:t>RAG, Retrieval Augmented Generation, </a:t>
            </a:r>
            <a:r>
              <a:rPr lang="zh-CN" altLang="en-US" dirty="0">
                <a:solidFill>
                  <a:srgbClr val="262626"/>
                </a:solidFill>
                <a:latin typeface="阿里巴巴普惠体"/>
                <a:ea typeface="阿里巴巴普惠体"/>
              </a:rPr>
              <a:t>检索增强生成。通过检索外部知识库的方式增强大模型的生成能力</a:t>
            </a:r>
            <a:endParaRPr lang="en-US" altLang="zh-CN" dirty="0">
              <a:solidFill>
                <a:srgbClr val="262626"/>
              </a:solidFill>
              <a:latin typeface="阿里巴巴普惠体"/>
              <a:ea typeface="阿里巴巴普惠体"/>
            </a:endParaRPr>
          </a:p>
        </p:txBody>
      </p:sp>
      <p:sp>
        <p:nvSpPr>
          <p:cNvPr id="2" name="矩形: 折角 1">
            <a:extLst>
              <a:ext uri="{FF2B5EF4-FFF2-40B4-BE49-F238E27FC236}">
                <a16:creationId xmlns:a16="http://schemas.microsoft.com/office/drawing/2014/main" id="{BA48ADC2-879B-494A-B41C-7CA292E17A70}"/>
              </a:ext>
            </a:extLst>
          </p:cNvPr>
          <p:cNvSpPr/>
          <p:nvPr/>
        </p:nvSpPr>
        <p:spPr>
          <a:xfrm>
            <a:off x="678731" y="1404591"/>
            <a:ext cx="1366887" cy="1888655"/>
          </a:xfrm>
          <a:prstGeom prst="folded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400" dirty="0"/>
              <a:t>我爱上班</a:t>
            </a:r>
            <a:endParaRPr lang="en-US" altLang="zh-CN" sz="1400" dirty="0"/>
          </a:p>
          <a:p>
            <a:pPr algn="ctr">
              <a:lnSpc>
                <a:spcPct val="130000"/>
              </a:lnSpc>
            </a:pPr>
            <a:r>
              <a:rPr lang="zh-CN" altLang="en-US" sz="1400" dirty="0"/>
              <a:t>上班真好</a:t>
            </a:r>
            <a:endParaRPr lang="en-US" altLang="zh-CN" sz="1400" dirty="0"/>
          </a:p>
          <a:p>
            <a:pPr algn="ctr">
              <a:lnSpc>
                <a:spcPct val="130000"/>
              </a:lnSpc>
            </a:pPr>
            <a:r>
              <a:rPr lang="zh-CN" altLang="en-US" sz="1400" dirty="0"/>
              <a:t>我爱工作</a:t>
            </a:r>
            <a:endParaRPr lang="en-US" altLang="zh-CN" sz="1400" dirty="0"/>
          </a:p>
          <a:p>
            <a:pPr algn="ctr">
              <a:lnSpc>
                <a:spcPct val="130000"/>
              </a:lnSpc>
            </a:pPr>
            <a:r>
              <a:rPr lang="zh-CN" altLang="en-US" sz="1400" dirty="0"/>
              <a:t>拒绝加班</a:t>
            </a:r>
            <a:endParaRPr lang="en-US" altLang="zh-CN" sz="1400" dirty="0"/>
          </a:p>
          <a:p>
            <a:pPr algn="ctr">
              <a:lnSpc>
                <a:spcPct val="130000"/>
              </a:lnSpc>
            </a:pPr>
            <a:r>
              <a:rPr lang="zh-CN" altLang="en-US" sz="1400" dirty="0"/>
              <a:t>我要躺平</a:t>
            </a:r>
          </a:p>
        </p:txBody>
      </p:sp>
      <p:cxnSp>
        <p:nvCxnSpPr>
          <p:cNvPr id="5" name="直接箭头连接符 4">
            <a:extLst>
              <a:ext uri="{FF2B5EF4-FFF2-40B4-BE49-F238E27FC236}">
                <a16:creationId xmlns:a16="http://schemas.microsoft.com/office/drawing/2014/main" id="{A60966E1-EB71-4405-99FF-CE0E59B23F49}"/>
              </a:ext>
            </a:extLst>
          </p:cNvPr>
          <p:cNvCxnSpPr>
            <a:cxnSpLocks/>
          </p:cNvCxnSpPr>
          <p:nvPr/>
        </p:nvCxnSpPr>
        <p:spPr>
          <a:xfrm>
            <a:off x="2064471" y="2348917"/>
            <a:ext cx="95210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8" name="图片 7">
            <a:extLst>
              <a:ext uri="{FF2B5EF4-FFF2-40B4-BE49-F238E27FC236}">
                <a16:creationId xmlns:a16="http://schemas.microsoft.com/office/drawing/2014/main" id="{EB79A604-4762-45A2-9446-EA2D63BDEB0E}"/>
              </a:ext>
            </a:extLst>
          </p:cNvPr>
          <p:cNvPicPr>
            <a:picLocks noChangeAspect="1"/>
          </p:cNvPicPr>
          <p:nvPr/>
        </p:nvPicPr>
        <p:blipFill>
          <a:blip r:embed="rId2"/>
          <a:stretch>
            <a:fillRect/>
          </a:stretch>
        </p:blipFill>
        <p:spPr>
          <a:xfrm>
            <a:off x="3038524" y="1848856"/>
            <a:ext cx="1533525" cy="1000125"/>
          </a:xfrm>
          <a:prstGeom prst="rect">
            <a:avLst/>
          </a:prstGeom>
        </p:spPr>
      </p:pic>
      <p:sp>
        <p:nvSpPr>
          <p:cNvPr id="11" name="矩形 10">
            <a:extLst>
              <a:ext uri="{FF2B5EF4-FFF2-40B4-BE49-F238E27FC236}">
                <a16:creationId xmlns:a16="http://schemas.microsoft.com/office/drawing/2014/main" id="{5E0BFDEE-2121-4BE3-AC1C-63A162969E45}"/>
              </a:ext>
            </a:extLst>
          </p:cNvPr>
          <p:cNvSpPr/>
          <p:nvPr/>
        </p:nvSpPr>
        <p:spPr>
          <a:xfrm>
            <a:off x="5561815" y="1612057"/>
            <a:ext cx="1630837"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我爱上班</a:t>
            </a:r>
          </a:p>
        </p:txBody>
      </p:sp>
      <p:sp>
        <p:nvSpPr>
          <p:cNvPr id="13" name="矩形 12">
            <a:extLst>
              <a:ext uri="{FF2B5EF4-FFF2-40B4-BE49-F238E27FC236}">
                <a16:creationId xmlns:a16="http://schemas.microsoft.com/office/drawing/2014/main" id="{44430602-43E9-438C-BC6B-3654E3203168}"/>
              </a:ext>
            </a:extLst>
          </p:cNvPr>
          <p:cNvSpPr/>
          <p:nvPr/>
        </p:nvSpPr>
        <p:spPr>
          <a:xfrm>
            <a:off x="5561815" y="1908516"/>
            <a:ext cx="1630837"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上班真好</a:t>
            </a:r>
          </a:p>
        </p:txBody>
      </p:sp>
      <p:sp>
        <p:nvSpPr>
          <p:cNvPr id="14" name="矩形 13">
            <a:extLst>
              <a:ext uri="{FF2B5EF4-FFF2-40B4-BE49-F238E27FC236}">
                <a16:creationId xmlns:a16="http://schemas.microsoft.com/office/drawing/2014/main" id="{321359C2-97F4-4B7F-A671-D04F67A6C298}"/>
              </a:ext>
            </a:extLst>
          </p:cNvPr>
          <p:cNvSpPr/>
          <p:nvPr/>
        </p:nvSpPr>
        <p:spPr>
          <a:xfrm>
            <a:off x="5561815" y="2204973"/>
            <a:ext cx="1630837"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我爱工作</a:t>
            </a:r>
          </a:p>
        </p:txBody>
      </p:sp>
      <p:sp>
        <p:nvSpPr>
          <p:cNvPr id="15" name="矩形 14">
            <a:extLst>
              <a:ext uri="{FF2B5EF4-FFF2-40B4-BE49-F238E27FC236}">
                <a16:creationId xmlns:a16="http://schemas.microsoft.com/office/drawing/2014/main" id="{9CF8D316-C21B-4F3C-878E-8DEFBD71F801}"/>
              </a:ext>
            </a:extLst>
          </p:cNvPr>
          <p:cNvSpPr/>
          <p:nvPr/>
        </p:nvSpPr>
        <p:spPr>
          <a:xfrm>
            <a:off x="5561815" y="2501432"/>
            <a:ext cx="1630837"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拒绝加班</a:t>
            </a:r>
          </a:p>
        </p:txBody>
      </p:sp>
      <p:sp>
        <p:nvSpPr>
          <p:cNvPr id="16" name="矩形 15">
            <a:extLst>
              <a:ext uri="{FF2B5EF4-FFF2-40B4-BE49-F238E27FC236}">
                <a16:creationId xmlns:a16="http://schemas.microsoft.com/office/drawing/2014/main" id="{819D600E-D4AF-4DB6-A28F-C34EA595894A}"/>
              </a:ext>
            </a:extLst>
          </p:cNvPr>
          <p:cNvSpPr/>
          <p:nvPr/>
        </p:nvSpPr>
        <p:spPr>
          <a:xfrm>
            <a:off x="5561815" y="2797889"/>
            <a:ext cx="1630837"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我要躺平</a:t>
            </a:r>
          </a:p>
        </p:txBody>
      </p:sp>
      <p:cxnSp>
        <p:nvCxnSpPr>
          <p:cNvPr id="18" name="直接箭头连接符 17">
            <a:extLst>
              <a:ext uri="{FF2B5EF4-FFF2-40B4-BE49-F238E27FC236}">
                <a16:creationId xmlns:a16="http://schemas.microsoft.com/office/drawing/2014/main" id="{01CAE894-E1C9-48C0-B25A-31276943BF9F}"/>
              </a:ext>
            </a:extLst>
          </p:cNvPr>
          <p:cNvCxnSpPr>
            <a:cxnSpLocks/>
          </p:cNvCxnSpPr>
          <p:nvPr/>
        </p:nvCxnSpPr>
        <p:spPr>
          <a:xfrm>
            <a:off x="4572050" y="2348916"/>
            <a:ext cx="95210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9" name="图片 18">
            <a:extLst>
              <a:ext uri="{FF2B5EF4-FFF2-40B4-BE49-F238E27FC236}">
                <a16:creationId xmlns:a16="http://schemas.microsoft.com/office/drawing/2014/main" id="{7BCA066E-CE5D-4EF2-AAF9-8443609CB52F}"/>
              </a:ext>
            </a:extLst>
          </p:cNvPr>
          <p:cNvPicPr>
            <a:picLocks noChangeAspect="1"/>
          </p:cNvPicPr>
          <p:nvPr/>
        </p:nvPicPr>
        <p:blipFill>
          <a:blip r:embed="rId3"/>
          <a:stretch>
            <a:fillRect/>
          </a:stretch>
        </p:blipFill>
        <p:spPr>
          <a:xfrm>
            <a:off x="8174656" y="1839331"/>
            <a:ext cx="1524000" cy="1019175"/>
          </a:xfrm>
          <a:prstGeom prst="rect">
            <a:avLst/>
          </a:prstGeom>
        </p:spPr>
      </p:pic>
      <p:cxnSp>
        <p:nvCxnSpPr>
          <p:cNvPr id="21" name="直接箭头连接符 20">
            <a:extLst>
              <a:ext uri="{FF2B5EF4-FFF2-40B4-BE49-F238E27FC236}">
                <a16:creationId xmlns:a16="http://schemas.microsoft.com/office/drawing/2014/main" id="{85C7A517-D4CA-4C19-B79E-6B06731E9278}"/>
              </a:ext>
            </a:extLst>
          </p:cNvPr>
          <p:cNvCxnSpPr>
            <a:cxnSpLocks/>
          </p:cNvCxnSpPr>
          <p:nvPr/>
        </p:nvCxnSpPr>
        <p:spPr>
          <a:xfrm>
            <a:off x="7192651" y="2332233"/>
            <a:ext cx="95210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147" name="组合 146">
            <a:extLst>
              <a:ext uri="{FF2B5EF4-FFF2-40B4-BE49-F238E27FC236}">
                <a16:creationId xmlns:a16="http://schemas.microsoft.com/office/drawing/2014/main" id="{0862CF92-1396-47BA-9806-463FDB6691E7}"/>
              </a:ext>
            </a:extLst>
          </p:cNvPr>
          <p:cNvGrpSpPr/>
          <p:nvPr/>
        </p:nvGrpSpPr>
        <p:grpSpPr>
          <a:xfrm>
            <a:off x="7752989" y="3227263"/>
            <a:ext cx="3242667" cy="304891"/>
            <a:chOff x="7752989" y="3227256"/>
            <a:chExt cx="3242667" cy="304890"/>
          </a:xfrm>
        </p:grpSpPr>
        <p:sp>
          <p:nvSpPr>
            <p:cNvPr id="22" name="文本框 21">
              <a:extLst>
                <a:ext uri="{FF2B5EF4-FFF2-40B4-BE49-F238E27FC236}">
                  <a16:creationId xmlns:a16="http://schemas.microsoft.com/office/drawing/2014/main" id="{9D943ABF-2307-4174-8602-C0DEBC340B98}"/>
                </a:ext>
              </a:extLst>
            </p:cNvPr>
            <p:cNvSpPr txBox="1"/>
            <p:nvPr/>
          </p:nvSpPr>
          <p:spPr>
            <a:xfrm>
              <a:off x="7752989" y="3285926"/>
              <a:ext cx="731151" cy="246220"/>
            </a:xfrm>
            <a:prstGeom prst="rect">
              <a:avLst/>
            </a:prstGeom>
            <a:noFill/>
          </p:spPr>
          <p:txBody>
            <a:bodyPr wrap="square" rtlCol="0">
              <a:spAutoFit/>
            </a:bodyPr>
            <a:lstStyle/>
            <a:p>
              <a:r>
                <a:rPr lang="zh-CN" altLang="en-US" sz="1000"/>
                <a:t>我爱上班</a:t>
              </a:r>
            </a:p>
          </p:txBody>
        </p:sp>
        <p:cxnSp>
          <p:nvCxnSpPr>
            <p:cNvPr id="27" name="直接箭头连接符 26">
              <a:extLst>
                <a:ext uri="{FF2B5EF4-FFF2-40B4-BE49-F238E27FC236}">
                  <a16:creationId xmlns:a16="http://schemas.microsoft.com/office/drawing/2014/main" id="{BACC1FFE-44CE-495B-965E-1E861D6E361C}"/>
                </a:ext>
              </a:extLst>
            </p:cNvPr>
            <p:cNvCxnSpPr>
              <a:cxnSpLocks/>
            </p:cNvCxnSpPr>
            <p:nvPr/>
          </p:nvCxnSpPr>
          <p:spPr>
            <a:xfrm flipV="1">
              <a:off x="8403348" y="3416665"/>
              <a:ext cx="35893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46ECE0C0-4F38-4FB5-ABBA-FC5E959A6546}"/>
                </a:ext>
              </a:extLst>
            </p:cNvPr>
            <p:cNvSpPr/>
            <p:nvPr/>
          </p:nvSpPr>
          <p:spPr>
            <a:xfrm>
              <a:off x="8821170" y="3227256"/>
              <a:ext cx="272104" cy="278524"/>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dirty="0">
                  <a:solidFill>
                    <a:schemeClr val="tx1"/>
                  </a:solidFill>
                </a:rPr>
                <a:t>.21</a:t>
              </a:r>
              <a:endParaRPr lang="zh-CN" altLang="en-US" sz="1000" dirty="0">
                <a:solidFill>
                  <a:schemeClr val="tx1"/>
                </a:solidFill>
              </a:endParaRPr>
            </a:p>
          </p:txBody>
        </p:sp>
        <p:sp>
          <p:nvSpPr>
            <p:cNvPr id="33" name="矩形 32">
              <a:extLst>
                <a:ext uri="{FF2B5EF4-FFF2-40B4-BE49-F238E27FC236}">
                  <a16:creationId xmlns:a16="http://schemas.microsoft.com/office/drawing/2014/main" id="{705BB982-1818-4B01-84EB-68AFF5A0038D}"/>
                </a:ext>
              </a:extLst>
            </p:cNvPr>
            <p:cNvSpPr/>
            <p:nvPr/>
          </p:nvSpPr>
          <p:spPr>
            <a:xfrm>
              <a:off x="9094125" y="3227256"/>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dirty="0">
                  <a:solidFill>
                    <a:schemeClr val="tx1"/>
                  </a:solidFill>
                </a:rPr>
                <a:t>-.5</a:t>
              </a:r>
              <a:endParaRPr lang="zh-CN" altLang="en-US" sz="1000" dirty="0">
                <a:solidFill>
                  <a:schemeClr val="tx1"/>
                </a:solidFill>
              </a:endParaRPr>
            </a:p>
          </p:txBody>
        </p:sp>
        <p:sp>
          <p:nvSpPr>
            <p:cNvPr id="34" name="矩形 33">
              <a:extLst>
                <a:ext uri="{FF2B5EF4-FFF2-40B4-BE49-F238E27FC236}">
                  <a16:creationId xmlns:a16="http://schemas.microsoft.com/office/drawing/2014/main" id="{BBA2759F-9667-43A5-8105-232AAEB3E1E3}"/>
                </a:ext>
              </a:extLst>
            </p:cNvPr>
            <p:cNvSpPr/>
            <p:nvPr/>
          </p:nvSpPr>
          <p:spPr>
            <a:xfrm>
              <a:off x="9367080" y="3227256"/>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35" name="矩形 34">
              <a:extLst>
                <a:ext uri="{FF2B5EF4-FFF2-40B4-BE49-F238E27FC236}">
                  <a16:creationId xmlns:a16="http://schemas.microsoft.com/office/drawing/2014/main" id="{5A577537-32DA-4AE7-BA6B-1EE67B6FFA73}"/>
                </a:ext>
              </a:extLst>
            </p:cNvPr>
            <p:cNvSpPr/>
            <p:nvPr/>
          </p:nvSpPr>
          <p:spPr>
            <a:xfrm>
              <a:off x="9641159" y="3227256"/>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dirty="0">
                  <a:solidFill>
                    <a:schemeClr val="tx1"/>
                  </a:solidFill>
                </a:rPr>
                <a:t>...</a:t>
              </a:r>
              <a:endParaRPr lang="zh-CN" altLang="en-US" sz="1000" dirty="0">
                <a:solidFill>
                  <a:schemeClr val="tx1"/>
                </a:solidFill>
              </a:endParaRPr>
            </a:p>
          </p:txBody>
        </p:sp>
        <p:sp>
          <p:nvSpPr>
            <p:cNvPr id="36" name="矩形 35">
              <a:extLst>
                <a:ext uri="{FF2B5EF4-FFF2-40B4-BE49-F238E27FC236}">
                  <a16:creationId xmlns:a16="http://schemas.microsoft.com/office/drawing/2014/main" id="{D49F7EAA-E4C4-48B5-9C21-6B7149BCFA0C}"/>
                </a:ext>
              </a:extLst>
            </p:cNvPr>
            <p:cNvSpPr/>
            <p:nvPr/>
          </p:nvSpPr>
          <p:spPr>
            <a:xfrm>
              <a:off x="9914114" y="3227256"/>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37" name="矩形 36">
              <a:extLst>
                <a:ext uri="{FF2B5EF4-FFF2-40B4-BE49-F238E27FC236}">
                  <a16:creationId xmlns:a16="http://schemas.microsoft.com/office/drawing/2014/main" id="{7AD7EB1D-8CF7-4B9C-9780-043174AC2A24}"/>
                </a:ext>
              </a:extLst>
            </p:cNvPr>
            <p:cNvSpPr/>
            <p:nvPr/>
          </p:nvSpPr>
          <p:spPr>
            <a:xfrm>
              <a:off x="10187069" y="3227256"/>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38" name="矩形 37">
              <a:extLst>
                <a:ext uri="{FF2B5EF4-FFF2-40B4-BE49-F238E27FC236}">
                  <a16:creationId xmlns:a16="http://schemas.microsoft.com/office/drawing/2014/main" id="{F3E6EFEC-AAA3-4AAC-B81E-40089F2A6457}"/>
                </a:ext>
              </a:extLst>
            </p:cNvPr>
            <p:cNvSpPr/>
            <p:nvPr/>
          </p:nvSpPr>
          <p:spPr>
            <a:xfrm>
              <a:off x="10460024" y="3227256"/>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39" name="矩形 38">
              <a:extLst>
                <a:ext uri="{FF2B5EF4-FFF2-40B4-BE49-F238E27FC236}">
                  <a16:creationId xmlns:a16="http://schemas.microsoft.com/office/drawing/2014/main" id="{DD804139-3F16-414A-93B0-E35F7345BC3C}"/>
                </a:ext>
              </a:extLst>
            </p:cNvPr>
            <p:cNvSpPr/>
            <p:nvPr/>
          </p:nvSpPr>
          <p:spPr>
            <a:xfrm>
              <a:off x="10723552" y="3227256"/>
              <a:ext cx="272104" cy="278524"/>
            </a:xfrm>
            <a:prstGeom prst="rect">
              <a:avLst/>
            </a:prstGeom>
            <a:solidFill>
              <a:srgbClr val="FFC000">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.27</a:t>
              </a:r>
              <a:endParaRPr lang="zh-CN" altLang="en-US" sz="1000">
                <a:solidFill>
                  <a:schemeClr val="tx1"/>
                </a:solidFill>
              </a:endParaRPr>
            </a:p>
          </p:txBody>
        </p:sp>
      </p:grpSp>
      <p:grpSp>
        <p:nvGrpSpPr>
          <p:cNvPr id="148" name="组合 147">
            <a:extLst>
              <a:ext uri="{FF2B5EF4-FFF2-40B4-BE49-F238E27FC236}">
                <a16:creationId xmlns:a16="http://schemas.microsoft.com/office/drawing/2014/main" id="{246990EE-C016-45CD-9C73-5C54EFC2F7D2}"/>
              </a:ext>
            </a:extLst>
          </p:cNvPr>
          <p:cNvGrpSpPr/>
          <p:nvPr/>
        </p:nvGrpSpPr>
        <p:grpSpPr>
          <a:xfrm>
            <a:off x="7752989" y="3583339"/>
            <a:ext cx="3242667" cy="299417"/>
            <a:chOff x="7752989" y="3583338"/>
            <a:chExt cx="3242667" cy="299417"/>
          </a:xfrm>
        </p:grpSpPr>
        <p:sp>
          <p:nvSpPr>
            <p:cNvPr id="23" name="文本框 22">
              <a:extLst>
                <a:ext uri="{FF2B5EF4-FFF2-40B4-BE49-F238E27FC236}">
                  <a16:creationId xmlns:a16="http://schemas.microsoft.com/office/drawing/2014/main" id="{758081C9-BA72-43E9-8CB8-69FB1EAAE603}"/>
                </a:ext>
              </a:extLst>
            </p:cNvPr>
            <p:cNvSpPr txBox="1"/>
            <p:nvPr/>
          </p:nvSpPr>
          <p:spPr>
            <a:xfrm>
              <a:off x="7752989" y="3636534"/>
              <a:ext cx="731151" cy="246221"/>
            </a:xfrm>
            <a:prstGeom prst="rect">
              <a:avLst/>
            </a:prstGeom>
            <a:noFill/>
          </p:spPr>
          <p:txBody>
            <a:bodyPr wrap="square" rtlCol="0">
              <a:spAutoFit/>
            </a:bodyPr>
            <a:lstStyle/>
            <a:p>
              <a:r>
                <a:rPr lang="zh-CN" altLang="en-US" sz="1000"/>
                <a:t>上班真好</a:t>
              </a:r>
            </a:p>
          </p:txBody>
        </p:sp>
        <p:cxnSp>
          <p:nvCxnSpPr>
            <p:cNvPr id="28" name="直接箭头连接符 27">
              <a:extLst>
                <a:ext uri="{FF2B5EF4-FFF2-40B4-BE49-F238E27FC236}">
                  <a16:creationId xmlns:a16="http://schemas.microsoft.com/office/drawing/2014/main" id="{728EEAB2-101D-49A4-97C5-5C5091445E3E}"/>
                </a:ext>
              </a:extLst>
            </p:cNvPr>
            <p:cNvCxnSpPr>
              <a:cxnSpLocks/>
            </p:cNvCxnSpPr>
            <p:nvPr/>
          </p:nvCxnSpPr>
          <p:spPr>
            <a:xfrm flipV="1">
              <a:off x="8403348" y="3772747"/>
              <a:ext cx="35893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C23C8DCC-AEB2-43D7-80E3-460FD200EA6A}"/>
                </a:ext>
              </a:extLst>
            </p:cNvPr>
            <p:cNvSpPr/>
            <p:nvPr/>
          </p:nvSpPr>
          <p:spPr>
            <a:xfrm>
              <a:off x="8821170" y="3583338"/>
              <a:ext cx="272104" cy="278524"/>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dirty="0">
                  <a:solidFill>
                    <a:schemeClr val="tx1"/>
                  </a:solidFill>
                </a:rPr>
                <a:t>.18</a:t>
              </a:r>
              <a:endParaRPr lang="zh-CN" altLang="en-US" sz="1000" dirty="0">
                <a:solidFill>
                  <a:schemeClr val="tx1"/>
                </a:solidFill>
              </a:endParaRPr>
            </a:p>
          </p:txBody>
        </p:sp>
        <p:sp>
          <p:nvSpPr>
            <p:cNvPr id="41" name="矩形 40">
              <a:extLst>
                <a:ext uri="{FF2B5EF4-FFF2-40B4-BE49-F238E27FC236}">
                  <a16:creationId xmlns:a16="http://schemas.microsoft.com/office/drawing/2014/main" id="{3760CCE0-7278-486C-BC8B-883413A5907C}"/>
                </a:ext>
              </a:extLst>
            </p:cNvPr>
            <p:cNvSpPr/>
            <p:nvPr/>
          </p:nvSpPr>
          <p:spPr>
            <a:xfrm>
              <a:off x="9094125" y="3583338"/>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42" name="矩形 41">
              <a:extLst>
                <a:ext uri="{FF2B5EF4-FFF2-40B4-BE49-F238E27FC236}">
                  <a16:creationId xmlns:a16="http://schemas.microsoft.com/office/drawing/2014/main" id="{808133D0-4EC5-4812-BC49-C2B80261677C}"/>
                </a:ext>
              </a:extLst>
            </p:cNvPr>
            <p:cNvSpPr/>
            <p:nvPr/>
          </p:nvSpPr>
          <p:spPr>
            <a:xfrm>
              <a:off x="9367080" y="3583338"/>
              <a:ext cx="272104" cy="278524"/>
            </a:xfrm>
            <a:prstGeom prst="rect">
              <a:avLst/>
            </a:prstGeom>
            <a:solidFill>
              <a:srgbClr val="92D050">
                <a:alpha val="32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.2</a:t>
              </a:r>
              <a:endParaRPr lang="zh-CN" altLang="en-US" sz="1000">
                <a:solidFill>
                  <a:schemeClr val="tx1"/>
                </a:solidFill>
              </a:endParaRPr>
            </a:p>
          </p:txBody>
        </p:sp>
        <p:sp>
          <p:nvSpPr>
            <p:cNvPr id="43" name="矩形 42">
              <a:extLst>
                <a:ext uri="{FF2B5EF4-FFF2-40B4-BE49-F238E27FC236}">
                  <a16:creationId xmlns:a16="http://schemas.microsoft.com/office/drawing/2014/main" id="{9D43A8D3-6DC9-4FC6-A8FB-33FDB8C086D4}"/>
                </a:ext>
              </a:extLst>
            </p:cNvPr>
            <p:cNvSpPr/>
            <p:nvPr/>
          </p:nvSpPr>
          <p:spPr>
            <a:xfrm>
              <a:off x="9641159" y="3583338"/>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44" name="矩形 43">
              <a:extLst>
                <a:ext uri="{FF2B5EF4-FFF2-40B4-BE49-F238E27FC236}">
                  <a16:creationId xmlns:a16="http://schemas.microsoft.com/office/drawing/2014/main" id="{8D171CC2-8CFC-4A82-B389-837AFBD925F2}"/>
                </a:ext>
              </a:extLst>
            </p:cNvPr>
            <p:cNvSpPr/>
            <p:nvPr/>
          </p:nvSpPr>
          <p:spPr>
            <a:xfrm>
              <a:off x="9914114" y="3583338"/>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45" name="矩形 44">
              <a:extLst>
                <a:ext uri="{FF2B5EF4-FFF2-40B4-BE49-F238E27FC236}">
                  <a16:creationId xmlns:a16="http://schemas.microsoft.com/office/drawing/2014/main" id="{C764E1A7-97D3-443B-9235-78912D057091}"/>
                </a:ext>
              </a:extLst>
            </p:cNvPr>
            <p:cNvSpPr/>
            <p:nvPr/>
          </p:nvSpPr>
          <p:spPr>
            <a:xfrm>
              <a:off x="10187069" y="3583338"/>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46" name="矩形 45">
              <a:extLst>
                <a:ext uri="{FF2B5EF4-FFF2-40B4-BE49-F238E27FC236}">
                  <a16:creationId xmlns:a16="http://schemas.microsoft.com/office/drawing/2014/main" id="{466BE8AB-3732-44A3-A99C-C74DBDCF44F6}"/>
                </a:ext>
              </a:extLst>
            </p:cNvPr>
            <p:cNvSpPr/>
            <p:nvPr/>
          </p:nvSpPr>
          <p:spPr>
            <a:xfrm>
              <a:off x="10460024" y="3583338"/>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47" name="矩形 46">
              <a:extLst>
                <a:ext uri="{FF2B5EF4-FFF2-40B4-BE49-F238E27FC236}">
                  <a16:creationId xmlns:a16="http://schemas.microsoft.com/office/drawing/2014/main" id="{22A95C8A-9B48-494D-87E5-1BD32CCE04B1}"/>
                </a:ext>
              </a:extLst>
            </p:cNvPr>
            <p:cNvSpPr/>
            <p:nvPr/>
          </p:nvSpPr>
          <p:spPr>
            <a:xfrm>
              <a:off x="10723552" y="3583338"/>
              <a:ext cx="272104" cy="27852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grpSp>
      <p:grpSp>
        <p:nvGrpSpPr>
          <p:cNvPr id="149" name="组合 148">
            <a:extLst>
              <a:ext uri="{FF2B5EF4-FFF2-40B4-BE49-F238E27FC236}">
                <a16:creationId xmlns:a16="http://schemas.microsoft.com/office/drawing/2014/main" id="{2436E235-4262-4520-A9C3-D34ED6338997}"/>
              </a:ext>
            </a:extLst>
          </p:cNvPr>
          <p:cNvGrpSpPr/>
          <p:nvPr/>
        </p:nvGrpSpPr>
        <p:grpSpPr>
          <a:xfrm>
            <a:off x="7752989" y="3967710"/>
            <a:ext cx="3242667" cy="293942"/>
            <a:chOff x="7752989" y="3967703"/>
            <a:chExt cx="3242667" cy="293942"/>
          </a:xfrm>
        </p:grpSpPr>
        <p:sp>
          <p:nvSpPr>
            <p:cNvPr id="24" name="文本框 23">
              <a:extLst>
                <a:ext uri="{FF2B5EF4-FFF2-40B4-BE49-F238E27FC236}">
                  <a16:creationId xmlns:a16="http://schemas.microsoft.com/office/drawing/2014/main" id="{9BF1E74C-10E7-42B4-BF54-62FEFA9618FA}"/>
                </a:ext>
              </a:extLst>
            </p:cNvPr>
            <p:cNvSpPr txBox="1"/>
            <p:nvPr/>
          </p:nvSpPr>
          <p:spPr>
            <a:xfrm>
              <a:off x="7752989" y="4015424"/>
              <a:ext cx="731151" cy="246221"/>
            </a:xfrm>
            <a:prstGeom prst="rect">
              <a:avLst/>
            </a:prstGeom>
            <a:noFill/>
          </p:spPr>
          <p:txBody>
            <a:bodyPr wrap="square" rtlCol="0">
              <a:spAutoFit/>
            </a:bodyPr>
            <a:lstStyle/>
            <a:p>
              <a:r>
                <a:rPr lang="zh-CN" altLang="en-US" sz="1000"/>
                <a:t>我爱工作</a:t>
              </a:r>
            </a:p>
          </p:txBody>
        </p:sp>
        <p:cxnSp>
          <p:nvCxnSpPr>
            <p:cNvPr id="29" name="直接箭头连接符 28">
              <a:extLst>
                <a:ext uri="{FF2B5EF4-FFF2-40B4-BE49-F238E27FC236}">
                  <a16:creationId xmlns:a16="http://schemas.microsoft.com/office/drawing/2014/main" id="{31C702B6-86CD-49F1-9CA1-FC6DB43DAC10}"/>
                </a:ext>
              </a:extLst>
            </p:cNvPr>
            <p:cNvCxnSpPr>
              <a:cxnSpLocks/>
            </p:cNvCxnSpPr>
            <p:nvPr/>
          </p:nvCxnSpPr>
          <p:spPr>
            <a:xfrm flipV="1">
              <a:off x="8403348" y="4157112"/>
              <a:ext cx="35893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4E0ABFD3-485A-4552-B6D0-606AACF606CD}"/>
                </a:ext>
              </a:extLst>
            </p:cNvPr>
            <p:cNvSpPr/>
            <p:nvPr/>
          </p:nvSpPr>
          <p:spPr>
            <a:xfrm>
              <a:off x="8821170" y="3967703"/>
              <a:ext cx="272104" cy="278524"/>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.19</a:t>
              </a:r>
              <a:endParaRPr lang="zh-CN" altLang="en-US" sz="1000">
                <a:solidFill>
                  <a:schemeClr val="tx1"/>
                </a:solidFill>
              </a:endParaRPr>
            </a:p>
          </p:txBody>
        </p:sp>
        <p:sp>
          <p:nvSpPr>
            <p:cNvPr id="49" name="矩形 48">
              <a:extLst>
                <a:ext uri="{FF2B5EF4-FFF2-40B4-BE49-F238E27FC236}">
                  <a16:creationId xmlns:a16="http://schemas.microsoft.com/office/drawing/2014/main" id="{7884E6EA-BC05-4B2D-A165-4A76C51992E2}"/>
                </a:ext>
              </a:extLst>
            </p:cNvPr>
            <p:cNvSpPr/>
            <p:nvPr/>
          </p:nvSpPr>
          <p:spPr>
            <a:xfrm>
              <a:off x="9094125" y="3967703"/>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-.3</a:t>
              </a:r>
              <a:endParaRPr lang="zh-CN" altLang="en-US" sz="1000">
                <a:solidFill>
                  <a:schemeClr val="tx1"/>
                </a:solidFill>
              </a:endParaRPr>
            </a:p>
          </p:txBody>
        </p:sp>
        <p:sp>
          <p:nvSpPr>
            <p:cNvPr id="50" name="矩形 49">
              <a:extLst>
                <a:ext uri="{FF2B5EF4-FFF2-40B4-BE49-F238E27FC236}">
                  <a16:creationId xmlns:a16="http://schemas.microsoft.com/office/drawing/2014/main" id="{1AE92DE1-A3F0-4B98-B07C-B85BCF5B8B87}"/>
                </a:ext>
              </a:extLst>
            </p:cNvPr>
            <p:cNvSpPr/>
            <p:nvPr/>
          </p:nvSpPr>
          <p:spPr>
            <a:xfrm>
              <a:off x="9367080" y="3967703"/>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51" name="矩形 50">
              <a:extLst>
                <a:ext uri="{FF2B5EF4-FFF2-40B4-BE49-F238E27FC236}">
                  <a16:creationId xmlns:a16="http://schemas.microsoft.com/office/drawing/2014/main" id="{010EE0F0-07C4-4FA7-A16C-EE7BA165D6E5}"/>
                </a:ext>
              </a:extLst>
            </p:cNvPr>
            <p:cNvSpPr/>
            <p:nvPr/>
          </p:nvSpPr>
          <p:spPr>
            <a:xfrm>
              <a:off x="9641159" y="3967703"/>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52" name="矩形 51">
              <a:extLst>
                <a:ext uri="{FF2B5EF4-FFF2-40B4-BE49-F238E27FC236}">
                  <a16:creationId xmlns:a16="http://schemas.microsoft.com/office/drawing/2014/main" id="{DEAFEAE9-A56E-4533-A53B-297C5D92965D}"/>
                </a:ext>
              </a:extLst>
            </p:cNvPr>
            <p:cNvSpPr/>
            <p:nvPr/>
          </p:nvSpPr>
          <p:spPr>
            <a:xfrm>
              <a:off x="9914114" y="3967703"/>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53" name="矩形 52">
              <a:extLst>
                <a:ext uri="{FF2B5EF4-FFF2-40B4-BE49-F238E27FC236}">
                  <a16:creationId xmlns:a16="http://schemas.microsoft.com/office/drawing/2014/main" id="{8A0A1C87-DB2F-451A-98D9-EC0691391A82}"/>
                </a:ext>
              </a:extLst>
            </p:cNvPr>
            <p:cNvSpPr/>
            <p:nvPr/>
          </p:nvSpPr>
          <p:spPr>
            <a:xfrm>
              <a:off x="10187069" y="3967703"/>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54" name="矩形 53">
              <a:extLst>
                <a:ext uri="{FF2B5EF4-FFF2-40B4-BE49-F238E27FC236}">
                  <a16:creationId xmlns:a16="http://schemas.microsoft.com/office/drawing/2014/main" id="{0603FA0D-349C-45A6-B8A3-E53A7426CA04}"/>
                </a:ext>
              </a:extLst>
            </p:cNvPr>
            <p:cNvSpPr/>
            <p:nvPr/>
          </p:nvSpPr>
          <p:spPr>
            <a:xfrm>
              <a:off x="10460024" y="3967703"/>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55" name="矩形 54">
              <a:extLst>
                <a:ext uri="{FF2B5EF4-FFF2-40B4-BE49-F238E27FC236}">
                  <a16:creationId xmlns:a16="http://schemas.microsoft.com/office/drawing/2014/main" id="{42DDB98F-8350-47F1-9CE9-9CB4D9ED4BB1}"/>
                </a:ext>
              </a:extLst>
            </p:cNvPr>
            <p:cNvSpPr/>
            <p:nvPr/>
          </p:nvSpPr>
          <p:spPr>
            <a:xfrm>
              <a:off x="10723552" y="3967703"/>
              <a:ext cx="272104" cy="27852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grpSp>
      <p:grpSp>
        <p:nvGrpSpPr>
          <p:cNvPr id="150" name="组合 149">
            <a:extLst>
              <a:ext uri="{FF2B5EF4-FFF2-40B4-BE49-F238E27FC236}">
                <a16:creationId xmlns:a16="http://schemas.microsoft.com/office/drawing/2014/main" id="{D7CCC97B-1B0B-47CB-93B3-8501CA202DA9}"/>
              </a:ext>
            </a:extLst>
          </p:cNvPr>
          <p:cNvGrpSpPr/>
          <p:nvPr/>
        </p:nvGrpSpPr>
        <p:grpSpPr>
          <a:xfrm>
            <a:off x="7752989" y="4314374"/>
            <a:ext cx="3242667" cy="288467"/>
            <a:chOff x="7752989" y="4314362"/>
            <a:chExt cx="3242667" cy="288466"/>
          </a:xfrm>
        </p:grpSpPr>
        <p:sp>
          <p:nvSpPr>
            <p:cNvPr id="25" name="文本框 24">
              <a:extLst>
                <a:ext uri="{FF2B5EF4-FFF2-40B4-BE49-F238E27FC236}">
                  <a16:creationId xmlns:a16="http://schemas.microsoft.com/office/drawing/2014/main" id="{5868F263-B30F-49F0-9B35-8E535916CF65}"/>
                </a:ext>
              </a:extLst>
            </p:cNvPr>
            <p:cNvSpPr txBox="1"/>
            <p:nvPr/>
          </p:nvSpPr>
          <p:spPr>
            <a:xfrm>
              <a:off x="7752989" y="4356608"/>
              <a:ext cx="731151" cy="246220"/>
            </a:xfrm>
            <a:prstGeom prst="rect">
              <a:avLst/>
            </a:prstGeom>
            <a:noFill/>
          </p:spPr>
          <p:txBody>
            <a:bodyPr wrap="square" rtlCol="0">
              <a:spAutoFit/>
            </a:bodyPr>
            <a:lstStyle/>
            <a:p>
              <a:r>
                <a:rPr lang="zh-CN" altLang="en-US" sz="1000"/>
                <a:t>拒绝加班</a:t>
              </a:r>
            </a:p>
          </p:txBody>
        </p:sp>
        <p:cxnSp>
          <p:nvCxnSpPr>
            <p:cNvPr id="30" name="直接箭头连接符 29">
              <a:extLst>
                <a:ext uri="{FF2B5EF4-FFF2-40B4-BE49-F238E27FC236}">
                  <a16:creationId xmlns:a16="http://schemas.microsoft.com/office/drawing/2014/main" id="{21171175-EBF1-4F4E-B209-79FDE294A61B}"/>
                </a:ext>
              </a:extLst>
            </p:cNvPr>
            <p:cNvCxnSpPr>
              <a:cxnSpLocks/>
            </p:cNvCxnSpPr>
            <p:nvPr/>
          </p:nvCxnSpPr>
          <p:spPr>
            <a:xfrm flipV="1">
              <a:off x="8403348" y="4503771"/>
              <a:ext cx="35893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矩形 55">
              <a:extLst>
                <a:ext uri="{FF2B5EF4-FFF2-40B4-BE49-F238E27FC236}">
                  <a16:creationId xmlns:a16="http://schemas.microsoft.com/office/drawing/2014/main" id="{ADCCCED4-7E35-4AD3-BA40-98BC5DB49F18}"/>
                </a:ext>
              </a:extLst>
            </p:cNvPr>
            <p:cNvSpPr/>
            <p:nvPr/>
          </p:nvSpPr>
          <p:spPr>
            <a:xfrm>
              <a:off x="8821170" y="4314362"/>
              <a:ext cx="272104" cy="27852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.8</a:t>
              </a:r>
              <a:endParaRPr lang="zh-CN" altLang="en-US" sz="1000">
                <a:solidFill>
                  <a:schemeClr val="tx1"/>
                </a:solidFill>
              </a:endParaRPr>
            </a:p>
          </p:txBody>
        </p:sp>
        <p:sp>
          <p:nvSpPr>
            <p:cNvPr id="57" name="矩形 56">
              <a:extLst>
                <a:ext uri="{FF2B5EF4-FFF2-40B4-BE49-F238E27FC236}">
                  <a16:creationId xmlns:a16="http://schemas.microsoft.com/office/drawing/2014/main" id="{724C9CBB-5F62-4C53-94AE-78087C0ED152}"/>
                </a:ext>
              </a:extLst>
            </p:cNvPr>
            <p:cNvSpPr/>
            <p:nvPr/>
          </p:nvSpPr>
          <p:spPr>
            <a:xfrm>
              <a:off x="9094125" y="4314362"/>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58" name="矩形 57">
              <a:extLst>
                <a:ext uri="{FF2B5EF4-FFF2-40B4-BE49-F238E27FC236}">
                  <a16:creationId xmlns:a16="http://schemas.microsoft.com/office/drawing/2014/main" id="{787E3360-DFF3-4AC6-B996-2378DBD12894}"/>
                </a:ext>
              </a:extLst>
            </p:cNvPr>
            <p:cNvSpPr/>
            <p:nvPr/>
          </p:nvSpPr>
          <p:spPr>
            <a:xfrm>
              <a:off x="9367080" y="4314362"/>
              <a:ext cx="272104" cy="278524"/>
            </a:xfrm>
            <a:prstGeom prst="rect">
              <a:avLst/>
            </a:prstGeom>
            <a:solidFill>
              <a:srgbClr val="FF0000">
                <a:alpha val="12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-.3</a:t>
              </a:r>
              <a:endParaRPr lang="zh-CN" altLang="en-US" sz="1000">
                <a:solidFill>
                  <a:schemeClr val="tx1"/>
                </a:solidFill>
              </a:endParaRPr>
            </a:p>
          </p:txBody>
        </p:sp>
        <p:sp>
          <p:nvSpPr>
            <p:cNvPr id="59" name="矩形 58">
              <a:extLst>
                <a:ext uri="{FF2B5EF4-FFF2-40B4-BE49-F238E27FC236}">
                  <a16:creationId xmlns:a16="http://schemas.microsoft.com/office/drawing/2014/main" id="{C057CDA3-81F4-4C20-BD9E-DA7990A7BA08}"/>
                </a:ext>
              </a:extLst>
            </p:cNvPr>
            <p:cNvSpPr/>
            <p:nvPr/>
          </p:nvSpPr>
          <p:spPr>
            <a:xfrm>
              <a:off x="9641159" y="4314362"/>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61" name="矩形 60">
              <a:extLst>
                <a:ext uri="{FF2B5EF4-FFF2-40B4-BE49-F238E27FC236}">
                  <a16:creationId xmlns:a16="http://schemas.microsoft.com/office/drawing/2014/main" id="{A69EA335-83D1-4F3B-8568-C255089BDEC5}"/>
                </a:ext>
              </a:extLst>
            </p:cNvPr>
            <p:cNvSpPr/>
            <p:nvPr/>
          </p:nvSpPr>
          <p:spPr>
            <a:xfrm>
              <a:off x="9914114" y="4314362"/>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62" name="矩形 61">
              <a:extLst>
                <a:ext uri="{FF2B5EF4-FFF2-40B4-BE49-F238E27FC236}">
                  <a16:creationId xmlns:a16="http://schemas.microsoft.com/office/drawing/2014/main" id="{9D0DEC7F-B971-478D-BD39-DE9B8D64B860}"/>
                </a:ext>
              </a:extLst>
            </p:cNvPr>
            <p:cNvSpPr/>
            <p:nvPr/>
          </p:nvSpPr>
          <p:spPr>
            <a:xfrm>
              <a:off x="10187069" y="4314362"/>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63" name="矩形 62">
              <a:extLst>
                <a:ext uri="{FF2B5EF4-FFF2-40B4-BE49-F238E27FC236}">
                  <a16:creationId xmlns:a16="http://schemas.microsoft.com/office/drawing/2014/main" id="{7D2F50A3-7B00-4F68-8A3A-EE3D78F90629}"/>
                </a:ext>
              </a:extLst>
            </p:cNvPr>
            <p:cNvSpPr/>
            <p:nvPr/>
          </p:nvSpPr>
          <p:spPr>
            <a:xfrm>
              <a:off x="10460024" y="4314362"/>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64" name="矩形 63">
              <a:extLst>
                <a:ext uri="{FF2B5EF4-FFF2-40B4-BE49-F238E27FC236}">
                  <a16:creationId xmlns:a16="http://schemas.microsoft.com/office/drawing/2014/main" id="{1E7A657E-51E5-4F3B-B086-EF380CB3F410}"/>
                </a:ext>
              </a:extLst>
            </p:cNvPr>
            <p:cNvSpPr/>
            <p:nvPr/>
          </p:nvSpPr>
          <p:spPr>
            <a:xfrm>
              <a:off x="10723552" y="4314362"/>
              <a:ext cx="272104" cy="27852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.6</a:t>
              </a:r>
              <a:endParaRPr lang="zh-CN" altLang="en-US" sz="1000">
                <a:solidFill>
                  <a:schemeClr val="tx1"/>
                </a:solidFill>
              </a:endParaRPr>
            </a:p>
          </p:txBody>
        </p:sp>
      </p:grpSp>
      <p:grpSp>
        <p:nvGrpSpPr>
          <p:cNvPr id="151" name="组合 150">
            <a:extLst>
              <a:ext uri="{FF2B5EF4-FFF2-40B4-BE49-F238E27FC236}">
                <a16:creationId xmlns:a16="http://schemas.microsoft.com/office/drawing/2014/main" id="{502DDCE9-BE84-46CC-BFF5-94EC4C714143}"/>
              </a:ext>
            </a:extLst>
          </p:cNvPr>
          <p:cNvGrpSpPr/>
          <p:nvPr/>
        </p:nvGrpSpPr>
        <p:grpSpPr>
          <a:xfrm>
            <a:off x="7752989" y="4670447"/>
            <a:ext cx="3242667" cy="282993"/>
            <a:chOff x="7752989" y="4670446"/>
            <a:chExt cx="3242667" cy="282993"/>
          </a:xfrm>
        </p:grpSpPr>
        <p:sp>
          <p:nvSpPr>
            <p:cNvPr id="26" name="文本框 25">
              <a:extLst>
                <a:ext uri="{FF2B5EF4-FFF2-40B4-BE49-F238E27FC236}">
                  <a16:creationId xmlns:a16="http://schemas.microsoft.com/office/drawing/2014/main" id="{BB7194F1-AB4E-4A3A-B8C8-90DAF986FD4B}"/>
                </a:ext>
              </a:extLst>
            </p:cNvPr>
            <p:cNvSpPr txBox="1"/>
            <p:nvPr/>
          </p:nvSpPr>
          <p:spPr>
            <a:xfrm>
              <a:off x="7752989" y="4707218"/>
              <a:ext cx="731151" cy="246221"/>
            </a:xfrm>
            <a:prstGeom prst="rect">
              <a:avLst/>
            </a:prstGeom>
            <a:noFill/>
          </p:spPr>
          <p:txBody>
            <a:bodyPr wrap="square" rtlCol="0">
              <a:spAutoFit/>
            </a:bodyPr>
            <a:lstStyle/>
            <a:p>
              <a:r>
                <a:rPr lang="zh-CN" altLang="en-US" sz="1000"/>
                <a:t>我要躺平</a:t>
              </a:r>
            </a:p>
          </p:txBody>
        </p:sp>
        <p:cxnSp>
          <p:nvCxnSpPr>
            <p:cNvPr id="31" name="直接箭头连接符 30">
              <a:extLst>
                <a:ext uri="{FF2B5EF4-FFF2-40B4-BE49-F238E27FC236}">
                  <a16:creationId xmlns:a16="http://schemas.microsoft.com/office/drawing/2014/main" id="{8A312519-8726-47BC-A6C2-5A7F081E027D}"/>
                </a:ext>
              </a:extLst>
            </p:cNvPr>
            <p:cNvCxnSpPr>
              <a:cxnSpLocks/>
            </p:cNvCxnSpPr>
            <p:nvPr/>
          </p:nvCxnSpPr>
          <p:spPr>
            <a:xfrm flipV="1">
              <a:off x="8403348" y="4859855"/>
              <a:ext cx="35893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0D874136-1EFB-4D30-AB36-55DD377273C4}"/>
                </a:ext>
              </a:extLst>
            </p:cNvPr>
            <p:cNvSpPr/>
            <p:nvPr/>
          </p:nvSpPr>
          <p:spPr>
            <a:xfrm>
              <a:off x="8821170" y="4670446"/>
              <a:ext cx="272104" cy="27852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.7</a:t>
              </a:r>
              <a:endParaRPr lang="zh-CN" altLang="en-US" sz="1000">
                <a:solidFill>
                  <a:schemeClr val="tx1"/>
                </a:solidFill>
              </a:endParaRPr>
            </a:p>
          </p:txBody>
        </p:sp>
        <p:sp>
          <p:nvSpPr>
            <p:cNvPr id="66" name="矩形 65">
              <a:extLst>
                <a:ext uri="{FF2B5EF4-FFF2-40B4-BE49-F238E27FC236}">
                  <a16:creationId xmlns:a16="http://schemas.microsoft.com/office/drawing/2014/main" id="{4E1725A0-615D-488E-9626-FE74E71394F9}"/>
                </a:ext>
              </a:extLst>
            </p:cNvPr>
            <p:cNvSpPr/>
            <p:nvPr/>
          </p:nvSpPr>
          <p:spPr>
            <a:xfrm>
              <a:off x="9094125" y="4670446"/>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67" name="矩形 66">
              <a:extLst>
                <a:ext uri="{FF2B5EF4-FFF2-40B4-BE49-F238E27FC236}">
                  <a16:creationId xmlns:a16="http://schemas.microsoft.com/office/drawing/2014/main" id="{45265C4B-E151-4ACD-B795-FE0523ACEDE6}"/>
                </a:ext>
              </a:extLst>
            </p:cNvPr>
            <p:cNvSpPr/>
            <p:nvPr/>
          </p:nvSpPr>
          <p:spPr>
            <a:xfrm>
              <a:off x="9367080" y="4670446"/>
              <a:ext cx="272104" cy="278524"/>
            </a:xfrm>
            <a:prstGeom prst="rect">
              <a:avLst/>
            </a:prstGeom>
            <a:solidFill>
              <a:srgbClr val="FF0000">
                <a:alpha val="12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68" name="矩形 67">
              <a:extLst>
                <a:ext uri="{FF2B5EF4-FFF2-40B4-BE49-F238E27FC236}">
                  <a16:creationId xmlns:a16="http://schemas.microsoft.com/office/drawing/2014/main" id="{100B5945-392F-4FA2-B4D1-F155C76DD781}"/>
                </a:ext>
              </a:extLst>
            </p:cNvPr>
            <p:cNvSpPr/>
            <p:nvPr/>
          </p:nvSpPr>
          <p:spPr>
            <a:xfrm>
              <a:off x="9641159" y="4670446"/>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69" name="矩形 68">
              <a:extLst>
                <a:ext uri="{FF2B5EF4-FFF2-40B4-BE49-F238E27FC236}">
                  <a16:creationId xmlns:a16="http://schemas.microsoft.com/office/drawing/2014/main" id="{2A7DBDEF-8418-47A9-A19E-ABEC62E36EC0}"/>
                </a:ext>
              </a:extLst>
            </p:cNvPr>
            <p:cNvSpPr/>
            <p:nvPr/>
          </p:nvSpPr>
          <p:spPr>
            <a:xfrm>
              <a:off x="9914114" y="4670446"/>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70" name="矩形 69">
              <a:extLst>
                <a:ext uri="{FF2B5EF4-FFF2-40B4-BE49-F238E27FC236}">
                  <a16:creationId xmlns:a16="http://schemas.microsoft.com/office/drawing/2014/main" id="{B591320C-C86B-4345-89ED-8E9D16A58A34}"/>
                </a:ext>
              </a:extLst>
            </p:cNvPr>
            <p:cNvSpPr/>
            <p:nvPr/>
          </p:nvSpPr>
          <p:spPr>
            <a:xfrm>
              <a:off x="10187069" y="4670446"/>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71" name="矩形 70">
              <a:extLst>
                <a:ext uri="{FF2B5EF4-FFF2-40B4-BE49-F238E27FC236}">
                  <a16:creationId xmlns:a16="http://schemas.microsoft.com/office/drawing/2014/main" id="{54BF2C02-9DA1-4899-82B7-1B567044DCB0}"/>
                </a:ext>
              </a:extLst>
            </p:cNvPr>
            <p:cNvSpPr/>
            <p:nvPr/>
          </p:nvSpPr>
          <p:spPr>
            <a:xfrm>
              <a:off x="10460024" y="4670446"/>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72" name="矩形 71">
              <a:extLst>
                <a:ext uri="{FF2B5EF4-FFF2-40B4-BE49-F238E27FC236}">
                  <a16:creationId xmlns:a16="http://schemas.microsoft.com/office/drawing/2014/main" id="{A5B2F179-4876-4E3B-B8BD-472BE620EAA2}"/>
                </a:ext>
              </a:extLst>
            </p:cNvPr>
            <p:cNvSpPr/>
            <p:nvPr/>
          </p:nvSpPr>
          <p:spPr>
            <a:xfrm>
              <a:off x="10723552" y="4670446"/>
              <a:ext cx="272104" cy="27852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.7</a:t>
              </a:r>
              <a:endParaRPr lang="zh-CN" altLang="en-US" sz="1000">
                <a:solidFill>
                  <a:schemeClr val="tx1"/>
                </a:solidFill>
              </a:endParaRPr>
            </a:p>
          </p:txBody>
        </p:sp>
      </p:grpSp>
      <p:cxnSp>
        <p:nvCxnSpPr>
          <p:cNvPr id="84" name="直接箭头连接符 83">
            <a:extLst>
              <a:ext uri="{FF2B5EF4-FFF2-40B4-BE49-F238E27FC236}">
                <a16:creationId xmlns:a16="http://schemas.microsoft.com/office/drawing/2014/main" id="{F8EEBFD6-E5D9-4C19-B3BF-56525C437D6C}"/>
              </a:ext>
            </a:extLst>
          </p:cNvPr>
          <p:cNvCxnSpPr>
            <a:cxnSpLocks/>
            <a:stCxn id="19" idx="2"/>
          </p:cNvCxnSpPr>
          <p:nvPr/>
        </p:nvCxnSpPr>
        <p:spPr>
          <a:xfrm>
            <a:off x="8936656" y="2858503"/>
            <a:ext cx="0" cy="36546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5" name="流程图: 磁盘 84">
            <a:extLst>
              <a:ext uri="{FF2B5EF4-FFF2-40B4-BE49-F238E27FC236}">
                <a16:creationId xmlns:a16="http://schemas.microsoft.com/office/drawing/2014/main" id="{AD86AD58-33EC-41A9-AE97-663C301A22F9}"/>
              </a:ext>
            </a:extLst>
          </p:cNvPr>
          <p:cNvSpPr/>
          <p:nvPr/>
        </p:nvSpPr>
        <p:spPr>
          <a:xfrm>
            <a:off x="4491582" y="4832267"/>
            <a:ext cx="3742441" cy="1977716"/>
          </a:xfrm>
          <a:prstGeom prst="flowChartMagneticDisk">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sz="1351" dirty="0"/>
          </a:p>
        </p:txBody>
      </p:sp>
      <p:cxnSp>
        <p:nvCxnSpPr>
          <p:cNvPr id="87" name="直接箭头连接符 86">
            <a:extLst>
              <a:ext uri="{FF2B5EF4-FFF2-40B4-BE49-F238E27FC236}">
                <a16:creationId xmlns:a16="http://schemas.microsoft.com/office/drawing/2014/main" id="{74F571AB-FE1C-410B-9002-C184B28A8301}"/>
              </a:ext>
            </a:extLst>
          </p:cNvPr>
          <p:cNvCxnSpPr>
            <a:cxnSpLocks/>
            <a:stCxn id="16" idx="2"/>
            <a:endCxn id="85" idx="1"/>
          </p:cNvCxnSpPr>
          <p:nvPr/>
        </p:nvCxnSpPr>
        <p:spPr>
          <a:xfrm flipH="1">
            <a:off x="6362803" y="3052411"/>
            <a:ext cx="14431" cy="17798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89" name="直接连接符 88">
            <a:extLst>
              <a:ext uri="{FF2B5EF4-FFF2-40B4-BE49-F238E27FC236}">
                <a16:creationId xmlns:a16="http://schemas.microsoft.com/office/drawing/2014/main" id="{3F64F1EC-5956-4498-A29E-9E36DE25A470}"/>
              </a:ext>
            </a:extLst>
          </p:cNvPr>
          <p:cNvCxnSpPr>
            <a:cxnSpLocks/>
            <a:endCxn id="24" idx="1"/>
          </p:cNvCxnSpPr>
          <p:nvPr/>
        </p:nvCxnSpPr>
        <p:spPr>
          <a:xfrm>
            <a:off x="6377232" y="4138538"/>
            <a:ext cx="1375757" cy="4"/>
          </a:xfrm>
          <a:prstGeom prst="line">
            <a:avLst/>
          </a:prstGeom>
        </p:spPr>
        <p:style>
          <a:lnRef idx="3">
            <a:schemeClr val="accent1"/>
          </a:lnRef>
          <a:fillRef idx="0">
            <a:schemeClr val="accent1"/>
          </a:fillRef>
          <a:effectRef idx="2">
            <a:schemeClr val="accent1"/>
          </a:effectRef>
          <a:fontRef idx="minor">
            <a:schemeClr val="tx1"/>
          </a:fontRef>
        </p:style>
      </p:cxnSp>
      <p:grpSp>
        <p:nvGrpSpPr>
          <p:cNvPr id="142" name="组合 141">
            <a:extLst>
              <a:ext uri="{FF2B5EF4-FFF2-40B4-BE49-F238E27FC236}">
                <a16:creationId xmlns:a16="http://schemas.microsoft.com/office/drawing/2014/main" id="{F1A0347A-000E-4548-9892-54828D877486}"/>
              </a:ext>
            </a:extLst>
          </p:cNvPr>
          <p:cNvGrpSpPr/>
          <p:nvPr/>
        </p:nvGrpSpPr>
        <p:grpSpPr>
          <a:xfrm>
            <a:off x="4619471" y="5073246"/>
            <a:ext cx="3490789" cy="278524"/>
            <a:chOff x="4619469" y="5073244"/>
            <a:chExt cx="3490789" cy="278524"/>
          </a:xfrm>
        </p:grpSpPr>
        <p:sp>
          <p:nvSpPr>
            <p:cNvPr id="92" name="矩形 91">
              <a:extLst>
                <a:ext uri="{FF2B5EF4-FFF2-40B4-BE49-F238E27FC236}">
                  <a16:creationId xmlns:a16="http://schemas.microsoft.com/office/drawing/2014/main" id="{6044EB67-FC2D-4468-A3B2-F5520E45D2D1}"/>
                </a:ext>
              </a:extLst>
            </p:cNvPr>
            <p:cNvSpPr/>
            <p:nvPr/>
          </p:nvSpPr>
          <p:spPr>
            <a:xfrm>
              <a:off x="4619469" y="5073244"/>
              <a:ext cx="272104" cy="278524"/>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dirty="0">
                  <a:solidFill>
                    <a:schemeClr val="tx1"/>
                  </a:solidFill>
                </a:rPr>
                <a:t>.21</a:t>
              </a:r>
              <a:endParaRPr lang="zh-CN" altLang="en-US" sz="1000" dirty="0">
                <a:solidFill>
                  <a:schemeClr val="tx1"/>
                </a:solidFill>
              </a:endParaRPr>
            </a:p>
          </p:txBody>
        </p:sp>
        <p:sp>
          <p:nvSpPr>
            <p:cNvPr id="93" name="矩形 92">
              <a:extLst>
                <a:ext uri="{FF2B5EF4-FFF2-40B4-BE49-F238E27FC236}">
                  <a16:creationId xmlns:a16="http://schemas.microsoft.com/office/drawing/2014/main" id="{CAD29C3B-7434-4B02-81B3-595AB68780EE}"/>
                </a:ext>
              </a:extLst>
            </p:cNvPr>
            <p:cNvSpPr/>
            <p:nvPr/>
          </p:nvSpPr>
          <p:spPr>
            <a:xfrm>
              <a:off x="4892424" y="5073244"/>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-.5</a:t>
              </a:r>
              <a:endParaRPr lang="zh-CN" altLang="en-US" sz="1000">
                <a:solidFill>
                  <a:schemeClr val="tx1"/>
                </a:solidFill>
              </a:endParaRPr>
            </a:p>
          </p:txBody>
        </p:sp>
        <p:sp>
          <p:nvSpPr>
            <p:cNvPr id="94" name="矩形 93">
              <a:extLst>
                <a:ext uri="{FF2B5EF4-FFF2-40B4-BE49-F238E27FC236}">
                  <a16:creationId xmlns:a16="http://schemas.microsoft.com/office/drawing/2014/main" id="{83459FA9-F091-430F-93FA-8C11ACF5A709}"/>
                </a:ext>
              </a:extLst>
            </p:cNvPr>
            <p:cNvSpPr/>
            <p:nvPr/>
          </p:nvSpPr>
          <p:spPr>
            <a:xfrm>
              <a:off x="5165379" y="5073244"/>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95" name="矩形 94">
              <a:extLst>
                <a:ext uri="{FF2B5EF4-FFF2-40B4-BE49-F238E27FC236}">
                  <a16:creationId xmlns:a16="http://schemas.microsoft.com/office/drawing/2014/main" id="{DEF50368-5DDB-4426-8BF1-4BBBB32A7574}"/>
                </a:ext>
              </a:extLst>
            </p:cNvPr>
            <p:cNvSpPr/>
            <p:nvPr/>
          </p:nvSpPr>
          <p:spPr>
            <a:xfrm>
              <a:off x="5439458"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dirty="0">
                  <a:solidFill>
                    <a:schemeClr val="tx1"/>
                  </a:solidFill>
                </a:rPr>
                <a:t>...</a:t>
              </a:r>
              <a:endParaRPr lang="zh-CN" altLang="en-US" sz="1000" dirty="0">
                <a:solidFill>
                  <a:schemeClr val="tx1"/>
                </a:solidFill>
              </a:endParaRPr>
            </a:p>
          </p:txBody>
        </p:sp>
        <p:sp>
          <p:nvSpPr>
            <p:cNvPr id="96" name="矩形 95">
              <a:extLst>
                <a:ext uri="{FF2B5EF4-FFF2-40B4-BE49-F238E27FC236}">
                  <a16:creationId xmlns:a16="http://schemas.microsoft.com/office/drawing/2014/main" id="{F4AA5FB7-FAB7-41A3-8F09-D1C12A65B7FA}"/>
                </a:ext>
              </a:extLst>
            </p:cNvPr>
            <p:cNvSpPr/>
            <p:nvPr/>
          </p:nvSpPr>
          <p:spPr>
            <a:xfrm>
              <a:off x="5712413"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97" name="矩形 96">
              <a:extLst>
                <a:ext uri="{FF2B5EF4-FFF2-40B4-BE49-F238E27FC236}">
                  <a16:creationId xmlns:a16="http://schemas.microsoft.com/office/drawing/2014/main" id="{79DD5C55-1F7D-410D-B8D1-EC9FDDB6B4E5}"/>
                </a:ext>
              </a:extLst>
            </p:cNvPr>
            <p:cNvSpPr/>
            <p:nvPr/>
          </p:nvSpPr>
          <p:spPr>
            <a:xfrm>
              <a:off x="5985368"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98" name="矩形 97">
              <a:extLst>
                <a:ext uri="{FF2B5EF4-FFF2-40B4-BE49-F238E27FC236}">
                  <a16:creationId xmlns:a16="http://schemas.microsoft.com/office/drawing/2014/main" id="{158A7BFA-3C37-4EC1-99B3-687CC90481B2}"/>
                </a:ext>
              </a:extLst>
            </p:cNvPr>
            <p:cNvSpPr/>
            <p:nvPr/>
          </p:nvSpPr>
          <p:spPr>
            <a:xfrm>
              <a:off x="6258323"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99" name="矩形 98">
              <a:extLst>
                <a:ext uri="{FF2B5EF4-FFF2-40B4-BE49-F238E27FC236}">
                  <a16:creationId xmlns:a16="http://schemas.microsoft.com/office/drawing/2014/main" id="{82380ADA-2452-4679-B2C4-2CE7AFE8386C}"/>
                </a:ext>
              </a:extLst>
            </p:cNvPr>
            <p:cNvSpPr/>
            <p:nvPr/>
          </p:nvSpPr>
          <p:spPr>
            <a:xfrm>
              <a:off x="6521851" y="5073244"/>
              <a:ext cx="272104" cy="278524"/>
            </a:xfrm>
            <a:prstGeom prst="rect">
              <a:avLst/>
            </a:prstGeom>
            <a:solidFill>
              <a:srgbClr val="FFC000">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.27</a:t>
              </a:r>
              <a:endParaRPr lang="zh-CN" altLang="en-US" sz="1000">
                <a:solidFill>
                  <a:schemeClr val="tx1"/>
                </a:solidFill>
              </a:endParaRPr>
            </a:p>
          </p:txBody>
        </p:sp>
        <p:sp>
          <p:nvSpPr>
            <p:cNvPr id="100" name="矩形 99">
              <a:extLst>
                <a:ext uri="{FF2B5EF4-FFF2-40B4-BE49-F238E27FC236}">
                  <a16:creationId xmlns:a16="http://schemas.microsoft.com/office/drawing/2014/main" id="{3F665AEB-6FAD-40E7-BBBD-38E56DFB5D9A}"/>
                </a:ext>
              </a:extLst>
            </p:cNvPr>
            <p:cNvSpPr/>
            <p:nvPr/>
          </p:nvSpPr>
          <p:spPr>
            <a:xfrm>
              <a:off x="6884789" y="5086520"/>
              <a:ext cx="1225469"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我爱上班</a:t>
              </a:r>
            </a:p>
          </p:txBody>
        </p:sp>
      </p:grpSp>
      <p:grpSp>
        <p:nvGrpSpPr>
          <p:cNvPr id="143" name="组合 142">
            <a:extLst>
              <a:ext uri="{FF2B5EF4-FFF2-40B4-BE49-F238E27FC236}">
                <a16:creationId xmlns:a16="http://schemas.microsoft.com/office/drawing/2014/main" id="{180C31CA-735D-434A-9461-655AEBCCE43D}"/>
              </a:ext>
            </a:extLst>
          </p:cNvPr>
          <p:cNvGrpSpPr/>
          <p:nvPr/>
        </p:nvGrpSpPr>
        <p:grpSpPr>
          <a:xfrm>
            <a:off x="4619471" y="5375783"/>
            <a:ext cx="3490789" cy="278524"/>
            <a:chOff x="4619469" y="5375781"/>
            <a:chExt cx="3490789" cy="278524"/>
          </a:xfrm>
        </p:grpSpPr>
        <p:sp>
          <p:nvSpPr>
            <p:cNvPr id="101" name="矩形 100">
              <a:extLst>
                <a:ext uri="{FF2B5EF4-FFF2-40B4-BE49-F238E27FC236}">
                  <a16:creationId xmlns:a16="http://schemas.microsoft.com/office/drawing/2014/main" id="{EA2D811D-76DE-45BC-83CE-C9B1C7B8ACF5}"/>
                </a:ext>
              </a:extLst>
            </p:cNvPr>
            <p:cNvSpPr/>
            <p:nvPr/>
          </p:nvSpPr>
          <p:spPr>
            <a:xfrm>
              <a:off x="4619469" y="5375781"/>
              <a:ext cx="272104" cy="278524"/>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.18</a:t>
              </a:r>
              <a:endParaRPr lang="zh-CN" altLang="en-US" sz="1000">
                <a:solidFill>
                  <a:schemeClr val="tx1"/>
                </a:solidFill>
              </a:endParaRPr>
            </a:p>
          </p:txBody>
        </p:sp>
        <p:sp>
          <p:nvSpPr>
            <p:cNvPr id="102" name="矩形 101">
              <a:extLst>
                <a:ext uri="{FF2B5EF4-FFF2-40B4-BE49-F238E27FC236}">
                  <a16:creationId xmlns:a16="http://schemas.microsoft.com/office/drawing/2014/main" id="{56522BDB-6BA4-4519-93D1-AD83EDC73591}"/>
                </a:ext>
              </a:extLst>
            </p:cNvPr>
            <p:cNvSpPr/>
            <p:nvPr/>
          </p:nvSpPr>
          <p:spPr>
            <a:xfrm>
              <a:off x="4892424" y="5375781"/>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103" name="矩形 102">
              <a:extLst>
                <a:ext uri="{FF2B5EF4-FFF2-40B4-BE49-F238E27FC236}">
                  <a16:creationId xmlns:a16="http://schemas.microsoft.com/office/drawing/2014/main" id="{6D1C8D31-4A50-4E45-BDBF-88E0002A454E}"/>
                </a:ext>
              </a:extLst>
            </p:cNvPr>
            <p:cNvSpPr/>
            <p:nvPr/>
          </p:nvSpPr>
          <p:spPr>
            <a:xfrm>
              <a:off x="5165379" y="5375781"/>
              <a:ext cx="272104" cy="278524"/>
            </a:xfrm>
            <a:prstGeom prst="rect">
              <a:avLst/>
            </a:prstGeom>
            <a:solidFill>
              <a:srgbClr val="92D050">
                <a:alpha val="32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.2</a:t>
              </a:r>
              <a:endParaRPr lang="zh-CN" altLang="en-US" sz="1000">
                <a:solidFill>
                  <a:schemeClr val="tx1"/>
                </a:solidFill>
              </a:endParaRPr>
            </a:p>
          </p:txBody>
        </p:sp>
        <p:sp>
          <p:nvSpPr>
            <p:cNvPr id="104" name="矩形 103">
              <a:extLst>
                <a:ext uri="{FF2B5EF4-FFF2-40B4-BE49-F238E27FC236}">
                  <a16:creationId xmlns:a16="http://schemas.microsoft.com/office/drawing/2014/main" id="{B32117B5-C31C-4289-A8D2-4E4327C07B45}"/>
                </a:ext>
              </a:extLst>
            </p:cNvPr>
            <p:cNvSpPr/>
            <p:nvPr/>
          </p:nvSpPr>
          <p:spPr>
            <a:xfrm>
              <a:off x="5439458" y="5375781"/>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05" name="矩形 104">
              <a:extLst>
                <a:ext uri="{FF2B5EF4-FFF2-40B4-BE49-F238E27FC236}">
                  <a16:creationId xmlns:a16="http://schemas.microsoft.com/office/drawing/2014/main" id="{17C11A3A-FF7C-4C04-BF18-1CB71E5D5B12}"/>
                </a:ext>
              </a:extLst>
            </p:cNvPr>
            <p:cNvSpPr/>
            <p:nvPr/>
          </p:nvSpPr>
          <p:spPr>
            <a:xfrm>
              <a:off x="5712413" y="5375781"/>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06" name="矩形 105">
              <a:extLst>
                <a:ext uri="{FF2B5EF4-FFF2-40B4-BE49-F238E27FC236}">
                  <a16:creationId xmlns:a16="http://schemas.microsoft.com/office/drawing/2014/main" id="{F46C2594-FBAC-4993-9B19-941AFB9359AE}"/>
                </a:ext>
              </a:extLst>
            </p:cNvPr>
            <p:cNvSpPr/>
            <p:nvPr/>
          </p:nvSpPr>
          <p:spPr>
            <a:xfrm>
              <a:off x="5985368" y="5375781"/>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07" name="矩形 106">
              <a:extLst>
                <a:ext uri="{FF2B5EF4-FFF2-40B4-BE49-F238E27FC236}">
                  <a16:creationId xmlns:a16="http://schemas.microsoft.com/office/drawing/2014/main" id="{A724B2A7-4920-41D2-AE6B-3CE4ADD735B6}"/>
                </a:ext>
              </a:extLst>
            </p:cNvPr>
            <p:cNvSpPr/>
            <p:nvPr/>
          </p:nvSpPr>
          <p:spPr>
            <a:xfrm>
              <a:off x="6258323" y="5375781"/>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08" name="矩形 107">
              <a:extLst>
                <a:ext uri="{FF2B5EF4-FFF2-40B4-BE49-F238E27FC236}">
                  <a16:creationId xmlns:a16="http://schemas.microsoft.com/office/drawing/2014/main" id="{F9C8CAD8-4E66-4423-89A5-5C3AE7C0BA4F}"/>
                </a:ext>
              </a:extLst>
            </p:cNvPr>
            <p:cNvSpPr/>
            <p:nvPr/>
          </p:nvSpPr>
          <p:spPr>
            <a:xfrm>
              <a:off x="6521851" y="5375781"/>
              <a:ext cx="272104" cy="27852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109" name="矩形 108">
              <a:extLst>
                <a:ext uri="{FF2B5EF4-FFF2-40B4-BE49-F238E27FC236}">
                  <a16:creationId xmlns:a16="http://schemas.microsoft.com/office/drawing/2014/main" id="{CAFD5406-FE73-4A6E-9052-5D584BB27F73}"/>
                </a:ext>
              </a:extLst>
            </p:cNvPr>
            <p:cNvSpPr/>
            <p:nvPr/>
          </p:nvSpPr>
          <p:spPr>
            <a:xfrm>
              <a:off x="6894993" y="5394640"/>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上班真好</a:t>
              </a:r>
            </a:p>
          </p:txBody>
        </p:sp>
      </p:grpSp>
      <p:grpSp>
        <p:nvGrpSpPr>
          <p:cNvPr id="144" name="组合 143">
            <a:extLst>
              <a:ext uri="{FF2B5EF4-FFF2-40B4-BE49-F238E27FC236}">
                <a16:creationId xmlns:a16="http://schemas.microsoft.com/office/drawing/2014/main" id="{E38DBBDF-AA30-4921-AC4B-F9C0BEF90B8F}"/>
              </a:ext>
            </a:extLst>
          </p:cNvPr>
          <p:cNvGrpSpPr/>
          <p:nvPr/>
        </p:nvGrpSpPr>
        <p:grpSpPr>
          <a:xfrm>
            <a:off x="4627103" y="5689371"/>
            <a:ext cx="3483157" cy="278524"/>
            <a:chOff x="4627101" y="5689370"/>
            <a:chExt cx="3483157" cy="278524"/>
          </a:xfrm>
        </p:grpSpPr>
        <p:sp>
          <p:nvSpPr>
            <p:cNvPr id="110" name="矩形 109">
              <a:extLst>
                <a:ext uri="{FF2B5EF4-FFF2-40B4-BE49-F238E27FC236}">
                  <a16:creationId xmlns:a16="http://schemas.microsoft.com/office/drawing/2014/main" id="{A6718581-668F-4BCB-ABBD-FFBB52A33AC2}"/>
                </a:ext>
              </a:extLst>
            </p:cNvPr>
            <p:cNvSpPr/>
            <p:nvPr/>
          </p:nvSpPr>
          <p:spPr>
            <a:xfrm>
              <a:off x="4627101" y="5689370"/>
              <a:ext cx="272104" cy="278524"/>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.19</a:t>
              </a:r>
              <a:endParaRPr lang="zh-CN" altLang="en-US" sz="1000">
                <a:solidFill>
                  <a:schemeClr val="tx1"/>
                </a:solidFill>
              </a:endParaRPr>
            </a:p>
          </p:txBody>
        </p:sp>
        <p:sp>
          <p:nvSpPr>
            <p:cNvPr id="111" name="矩形 110">
              <a:extLst>
                <a:ext uri="{FF2B5EF4-FFF2-40B4-BE49-F238E27FC236}">
                  <a16:creationId xmlns:a16="http://schemas.microsoft.com/office/drawing/2014/main" id="{704B50AC-08EA-4758-8376-2784EC43BFD3}"/>
                </a:ext>
              </a:extLst>
            </p:cNvPr>
            <p:cNvSpPr/>
            <p:nvPr/>
          </p:nvSpPr>
          <p:spPr>
            <a:xfrm>
              <a:off x="4900056" y="5689370"/>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-.3</a:t>
              </a:r>
              <a:endParaRPr lang="zh-CN" altLang="en-US" sz="1000">
                <a:solidFill>
                  <a:schemeClr val="tx1"/>
                </a:solidFill>
              </a:endParaRPr>
            </a:p>
          </p:txBody>
        </p:sp>
        <p:sp>
          <p:nvSpPr>
            <p:cNvPr id="112" name="矩形 111">
              <a:extLst>
                <a:ext uri="{FF2B5EF4-FFF2-40B4-BE49-F238E27FC236}">
                  <a16:creationId xmlns:a16="http://schemas.microsoft.com/office/drawing/2014/main" id="{E52A8F9C-FB7E-4BA9-ACC0-D63001CD4C0D}"/>
                </a:ext>
              </a:extLst>
            </p:cNvPr>
            <p:cNvSpPr/>
            <p:nvPr/>
          </p:nvSpPr>
          <p:spPr>
            <a:xfrm>
              <a:off x="5173011" y="5689370"/>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113" name="矩形 112">
              <a:extLst>
                <a:ext uri="{FF2B5EF4-FFF2-40B4-BE49-F238E27FC236}">
                  <a16:creationId xmlns:a16="http://schemas.microsoft.com/office/drawing/2014/main" id="{18AE52F5-44A9-4CEA-8A70-274C0BE1C679}"/>
                </a:ext>
              </a:extLst>
            </p:cNvPr>
            <p:cNvSpPr/>
            <p:nvPr/>
          </p:nvSpPr>
          <p:spPr>
            <a:xfrm>
              <a:off x="5447090" y="5689370"/>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14" name="矩形 113">
              <a:extLst>
                <a:ext uri="{FF2B5EF4-FFF2-40B4-BE49-F238E27FC236}">
                  <a16:creationId xmlns:a16="http://schemas.microsoft.com/office/drawing/2014/main" id="{21027AEF-227B-4840-871A-A384ACBFE5EF}"/>
                </a:ext>
              </a:extLst>
            </p:cNvPr>
            <p:cNvSpPr/>
            <p:nvPr/>
          </p:nvSpPr>
          <p:spPr>
            <a:xfrm>
              <a:off x="5720045" y="5689370"/>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15" name="矩形 114">
              <a:extLst>
                <a:ext uri="{FF2B5EF4-FFF2-40B4-BE49-F238E27FC236}">
                  <a16:creationId xmlns:a16="http://schemas.microsoft.com/office/drawing/2014/main" id="{ACFD3965-836D-4915-A3C3-6C5AF756769F}"/>
                </a:ext>
              </a:extLst>
            </p:cNvPr>
            <p:cNvSpPr/>
            <p:nvPr/>
          </p:nvSpPr>
          <p:spPr>
            <a:xfrm>
              <a:off x="5993000" y="5689370"/>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16" name="矩形 115">
              <a:extLst>
                <a:ext uri="{FF2B5EF4-FFF2-40B4-BE49-F238E27FC236}">
                  <a16:creationId xmlns:a16="http://schemas.microsoft.com/office/drawing/2014/main" id="{A82069BD-3B0A-4C30-9C14-7BB789FFC551}"/>
                </a:ext>
              </a:extLst>
            </p:cNvPr>
            <p:cNvSpPr/>
            <p:nvPr/>
          </p:nvSpPr>
          <p:spPr>
            <a:xfrm>
              <a:off x="6265955" y="5689370"/>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17" name="矩形 116">
              <a:extLst>
                <a:ext uri="{FF2B5EF4-FFF2-40B4-BE49-F238E27FC236}">
                  <a16:creationId xmlns:a16="http://schemas.microsoft.com/office/drawing/2014/main" id="{43174E07-89C9-4168-A4BA-8EB7BC23C1A4}"/>
                </a:ext>
              </a:extLst>
            </p:cNvPr>
            <p:cNvSpPr/>
            <p:nvPr/>
          </p:nvSpPr>
          <p:spPr>
            <a:xfrm>
              <a:off x="6529483" y="5689370"/>
              <a:ext cx="272104" cy="27852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139" name="矩形 138">
              <a:extLst>
                <a:ext uri="{FF2B5EF4-FFF2-40B4-BE49-F238E27FC236}">
                  <a16:creationId xmlns:a16="http://schemas.microsoft.com/office/drawing/2014/main" id="{7250B07C-E937-4BCD-A7FF-B8CCDBF0F56B}"/>
                </a:ext>
              </a:extLst>
            </p:cNvPr>
            <p:cNvSpPr/>
            <p:nvPr/>
          </p:nvSpPr>
          <p:spPr>
            <a:xfrm>
              <a:off x="6894993" y="5713371"/>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我爱工作</a:t>
              </a:r>
            </a:p>
          </p:txBody>
        </p:sp>
      </p:grpSp>
      <p:grpSp>
        <p:nvGrpSpPr>
          <p:cNvPr id="145" name="组合 144">
            <a:extLst>
              <a:ext uri="{FF2B5EF4-FFF2-40B4-BE49-F238E27FC236}">
                <a16:creationId xmlns:a16="http://schemas.microsoft.com/office/drawing/2014/main" id="{C39A748B-4E44-446D-8670-CF29F0F823E5}"/>
              </a:ext>
            </a:extLst>
          </p:cNvPr>
          <p:cNvGrpSpPr/>
          <p:nvPr/>
        </p:nvGrpSpPr>
        <p:grpSpPr>
          <a:xfrm>
            <a:off x="4627103" y="5998323"/>
            <a:ext cx="3483157" cy="278524"/>
            <a:chOff x="4627101" y="5998321"/>
            <a:chExt cx="3483157" cy="278524"/>
          </a:xfrm>
        </p:grpSpPr>
        <p:sp>
          <p:nvSpPr>
            <p:cNvPr id="118" name="矩形 117">
              <a:extLst>
                <a:ext uri="{FF2B5EF4-FFF2-40B4-BE49-F238E27FC236}">
                  <a16:creationId xmlns:a16="http://schemas.microsoft.com/office/drawing/2014/main" id="{05E023E4-2129-4E40-B324-BFBF546BFA49}"/>
                </a:ext>
              </a:extLst>
            </p:cNvPr>
            <p:cNvSpPr/>
            <p:nvPr/>
          </p:nvSpPr>
          <p:spPr>
            <a:xfrm>
              <a:off x="4627101" y="5998321"/>
              <a:ext cx="272104" cy="27852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.8</a:t>
              </a:r>
              <a:endParaRPr lang="zh-CN" altLang="en-US" sz="1000">
                <a:solidFill>
                  <a:schemeClr val="tx1"/>
                </a:solidFill>
              </a:endParaRPr>
            </a:p>
          </p:txBody>
        </p:sp>
        <p:sp>
          <p:nvSpPr>
            <p:cNvPr id="119" name="矩形 118">
              <a:extLst>
                <a:ext uri="{FF2B5EF4-FFF2-40B4-BE49-F238E27FC236}">
                  <a16:creationId xmlns:a16="http://schemas.microsoft.com/office/drawing/2014/main" id="{9AF3E23C-8A39-41F0-BD8D-FC6B6B62BBDA}"/>
                </a:ext>
              </a:extLst>
            </p:cNvPr>
            <p:cNvSpPr/>
            <p:nvPr/>
          </p:nvSpPr>
          <p:spPr>
            <a:xfrm>
              <a:off x="4900056" y="5998321"/>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120" name="矩形 119">
              <a:extLst>
                <a:ext uri="{FF2B5EF4-FFF2-40B4-BE49-F238E27FC236}">
                  <a16:creationId xmlns:a16="http://schemas.microsoft.com/office/drawing/2014/main" id="{35B13D5F-7014-4660-AC5F-3B1382F5C73F}"/>
                </a:ext>
              </a:extLst>
            </p:cNvPr>
            <p:cNvSpPr/>
            <p:nvPr/>
          </p:nvSpPr>
          <p:spPr>
            <a:xfrm>
              <a:off x="5173011" y="5998321"/>
              <a:ext cx="272104" cy="278524"/>
            </a:xfrm>
            <a:prstGeom prst="rect">
              <a:avLst/>
            </a:prstGeom>
            <a:solidFill>
              <a:srgbClr val="FF0000">
                <a:alpha val="12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-.3</a:t>
              </a:r>
              <a:endParaRPr lang="zh-CN" altLang="en-US" sz="1000">
                <a:solidFill>
                  <a:schemeClr val="tx1"/>
                </a:solidFill>
              </a:endParaRPr>
            </a:p>
          </p:txBody>
        </p:sp>
        <p:sp>
          <p:nvSpPr>
            <p:cNvPr id="121" name="矩形 120">
              <a:extLst>
                <a:ext uri="{FF2B5EF4-FFF2-40B4-BE49-F238E27FC236}">
                  <a16:creationId xmlns:a16="http://schemas.microsoft.com/office/drawing/2014/main" id="{C5C6E139-F9EB-4D44-8B8C-592DE0260EB8}"/>
                </a:ext>
              </a:extLst>
            </p:cNvPr>
            <p:cNvSpPr/>
            <p:nvPr/>
          </p:nvSpPr>
          <p:spPr>
            <a:xfrm>
              <a:off x="5447090" y="5998321"/>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22" name="矩形 121">
              <a:extLst>
                <a:ext uri="{FF2B5EF4-FFF2-40B4-BE49-F238E27FC236}">
                  <a16:creationId xmlns:a16="http://schemas.microsoft.com/office/drawing/2014/main" id="{E7C00A29-A050-4878-AE3D-142D02414F80}"/>
                </a:ext>
              </a:extLst>
            </p:cNvPr>
            <p:cNvSpPr/>
            <p:nvPr/>
          </p:nvSpPr>
          <p:spPr>
            <a:xfrm>
              <a:off x="5720045" y="5998321"/>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23" name="矩形 122">
              <a:extLst>
                <a:ext uri="{FF2B5EF4-FFF2-40B4-BE49-F238E27FC236}">
                  <a16:creationId xmlns:a16="http://schemas.microsoft.com/office/drawing/2014/main" id="{BC78EEFA-4644-410C-9470-991F7171AF24}"/>
                </a:ext>
              </a:extLst>
            </p:cNvPr>
            <p:cNvSpPr/>
            <p:nvPr/>
          </p:nvSpPr>
          <p:spPr>
            <a:xfrm>
              <a:off x="5993000" y="5998321"/>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24" name="矩形 123">
              <a:extLst>
                <a:ext uri="{FF2B5EF4-FFF2-40B4-BE49-F238E27FC236}">
                  <a16:creationId xmlns:a16="http://schemas.microsoft.com/office/drawing/2014/main" id="{29E7A067-E1BA-4CA1-AC30-E312B61D6510}"/>
                </a:ext>
              </a:extLst>
            </p:cNvPr>
            <p:cNvSpPr/>
            <p:nvPr/>
          </p:nvSpPr>
          <p:spPr>
            <a:xfrm>
              <a:off x="6265955" y="5998321"/>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25" name="矩形 124">
              <a:extLst>
                <a:ext uri="{FF2B5EF4-FFF2-40B4-BE49-F238E27FC236}">
                  <a16:creationId xmlns:a16="http://schemas.microsoft.com/office/drawing/2014/main" id="{BD332715-1187-4AF1-A1B5-C5C163AD35DE}"/>
                </a:ext>
              </a:extLst>
            </p:cNvPr>
            <p:cNvSpPr/>
            <p:nvPr/>
          </p:nvSpPr>
          <p:spPr>
            <a:xfrm>
              <a:off x="6529483" y="5998321"/>
              <a:ext cx="272104" cy="27852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.6</a:t>
              </a:r>
              <a:endParaRPr lang="zh-CN" altLang="en-US" sz="1000">
                <a:solidFill>
                  <a:schemeClr val="tx1"/>
                </a:solidFill>
              </a:endParaRPr>
            </a:p>
          </p:txBody>
        </p:sp>
        <p:sp>
          <p:nvSpPr>
            <p:cNvPr id="140" name="矩形 139">
              <a:extLst>
                <a:ext uri="{FF2B5EF4-FFF2-40B4-BE49-F238E27FC236}">
                  <a16:creationId xmlns:a16="http://schemas.microsoft.com/office/drawing/2014/main" id="{865B8A75-B916-46B6-83C7-83411EAE76EA}"/>
                </a:ext>
              </a:extLst>
            </p:cNvPr>
            <p:cNvSpPr/>
            <p:nvPr/>
          </p:nvSpPr>
          <p:spPr>
            <a:xfrm>
              <a:off x="6894993" y="6009829"/>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拒绝加班</a:t>
              </a:r>
            </a:p>
          </p:txBody>
        </p:sp>
      </p:grpSp>
      <p:grpSp>
        <p:nvGrpSpPr>
          <p:cNvPr id="146" name="组合 145">
            <a:extLst>
              <a:ext uri="{FF2B5EF4-FFF2-40B4-BE49-F238E27FC236}">
                <a16:creationId xmlns:a16="http://schemas.microsoft.com/office/drawing/2014/main" id="{3E7B20B8-570C-49AB-A138-D097560E4EFA}"/>
              </a:ext>
            </a:extLst>
          </p:cNvPr>
          <p:cNvGrpSpPr/>
          <p:nvPr/>
        </p:nvGrpSpPr>
        <p:grpSpPr>
          <a:xfrm>
            <a:off x="4627103" y="6306289"/>
            <a:ext cx="3483157" cy="279507"/>
            <a:chOff x="4627101" y="6306287"/>
            <a:chExt cx="3483157" cy="279507"/>
          </a:xfrm>
        </p:grpSpPr>
        <p:sp>
          <p:nvSpPr>
            <p:cNvPr id="126" name="矩形 125">
              <a:extLst>
                <a:ext uri="{FF2B5EF4-FFF2-40B4-BE49-F238E27FC236}">
                  <a16:creationId xmlns:a16="http://schemas.microsoft.com/office/drawing/2014/main" id="{D83AD4A8-16CE-42A1-BCD1-0CA915D41992}"/>
                </a:ext>
              </a:extLst>
            </p:cNvPr>
            <p:cNvSpPr/>
            <p:nvPr/>
          </p:nvSpPr>
          <p:spPr>
            <a:xfrm>
              <a:off x="4627101" y="6307270"/>
              <a:ext cx="272104" cy="27852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.7</a:t>
              </a:r>
              <a:endParaRPr lang="zh-CN" altLang="en-US" sz="1000">
                <a:solidFill>
                  <a:schemeClr val="tx1"/>
                </a:solidFill>
              </a:endParaRPr>
            </a:p>
          </p:txBody>
        </p:sp>
        <p:sp>
          <p:nvSpPr>
            <p:cNvPr id="127" name="矩形 126">
              <a:extLst>
                <a:ext uri="{FF2B5EF4-FFF2-40B4-BE49-F238E27FC236}">
                  <a16:creationId xmlns:a16="http://schemas.microsoft.com/office/drawing/2014/main" id="{30D9A993-1E9A-424F-8895-D5D2966326BE}"/>
                </a:ext>
              </a:extLst>
            </p:cNvPr>
            <p:cNvSpPr/>
            <p:nvPr/>
          </p:nvSpPr>
          <p:spPr>
            <a:xfrm>
              <a:off x="4900056" y="6307270"/>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128" name="矩形 127">
              <a:extLst>
                <a:ext uri="{FF2B5EF4-FFF2-40B4-BE49-F238E27FC236}">
                  <a16:creationId xmlns:a16="http://schemas.microsoft.com/office/drawing/2014/main" id="{78A0417E-4D08-4836-8F00-EC112EEFFDDC}"/>
                </a:ext>
              </a:extLst>
            </p:cNvPr>
            <p:cNvSpPr/>
            <p:nvPr/>
          </p:nvSpPr>
          <p:spPr>
            <a:xfrm>
              <a:off x="5173011" y="6307270"/>
              <a:ext cx="272104" cy="278524"/>
            </a:xfrm>
            <a:prstGeom prst="rect">
              <a:avLst/>
            </a:prstGeom>
            <a:solidFill>
              <a:srgbClr val="FF0000">
                <a:alpha val="12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129" name="矩形 128">
              <a:extLst>
                <a:ext uri="{FF2B5EF4-FFF2-40B4-BE49-F238E27FC236}">
                  <a16:creationId xmlns:a16="http://schemas.microsoft.com/office/drawing/2014/main" id="{B8ADB4A1-A0F5-4348-9384-07AD632D77F9}"/>
                </a:ext>
              </a:extLst>
            </p:cNvPr>
            <p:cNvSpPr/>
            <p:nvPr/>
          </p:nvSpPr>
          <p:spPr>
            <a:xfrm>
              <a:off x="5447090" y="6307270"/>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30" name="矩形 129">
              <a:extLst>
                <a:ext uri="{FF2B5EF4-FFF2-40B4-BE49-F238E27FC236}">
                  <a16:creationId xmlns:a16="http://schemas.microsoft.com/office/drawing/2014/main" id="{B72FF96E-4DC2-454E-A78E-E58FBF43B3E4}"/>
                </a:ext>
              </a:extLst>
            </p:cNvPr>
            <p:cNvSpPr/>
            <p:nvPr/>
          </p:nvSpPr>
          <p:spPr>
            <a:xfrm>
              <a:off x="5720045" y="6307270"/>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31" name="矩形 130">
              <a:extLst>
                <a:ext uri="{FF2B5EF4-FFF2-40B4-BE49-F238E27FC236}">
                  <a16:creationId xmlns:a16="http://schemas.microsoft.com/office/drawing/2014/main" id="{1D56D6D4-451B-4317-9ECB-D146A0DDA1D6}"/>
                </a:ext>
              </a:extLst>
            </p:cNvPr>
            <p:cNvSpPr/>
            <p:nvPr/>
          </p:nvSpPr>
          <p:spPr>
            <a:xfrm>
              <a:off x="5993000" y="6307270"/>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32" name="矩形 131">
              <a:extLst>
                <a:ext uri="{FF2B5EF4-FFF2-40B4-BE49-F238E27FC236}">
                  <a16:creationId xmlns:a16="http://schemas.microsoft.com/office/drawing/2014/main" id="{401654FE-0FE8-4187-8357-5D878F05E20F}"/>
                </a:ext>
              </a:extLst>
            </p:cNvPr>
            <p:cNvSpPr/>
            <p:nvPr/>
          </p:nvSpPr>
          <p:spPr>
            <a:xfrm>
              <a:off x="6265955" y="6307270"/>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133" name="矩形 132">
              <a:extLst>
                <a:ext uri="{FF2B5EF4-FFF2-40B4-BE49-F238E27FC236}">
                  <a16:creationId xmlns:a16="http://schemas.microsoft.com/office/drawing/2014/main" id="{7D49D393-37B9-4B1B-A4C0-388899F442A5}"/>
                </a:ext>
              </a:extLst>
            </p:cNvPr>
            <p:cNvSpPr/>
            <p:nvPr/>
          </p:nvSpPr>
          <p:spPr>
            <a:xfrm>
              <a:off x="6529483" y="6307270"/>
              <a:ext cx="272104" cy="27852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.7</a:t>
              </a:r>
              <a:endParaRPr lang="zh-CN" altLang="en-US" sz="1000">
                <a:solidFill>
                  <a:schemeClr val="tx1"/>
                </a:solidFill>
              </a:endParaRPr>
            </a:p>
          </p:txBody>
        </p:sp>
        <p:sp>
          <p:nvSpPr>
            <p:cNvPr id="141" name="矩形 140">
              <a:extLst>
                <a:ext uri="{FF2B5EF4-FFF2-40B4-BE49-F238E27FC236}">
                  <a16:creationId xmlns:a16="http://schemas.microsoft.com/office/drawing/2014/main" id="{413CF03A-6188-45CD-805F-BFD161B32A3C}"/>
                </a:ext>
              </a:extLst>
            </p:cNvPr>
            <p:cNvSpPr/>
            <p:nvPr/>
          </p:nvSpPr>
          <p:spPr>
            <a:xfrm>
              <a:off x="6894993" y="6306287"/>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我要躺平</a:t>
              </a:r>
            </a:p>
          </p:txBody>
        </p:sp>
      </p:grpSp>
    </p:spTree>
    <p:extLst>
      <p:ext uri="{BB962C8B-B14F-4D97-AF65-F5344CB8AC3E}">
        <p14:creationId xmlns:p14="http://schemas.microsoft.com/office/powerpoint/2010/main" val="7288184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anim calcmode="lin" valueType="num">
                                      <p:cBhvr>
                                        <p:cTn id="26" dur="1000" fill="hold"/>
                                        <p:tgtEl>
                                          <p:spTgt spid="13"/>
                                        </p:tgtEl>
                                        <p:attrNameLst>
                                          <p:attrName>ppt_x</p:attrName>
                                        </p:attrNameLst>
                                      </p:cBhvr>
                                      <p:tavLst>
                                        <p:tav tm="0">
                                          <p:val>
                                            <p:strVal val="#ppt_x"/>
                                          </p:val>
                                        </p:tav>
                                        <p:tav tm="100000">
                                          <p:val>
                                            <p:strVal val="#ppt_x"/>
                                          </p:val>
                                        </p:tav>
                                      </p:tavLst>
                                    </p:anim>
                                    <p:anim calcmode="lin" valueType="num">
                                      <p:cBhvr>
                                        <p:cTn id="27" dur="1000" fill="hold"/>
                                        <p:tgtEl>
                                          <p:spTgt spid="13"/>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2"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childTnLst>
                          </p:cTn>
                        </p:par>
                        <p:par>
                          <p:cTn id="34" fill="hold">
                            <p:stCondLst>
                              <p:cond delay="4500"/>
                            </p:stCondLst>
                            <p:childTnLst>
                              <p:par>
                                <p:cTn id="35" presetID="42"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par>
                          <p:cTn id="40" fill="hold">
                            <p:stCondLst>
                              <p:cond delay="5500"/>
                            </p:stCondLst>
                            <p:childTnLst>
                              <p:par>
                                <p:cTn id="41" presetID="42"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1000"/>
                                        <p:tgtEl>
                                          <p:spTgt spid="16"/>
                                        </p:tgtEl>
                                      </p:cBhvr>
                                    </p:animEffect>
                                    <p:anim calcmode="lin" valueType="num">
                                      <p:cBhvr>
                                        <p:cTn id="44" dur="1000" fill="hold"/>
                                        <p:tgtEl>
                                          <p:spTgt spid="16"/>
                                        </p:tgtEl>
                                        <p:attrNameLst>
                                          <p:attrName>ppt_x</p:attrName>
                                        </p:attrNameLst>
                                      </p:cBhvr>
                                      <p:tavLst>
                                        <p:tav tm="0">
                                          <p:val>
                                            <p:strVal val="#ppt_x"/>
                                          </p:val>
                                        </p:tav>
                                        <p:tav tm="100000">
                                          <p:val>
                                            <p:strVal val="#ppt_x"/>
                                          </p:val>
                                        </p:tav>
                                      </p:tavLst>
                                    </p:anim>
                                    <p:anim calcmode="lin" valueType="num">
                                      <p:cBhvr>
                                        <p:cTn id="4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50" dur="500"/>
                                        <p:tgtEl>
                                          <p:spTgt spid="21"/>
                                        </p:tgtEl>
                                      </p:cBhvr>
                                    </p:animEffect>
                                  </p:childTnLst>
                                </p:cTn>
                              </p:par>
                              <p:par>
                                <p:cTn id="51" presetID="22" presetClass="entr" presetSubtype="8"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500"/>
                                        <p:tgtEl>
                                          <p:spTgt spid="19"/>
                                        </p:tgtEl>
                                      </p:cBhvr>
                                    </p:animEffect>
                                  </p:childTnLst>
                                </p:cTn>
                              </p:par>
                              <p:par>
                                <p:cTn id="54" presetID="22" presetClass="entr" presetSubtype="1" fill="hold" nodeType="withEffect">
                                  <p:stCondLst>
                                    <p:cond delay="0"/>
                                  </p:stCondLst>
                                  <p:childTnLst>
                                    <p:set>
                                      <p:cBhvr>
                                        <p:cTn id="55" dur="1" fill="hold">
                                          <p:stCondLst>
                                            <p:cond delay="0"/>
                                          </p:stCondLst>
                                        </p:cTn>
                                        <p:tgtEl>
                                          <p:spTgt spid="84"/>
                                        </p:tgtEl>
                                        <p:attrNameLst>
                                          <p:attrName>style.visibility</p:attrName>
                                        </p:attrNameLst>
                                      </p:cBhvr>
                                      <p:to>
                                        <p:strVal val="visible"/>
                                      </p:to>
                                    </p:set>
                                    <p:animEffect transition="in" filter="wipe(up)">
                                      <p:cBhvr>
                                        <p:cTn id="56" dur="500"/>
                                        <p:tgtEl>
                                          <p:spTgt spid="84"/>
                                        </p:tgtEl>
                                      </p:cBhvr>
                                    </p:animEffect>
                                  </p:childTnLst>
                                </p:cTn>
                              </p:par>
                            </p:childTnLst>
                          </p:cTn>
                        </p:par>
                        <p:par>
                          <p:cTn id="57" fill="hold">
                            <p:stCondLst>
                              <p:cond delay="500"/>
                            </p:stCondLst>
                            <p:childTnLst>
                              <p:par>
                                <p:cTn id="58" presetID="47" presetClass="entr" presetSubtype="0" fill="hold" nodeType="afterEffect">
                                  <p:stCondLst>
                                    <p:cond delay="0"/>
                                  </p:stCondLst>
                                  <p:childTnLst>
                                    <p:set>
                                      <p:cBhvr>
                                        <p:cTn id="59" dur="1" fill="hold">
                                          <p:stCondLst>
                                            <p:cond delay="0"/>
                                          </p:stCondLst>
                                        </p:cTn>
                                        <p:tgtEl>
                                          <p:spTgt spid="147"/>
                                        </p:tgtEl>
                                        <p:attrNameLst>
                                          <p:attrName>style.visibility</p:attrName>
                                        </p:attrNameLst>
                                      </p:cBhvr>
                                      <p:to>
                                        <p:strVal val="visible"/>
                                      </p:to>
                                    </p:set>
                                    <p:animEffect transition="in" filter="fade">
                                      <p:cBhvr>
                                        <p:cTn id="60" dur="1000"/>
                                        <p:tgtEl>
                                          <p:spTgt spid="147"/>
                                        </p:tgtEl>
                                      </p:cBhvr>
                                    </p:animEffect>
                                    <p:anim calcmode="lin" valueType="num">
                                      <p:cBhvr>
                                        <p:cTn id="61" dur="1000" fill="hold"/>
                                        <p:tgtEl>
                                          <p:spTgt spid="147"/>
                                        </p:tgtEl>
                                        <p:attrNameLst>
                                          <p:attrName>ppt_x</p:attrName>
                                        </p:attrNameLst>
                                      </p:cBhvr>
                                      <p:tavLst>
                                        <p:tav tm="0">
                                          <p:val>
                                            <p:strVal val="#ppt_x"/>
                                          </p:val>
                                        </p:tav>
                                        <p:tav tm="100000">
                                          <p:val>
                                            <p:strVal val="#ppt_x"/>
                                          </p:val>
                                        </p:tav>
                                      </p:tavLst>
                                    </p:anim>
                                    <p:anim calcmode="lin" valueType="num">
                                      <p:cBhvr>
                                        <p:cTn id="62" dur="1000" fill="hold"/>
                                        <p:tgtEl>
                                          <p:spTgt spid="147"/>
                                        </p:tgtEl>
                                        <p:attrNameLst>
                                          <p:attrName>ppt_y</p:attrName>
                                        </p:attrNameLst>
                                      </p:cBhvr>
                                      <p:tavLst>
                                        <p:tav tm="0">
                                          <p:val>
                                            <p:strVal val="#ppt_y-.1"/>
                                          </p:val>
                                        </p:tav>
                                        <p:tav tm="100000">
                                          <p:val>
                                            <p:strVal val="#ppt_y"/>
                                          </p:val>
                                        </p:tav>
                                      </p:tavLst>
                                    </p:anim>
                                  </p:childTnLst>
                                </p:cTn>
                              </p:par>
                            </p:childTnLst>
                          </p:cTn>
                        </p:par>
                        <p:par>
                          <p:cTn id="63" fill="hold">
                            <p:stCondLst>
                              <p:cond delay="1500"/>
                            </p:stCondLst>
                            <p:childTnLst>
                              <p:par>
                                <p:cTn id="64" presetID="47" presetClass="entr" presetSubtype="0" fill="hold" nodeType="afterEffect">
                                  <p:stCondLst>
                                    <p:cond delay="0"/>
                                  </p:stCondLst>
                                  <p:childTnLst>
                                    <p:set>
                                      <p:cBhvr>
                                        <p:cTn id="65" dur="1" fill="hold">
                                          <p:stCondLst>
                                            <p:cond delay="0"/>
                                          </p:stCondLst>
                                        </p:cTn>
                                        <p:tgtEl>
                                          <p:spTgt spid="148"/>
                                        </p:tgtEl>
                                        <p:attrNameLst>
                                          <p:attrName>style.visibility</p:attrName>
                                        </p:attrNameLst>
                                      </p:cBhvr>
                                      <p:to>
                                        <p:strVal val="visible"/>
                                      </p:to>
                                    </p:set>
                                    <p:animEffect transition="in" filter="fade">
                                      <p:cBhvr>
                                        <p:cTn id="66" dur="1000"/>
                                        <p:tgtEl>
                                          <p:spTgt spid="148"/>
                                        </p:tgtEl>
                                      </p:cBhvr>
                                    </p:animEffect>
                                    <p:anim calcmode="lin" valueType="num">
                                      <p:cBhvr>
                                        <p:cTn id="67" dur="1000" fill="hold"/>
                                        <p:tgtEl>
                                          <p:spTgt spid="148"/>
                                        </p:tgtEl>
                                        <p:attrNameLst>
                                          <p:attrName>ppt_x</p:attrName>
                                        </p:attrNameLst>
                                      </p:cBhvr>
                                      <p:tavLst>
                                        <p:tav tm="0">
                                          <p:val>
                                            <p:strVal val="#ppt_x"/>
                                          </p:val>
                                        </p:tav>
                                        <p:tav tm="100000">
                                          <p:val>
                                            <p:strVal val="#ppt_x"/>
                                          </p:val>
                                        </p:tav>
                                      </p:tavLst>
                                    </p:anim>
                                    <p:anim calcmode="lin" valueType="num">
                                      <p:cBhvr>
                                        <p:cTn id="68" dur="1000" fill="hold"/>
                                        <p:tgtEl>
                                          <p:spTgt spid="148"/>
                                        </p:tgtEl>
                                        <p:attrNameLst>
                                          <p:attrName>ppt_y</p:attrName>
                                        </p:attrNameLst>
                                      </p:cBhvr>
                                      <p:tavLst>
                                        <p:tav tm="0">
                                          <p:val>
                                            <p:strVal val="#ppt_y-.1"/>
                                          </p:val>
                                        </p:tav>
                                        <p:tav tm="100000">
                                          <p:val>
                                            <p:strVal val="#ppt_y"/>
                                          </p:val>
                                        </p:tav>
                                      </p:tavLst>
                                    </p:anim>
                                  </p:childTnLst>
                                </p:cTn>
                              </p:par>
                            </p:childTnLst>
                          </p:cTn>
                        </p:par>
                        <p:par>
                          <p:cTn id="69" fill="hold">
                            <p:stCondLst>
                              <p:cond delay="2500"/>
                            </p:stCondLst>
                            <p:childTnLst>
                              <p:par>
                                <p:cTn id="70" presetID="47" presetClass="entr" presetSubtype="0" fill="hold" nodeType="afterEffect">
                                  <p:stCondLst>
                                    <p:cond delay="0"/>
                                  </p:stCondLst>
                                  <p:childTnLst>
                                    <p:set>
                                      <p:cBhvr>
                                        <p:cTn id="71" dur="1" fill="hold">
                                          <p:stCondLst>
                                            <p:cond delay="0"/>
                                          </p:stCondLst>
                                        </p:cTn>
                                        <p:tgtEl>
                                          <p:spTgt spid="149"/>
                                        </p:tgtEl>
                                        <p:attrNameLst>
                                          <p:attrName>style.visibility</p:attrName>
                                        </p:attrNameLst>
                                      </p:cBhvr>
                                      <p:to>
                                        <p:strVal val="visible"/>
                                      </p:to>
                                    </p:set>
                                    <p:animEffect transition="in" filter="fade">
                                      <p:cBhvr>
                                        <p:cTn id="72" dur="1000"/>
                                        <p:tgtEl>
                                          <p:spTgt spid="149"/>
                                        </p:tgtEl>
                                      </p:cBhvr>
                                    </p:animEffect>
                                    <p:anim calcmode="lin" valueType="num">
                                      <p:cBhvr>
                                        <p:cTn id="73" dur="1000" fill="hold"/>
                                        <p:tgtEl>
                                          <p:spTgt spid="149"/>
                                        </p:tgtEl>
                                        <p:attrNameLst>
                                          <p:attrName>ppt_x</p:attrName>
                                        </p:attrNameLst>
                                      </p:cBhvr>
                                      <p:tavLst>
                                        <p:tav tm="0">
                                          <p:val>
                                            <p:strVal val="#ppt_x"/>
                                          </p:val>
                                        </p:tav>
                                        <p:tav tm="100000">
                                          <p:val>
                                            <p:strVal val="#ppt_x"/>
                                          </p:val>
                                        </p:tav>
                                      </p:tavLst>
                                    </p:anim>
                                    <p:anim calcmode="lin" valueType="num">
                                      <p:cBhvr>
                                        <p:cTn id="74" dur="1000" fill="hold"/>
                                        <p:tgtEl>
                                          <p:spTgt spid="149"/>
                                        </p:tgtEl>
                                        <p:attrNameLst>
                                          <p:attrName>ppt_y</p:attrName>
                                        </p:attrNameLst>
                                      </p:cBhvr>
                                      <p:tavLst>
                                        <p:tav tm="0">
                                          <p:val>
                                            <p:strVal val="#ppt_y-.1"/>
                                          </p:val>
                                        </p:tav>
                                        <p:tav tm="100000">
                                          <p:val>
                                            <p:strVal val="#ppt_y"/>
                                          </p:val>
                                        </p:tav>
                                      </p:tavLst>
                                    </p:anim>
                                  </p:childTnLst>
                                </p:cTn>
                              </p:par>
                            </p:childTnLst>
                          </p:cTn>
                        </p:par>
                        <p:par>
                          <p:cTn id="75" fill="hold">
                            <p:stCondLst>
                              <p:cond delay="3500"/>
                            </p:stCondLst>
                            <p:childTnLst>
                              <p:par>
                                <p:cTn id="76" presetID="47" presetClass="entr" presetSubtype="0" fill="hold" nodeType="afterEffect">
                                  <p:stCondLst>
                                    <p:cond delay="0"/>
                                  </p:stCondLst>
                                  <p:childTnLst>
                                    <p:set>
                                      <p:cBhvr>
                                        <p:cTn id="77" dur="1" fill="hold">
                                          <p:stCondLst>
                                            <p:cond delay="0"/>
                                          </p:stCondLst>
                                        </p:cTn>
                                        <p:tgtEl>
                                          <p:spTgt spid="150"/>
                                        </p:tgtEl>
                                        <p:attrNameLst>
                                          <p:attrName>style.visibility</p:attrName>
                                        </p:attrNameLst>
                                      </p:cBhvr>
                                      <p:to>
                                        <p:strVal val="visible"/>
                                      </p:to>
                                    </p:set>
                                    <p:animEffect transition="in" filter="fade">
                                      <p:cBhvr>
                                        <p:cTn id="78" dur="1000"/>
                                        <p:tgtEl>
                                          <p:spTgt spid="150"/>
                                        </p:tgtEl>
                                      </p:cBhvr>
                                    </p:animEffect>
                                    <p:anim calcmode="lin" valueType="num">
                                      <p:cBhvr>
                                        <p:cTn id="79" dur="1000" fill="hold"/>
                                        <p:tgtEl>
                                          <p:spTgt spid="150"/>
                                        </p:tgtEl>
                                        <p:attrNameLst>
                                          <p:attrName>ppt_x</p:attrName>
                                        </p:attrNameLst>
                                      </p:cBhvr>
                                      <p:tavLst>
                                        <p:tav tm="0">
                                          <p:val>
                                            <p:strVal val="#ppt_x"/>
                                          </p:val>
                                        </p:tav>
                                        <p:tav tm="100000">
                                          <p:val>
                                            <p:strVal val="#ppt_x"/>
                                          </p:val>
                                        </p:tav>
                                      </p:tavLst>
                                    </p:anim>
                                    <p:anim calcmode="lin" valueType="num">
                                      <p:cBhvr>
                                        <p:cTn id="80" dur="1000" fill="hold"/>
                                        <p:tgtEl>
                                          <p:spTgt spid="150"/>
                                        </p:tgtEl>
                                        <p:attrNameLst>
                                          <p:attrName>ppt_y</p:attrName>
                                        </p:attrNameLst>
                                      </p:cBhvr>
                                      <p:tavLst>
                                        <p:tav tm="0">
                                          <p:val>
                                            <p:strVal val="#ppt_y-.1"/>
                                          </p:val>
                                        </p:tav>
                                        <p:tav tm="100000">
                                          <p:val>
                                            <p:strVal val="#ppt_y"/>
                                          </p:val>
                                        </p:tav>
                                      </p:tavLst>
                                    </p:anim>
                                  </p:childTnLst>
                                </p:cTn>
                              </p:par>
                            </p:childTnLst>
                          </p:cTn>
                        </p:par>
                        <p:par>
                          <p:cTn id="81" fill="hold">
                            <p:stCondLst>
                              <p:cond delay="4500"/>
                            </p:stCondLst>
                            <p:childTnLst>
                              <p:par>
                                <p:cTn id="82" presetID="47" presetClass="entr" presetSubtype="0" fill="hold" nodeType="afterEffect">
                                  <p:stCondLst>
                                    <p:cond delay="0"/>
                                  </p:stCondLst>
                                  <p:childTnLst>
                                    <p:set>
                                      <p:cBhvr>
                                        <p:cTn id="83" dur="1" fill="hold">
                                          <p:stCondLst>
                                            <p:cond delay="0"/>
                                          </p:stCondLst>
                                        </p:cTn>
                                        <p:tgtEl>
                                          <p:spTgt spid="151"/>
                                        </p:tgtEl>
                                        <p:attrNameLst>
                                          <p:attrName>style.visibility</p:attrName>
                                        </p:attrNameLst>
                                      </p:cBhvr>
                                      <p:to>
                                        <p:strVal val="visible"/>
                                      </p:to>
                                    </p:set>
                                    <p:animEffect transition="in" filter="fade">
                                      <p:cBhvr>
                                        <p:cTn id="84" dur="1000"/>
                                        <p:tgtEl>
                                          <p:spTgt spid="151"/>
                                        </p:tgtEl>
                                      </p:cBhvr>
                                    </p:animEffect>
                                    <p:anim calcmode="lin" valueType="num">
                                      <p:cBhvr>
                                        <p:cTn id="85" dur="1000" fill="hold"/>
                                        <p:tgtEl>
                                          <p:spTgt spid="151"/>
                                        </p:tgtEl>
                                        <p:attrNameLst>
                                          <p:attrName>ppt_x</p:attrName>
                                        </p:attrNameLst>
                                      </p:cBhvr>
                                      <p:tavLst>
                                        <p:tav tm="0">
                                          <p:val>
                                            <p:strVal val="#ppt_x"/>
                                          </p:val>
                                        </p:tav>
                                        <p:tav tm="100000">
                                          <p:val>
                                            <p:strVal val="#ppt_x"/>
                                          </p:val>
                                        </p:tav>
                                      </p:tavLst>
                                    </p:anim>
                                    <p:anim calcmode="lin" valueType="num">
                                      <p:cBhvr>
                                        <p:cTn id="86" dur="1000" fill="hold"/>
                                        <p:tgtEl>
                                          <p:spTgt spid="151"/>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2" presetClass="entr" presetSubtype="2" fill="hold" nodeType="clickEffect">
                                  <p:stCondLst>
                                    <p:cond delay="0"/>
                                  </p:stCondLst>
                                  <p:childTnLst>
                                    <p:set>
                                      <p:cBhvr>
                                        <p:cTn id="90" dur="1" fill="hold">
                                          <p:stCondLst>
                                            <p:cond delay="0"/>
                                          </p:stCondLst>
                                        </p:cTn>
                                        <p:tgtEl>
                                          <p:spTgt spid="89"/>
                                        </p:tgtEl>
                                        <p:attrNameLst>
                                          <p:attrName>style.visibility</p:attrName>
                                        </p:attrNameLst>
                                      </p:cBhvr>
                                      <p:to>
                                        <p:strVal val="visible"/>
                                      </p:to>
                                    </p:set>
                                    <p:animEffect transition="in" filter="wipe(right)">
                                      <p:cBhvr>
                                        <p:cTn id="91" dur="500"/>
                                        <p:tgtEl>
                                          <p:spTgt spid="89"/>
                                        </p:tgtEl>
                                      </p:cBhvr>
                                    </p:animEffect>
                                  </p:childTnLst>
                                </p:cTn>
                              </p:par>
                              <p:par>
                                <p:cTn id="92" presetID="22" presetClass="entr" presetSubtype="1" fill="hold" nodeType="withEffect">
                                  <p:stCondLst>
                                    <p:cond delay="0"/>
                                  </p:stCondLst>
                                  <p:childTnLst>
                                    <p:set>
                                      <p:cBhvr>
                                        <p:cTn id="93" dur="1" fill="hold">
                                          <p:stCondLst>
                                            <p:cond delay="0"/>
                                          </p:stCondLst>
                                        </p:cTn>
                                        <p:tgtEl>
                                          <p:spTgt spid="87"/>
                                        </p:tgtEl>
                                        <p:attrNameLst>
                                          <p:attrName>style.visibility</p:attrName>
                                        </p:attrNameLst>
                                      </p:cBhvr>
                                      <p:to>
                                        <p:strVal val="visible"/>
                                      </p:to>
                                    </p:set>
                                    <p:animEffect transition="in" filter="wipe(up)">
                                      <p:cBhvr>
                                        <p:cTn id="94" dur="500"/>
                                        <p:tgtEl>
                                          <p:spTgt spid="87"/>
                                        </p:tgtEl>
                                      </p:cBhvr>
                                    </p:animEffect>
                                  </p:childTnLst>
                                </p:cTn>
                              </p:par>
                            </p:childTnLst>
                          </p:cTn>
                        </p:par>
                        <p:par>
                          <p:cTn id="95" fill="hold">
                            <p:stCondLst>
                              <p:cond delay="500"/>
                            </p:stCondLst>
                            <p:childTnLst>
                              <p:par>
                                <p:cTn id="96" presetID="22" presetClass="entr" presetSubtype="1" fill="hold" grpId="0" nodeType="afterEffect">
                                  <p:stCondLst>
                                    <p:cond delay="0"/>
                                  </p:stCondLst>
                                  <p:childTnLst>
                                    <p:set>
                                      <p:cBhvr>
                                        <p:cTn id="97" dur="1" fill="hold">
                                          <p:stCondLst>
                                            <p:cond delay="0"/>
                                          </p:stCondLst>
                                        </p:cTn>
                                        <p:tgtEl>
                                          <p:spTgt spid="85"/>
                                        </p:tgtEl>
                                        <p:attrNameLst>
                                          <p:attrName>style.visibility</p:attrName>
                                        </p:attrNameLst>
                                      </p:cBhvr>
                                      <p:to>
                                        <p:strVal val="visible"/>
                                      </p:to>
                                    </p:set>
                                    <p:animEffect transition="in" filter="wipe(up)">
                                      <p:cBhvr>
                                        <p:cTn id="98" dur="500"/>
                                        <p:tgtEl>
                                          <p:spTgt spid="85"/>
                                        </p:tgtEl>
                                      </p:cBhvr>
                                    </p:animEffect>
                                  </p:childTnLst>
                                </p:cTn>
                              </p:par>
                            </p:childTnLst>
                          </p:cTn>
                        </p:par>
                        <p:par>
                          <p:cTn id="99" fill="hold">
                            <p:stCondLst>
                              <p:cond delay="1000"/>
                            </p:stCondLst>
                            <p:childTnLst>
                              <p:par>
                                <p:cTn id="100" presetID="47" presetClass="entr" presetSubtype="0" fill="hold" nodeType="afterEffect">
                                  <p:stCondLst>
                                    <p:cond delay="0"/>
                                  </p:stCondLst>
                                  <p:childTnLst>
                                    <p:set>
                                      <p:cBhvr>
                                        <p:cTn id="101" dur="1" fill="hold">
                                          <p:stCondLst>
                                            <p:cond delay="0"/>
                                          </p:stCondLst>
                                        </p:cTn>
                                        <p:tgtEl>
                                          <p:spTgt spid="142"/>
                                        </p:tgtEl>
                                        <p:attrNameLst>
                                          <p:attrName>style.visibility</p:attrName>
                                        </p:attrNameLst>
                                      </p:cBhvr>
                                      <p:to>
                                        <p:strVal val="visible"/>
                                      </p:to>
                                    </p:set>
                                    <p:animEffect transition="in" filter="fade">
                                      <p:cBhvr>
                                        <p:cTn id="102" dur="1000"/>
                                        <p:tgtEl>
                                          <p:spTgt spid="142"/>
                                        </p:tgtEl>
                                      </p:cBhvr>
                                    </p:animEffect>
                                    <p:anim calcmode="lin" valueType="num">
                                      <p:cBhvr>
                                        <p:cTn id="103" dur="1000" fill="hold"/>
                                        <p:tgtEl>
                                          <p:spTgt spid="142"/>
                                        </p:tgtEl>
                                        <p:attrNameLst>
                                          <p:attrName>ppt_x</p:attrName>
                                        </p:attrNameLst>
                                      </p:cBhvr>
                                      <p:tavLst>
                                        <p:tav tm="0">
                                          <p:val>
                                            <p:strVal val="#ppt_x"/>
                                          </p:val>
                                        </p:tav>
                                        <p:tav tm="100000">
                                          <p:val>
                                            <p:strVal val="#ppt_x"/>
                                          </p:val>
                                        </p:tav>
                                      </p:tavLst>
                                    </p:anim>
                                    <p:anim calcmode="lin" valueType="num">
                                      <p:cBhvr>
                                        <p:cTn id="104" dur="1000" fill="hold"/>
                                        <p:tgtEl>
                                          <p:spTgt spid="142"/>
                                        </p:tgtEl>
                                        <p:attrNameLst>
                                          <p:attrName>ppt_y</p:attrName>
                                        </p:attrNameLst>
                                      </p:cBhvr>
                                      <p:tavLst>
                                        <p:tav tm="0">
                                          <p:val>
                                            <p:strVal val="#ppt_y-.1"/>
                                          </p:val>
                                        </p:tav>
                                        <p:tav tm="100000">
                                          <p:val>
                                            <p:strVal val="#ppt_y"/>
                                          </p:val>
                                        </p:tav>
                                      </p:tavLst>
                                    </p:anim>
                                  </p:childTnLst>
                                </p:cTn>
                              </p:par>
                            </p:childTnLst>
                          </p:cTn>
                        </p:par>
                        <p:par>
                          <p:cTn id="105" fill="hold">
                            <p:stCondLst>
                              <p:cond delay="2000"/>
                            </p:stCondLst>
                            <p:childTnLst>
                              <p:par>
                                <p:cTn id="106" presetID="47" presetClass="entr" presetSubtype="0" fill="hold" nodeType="afterEffect">
                                  <p:stCondLst>
                                    <p:cond delay="0"/>
                                  </p:stCondLst>
                                  <p:childTnLst>
                                    <p:set>
                                      <p:cBhvr>
                                        <p:cTn id="107" dur="1" fill="hold">
                                          <p:stCondLst>
                                            <p:cond delay="0"/>
                                          </p:stCondLst>
                                        </p:cTn>
                                        <p:tgtEl>
                                          <p:spTgt spid="143"/>
                                        </p:tgtEl>
                                        <p:attrNameLst>
                                          <p:attrName>style.visibility</p:attrName>
                                        </p:attrNameLst>
                                      </p:cBhvr>
                                      <p:to>
                                        <p:strVal val="visible"/>
                                      </p:to>
                                    </p:set>
                                    <p:animEffect transition="in" filter="fade">
                                      <p:cBhvr>
                                        <p:cTn id="108" dur="1000"/>
                                        <p:tgtEl>
                                          <p:spTgt spid="143"/>
                                        </p:tgtEl>
                                      </p:cBhvr>
                                    </p:animEffect>
                                    <p:anim calcmode="lin" valueType="num">
                                      <p:cBhvr>
                                        <p:cTn id="109" dur="1000" fill="hold"/>
                                        <p:tgtEl>
                                          <p:spTgt spid="143"/>
                                        </p:tgtEl>
                                        <p:attrNameLst>
                                          <p:attrName>ppt_x</p:attrName>
                                        </p:attrNameLst>
                                      </p:cBhvr>
                                      <p:tavLst>
                                        <p:tav tm="0">
                                          <p:val>
                                            <p:strVal val="#ppt_x"/>
                                          </p:val>
                                        </p:tav>
                                        <p:tav tm="100000">
                                          <p:val>
                                            <p:strVal val="#ppt_x"/>
                                          </p:val>
                                        </p:tav>
                                      </p:tavLst>
                                    </p:anim>
                                    <p:anim calcmode="lin" valueType="num">
                                      <p:cBhvr>
                                        <p:cTn id="110" dur="1000" fill="hold"/>
                                        <p:tgtEl>
                                          <p:spTgt spid="143"/>
                                        </p:tgtEl>
                                        <p:attrNameLst>
                                          <p:attrName>ppt_y</p:attrName>
                                        </p:attrNameLst>
                                      </p:cBhvr>
                                      <p:tavLst>
                                        <p:tav tm="0">
                                          <p:val>
                                            <p:strVal val="#ppt_y-.1"/>
                                          </p:val>
                                        </p:tav>
                                        <p:tav tm="100000">
                                          <p:val>
                                            <p:strVal val="#ppt_y"/>
                                          </p:val>
                                        </p:tav>
                                      </p:tavLst>
                                    </p:anim>
                                  </p:childTnLst>
                                </p:cTn>
                              </p:par>
                            </p:childTnLst>
                          </p:cTn>
                        </p:par>
                        <p:par>
                          <p:cTn id="111" fill="hold">
                            <p:stCondLst>
                              <p:cond delay="3000"/>
                            </p:stCondLst>
                            <p:childTnLst>
                              <p:par>
                                <p:cTn id="112" presetID="47" presetClass="entr" presetSubtype="0" fill="hold" nodeType="afterEffect">
                                  <p:stCondLst>
                                    <p:cond delay="0"/>
                                  </p:stCondLst>
                                  <p:childTnLst>
                                    <p:set>
                                      <p:cBhvr>
                                        <p:cTn id="113" dur="1" fill="hold">
                                          <p:stCondLst>
                                            <p:cond delay="0"/>
                                          </p:stCondLst>
                                        </p:cTn>
                                        <p:tgtEl>
                                          <p:spTgt spid="144"/>
                                        </p:tgtEl>
                                        <p:attrNameLst>
                                          <p:attrName>style.visibility</p:attrName>
                                        </p:attrNameLst>
                                      </p:cBhvr>
                                      <p:to>
                                        <p:strVal val="visible"/>
                                      </p:to>
                                    </p:set>
                                    <p:animEffect transition="in" filter="fade">
                                      <p:cBhvr>
                                        <p:cTn id="114" dur="1000"/>
                                        <p:tgtEl>
                                          <p:spTgt spid="144"/>
                                        </p:tgtEl>
                                      </p:cBhvr>
                                    </p:animEffect>
                                    <p:anim calcmode="lin" valueType="num">
                                      <p:cBhvr>
                                        <p:cTn id="115" dur="1000" fill="hold"/>
                                        <p:tgtEl>
                                          <p:spTgt spid="144"/>
                                        </p:tgtEl>
                                        <p:attrNameLst>
                                          <p:attrName>ppt_x</p:attrName>
                                        </p:attrNameLst>
                                      </p:cBhvr>
                                      <p:tavLst>
                                        <p:tav tm="0">
                                          <p:val>
                                            <p:strVal val="#ppt_x"/>
                                          </p:val>
                                        </p:tav>
                                        <p:tav tm="100000">
                                          <p:val>
                                            <p:strVal val="#ppt_x"/>
                                          </p:val>
                                        </p:tav>
                                      </p:tavLst>
                                    </p:anim>
                                    <p:anim calcmode="lin" valueType="num">
                                      <p:cBhvr>
                                        <p:cTn id="116" dur="1000" fill="hold"/>
                                        <p:tgtEl>
                                          <p:spTgt spid="144"/>
                                        </p:tgtEl>
                                        <p:attrNameLst>
                                          <p:attrName>ppt_y</p:attrName>
                                        </p:attrNameLst>
                                      </p:cBhvr>
                                      <p:tavLst>
                                        <p:tav tm="0">
                                          <p:val>
                                            <p:strVal val="#ppt_y-.1"/>
                                          </p:val>
                                        </p:tav>
                                        <p:tav tm="100000">
                                          <p:val>
                                            <p:strVal val="#ppt_y"/>
                                          </p:val>
                                        </p:tav>
                                      </p:tavLst>
                                    </p:anim>
                                  </p:childTnLst>
                                </p:cTn>
                              </p:par>
                            </p:childTnLst>
                          </p:cTn>
                        </p:par>
                        <p:par>
                          <p:cTn id="117" fill="hold">
                            <p:stCondLst>
                              <p:cond delay="4000"/>
                            </p:stCondLst>
                            <p:childTnLst>
                              <p:par>
                                <p:cTn id="118" presetID="47" presetClass="entr" presetSubtype="0" fill="hold" nodeType="afterEffect">
                                  <p:stCondLst>
                                    <p:cond delay="0"/>
                                  </p:stCondLst>
                                  <p:childTnLst>
                                    <p:set>
                                      <p:cBhvr>
                                        <p:cTn id="119" dur="1" fill="hold">
                                          <p:stCondLst>
                                            <p:cond delay="0"/>
                                          </p:stCondLst>
                                        </p:cTn>
                                        <p:tgtEl>
                                          <p:spTgt spid="145"/>
                                        </p:tgtEl>
                                        <p:attrNameLst>
                                          <p:attrName>style.visibility</p:attrName>
                                        </p:attrNameLst>
                                      </p:cBhvr>
                                      <p:to>
                                        <p:strVal val="visible"/>
                                      </p:to>
                                    </p:set>
                                    <p:animEffect transition="in" filter="fade">
                                      <p:cBhvr>
                                        <p:cTn id="120" dur="1000"/>
                                        <p:tgtEl>
                                          <p:spTgt spid="145"/>
                                        </p:tgtEl>
                                      </p:cBhvr>
                                    </p:animEffect>
                                    <p:anim calcmode="lin" valueType="num">
                                      <p:cBhvr>
                                        <p:cTn id="121" dur="1000" fill="hold"/>
                                        <p:tgtEl>
                                          <p:spTgt spid="145"/>
                                        </p:tgtEl>
                                        <p:attrNameLst>
                                          <p:attrName>ppt_x</p:attrName>
                                        </p:attrNameLst>
                                      </p:cBhvr>
                                      <p:tavLst>
                                        <p:tav tm="0">
                                          <p:val>
                                            <p:strVal val="#ppt_x"/>
                                          </p:val>
                                        </p:tav>
                                        <p:tav tm="100000">
                                          <p:val>
                                            <p:strVal val="#ppt_x"/>
                                          </p:val>
                                        </p:tav>
                                      </p:tavLst>
                                    </p:anim>
                                    <p:anim calcmode="lin" valueType="num">
                                      <p:cBhvr>
                                        <p:cTn id="122" dur="1000" fill="hold"/>
                                        <p:tgtEl>
                                          <p:spTgt spid="145"/>
                                        </p:tgtEl>
                                        <p:attrNameLst>
                                          <p:attrName>ppt_y</p:attrName>
                                        </p:attrNameLst>
                                      </p:cBhvr>
                                      <p:tavLst>
                                        <p:tav tm="0">
                                          <p:val>
                                            <p:strVal val="#ppt_y-.1"/>
                                          </p:val>
                                        </p:tav>
                                        <p:tav tm="100000">
                                          <p:val>
                                            <p:strVal val="#ppt_y"/>
                                          </p:val>
                                        </p:tav>
                                      </p:tavLst>
                                    </p:anim>
                                  </p:childTnLst>
                                </p:cTn>
                              </p:par>
                            </p:childTnLst>
                          </p:cTn>
                        </p:par>
                        <p:par>
                          <p:cTn id="123" fill="hold">
                            <p:stCondLst>
                              <p:cond delay="5000"/>
                            </p:stCondLst>
                            <p:childTnLst>
                              <p:par>
                                <p:cTn id="124" presetID="47" presetClass="entr" presetSubtype="0" fill="hold" nodeType="afterEffect">
                                  <p:stCondLst>
                                    <p:cond delay="0"/>
                                  </p:stCondLst>
                                  <p:childTnLst>
                                    <p:set>
                                      <p:cBhvr>
                                        <p:cTn id="125" dur="1" fill="hold">
                                          <p:stCondLst>
                                            <p:cond delay="0"/>
                                          </p:stCondLst>
                                        </p:cTn>
                                        <p:tgtEl>
                                          <p:spTgt spid="146"/>
                                        </p:tgtEl>
                                        <p:attrNameLst>
                                          <p:attrName>style.visibility</p:attrName>
                                        </p:attrNameLst>
                                      </p:cBhvr>
                                      <p:to>
                                        <p:strVal val="visible"/>
                                      </p:to>
                                    </p:set>
                                    <p:animEffect transition="in" filter="fade">
                                      <p:cBhvr>
                                        <p:cTn id="126" dur="1000"/>
                                        <p:tgtEl>
                                          <p:spTgt spid="146"/>
                                        </p:tgtEl>
                                      </p:cBhvr>
                                    </p:animEffect>
                                    <p:anim calcmode="lin" valueType="num">
                                      <p:cBhvr>
                                        <p:cTn id="127" dur="1000" fill="hold"/>
                                        <p:tgtEl>
                                          <p:spTgt spid="146"/>
                                        </p:tgtEl>
                                        <p:attrNameLst>
                                          <p:attrName>ppt_x</p:attrName>
                                        </p:attrNameLst>
                                      </p:cBhvr>
                                      <p:tavLst>
                                        <p:tav tm="0">
                                          <p:val>
                                            <p:strVal val="#ppt_x"/>
                                          </p:val>
                                        </p:tav>
                                        <p:tav tm="100000">
                                          <p:val>
                                            <p:strVal val="#ppt_x"/>
                                          </p:val>
                                        </p:tav>
                                      </p:tavLst>
                                    </p:anim>
                                    <p:anim calcmode="lin" valueType="num">
                                      <p:cBhvr>
                                        <p:cTn id="128"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85"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62626"/>
                </a:solidFill>
                <a:latin typeface="阿里巴巴普惠体"/>
                <a:ea typeface="阿里巴巴普惠体"/>
              </a:rPr>
              <a:t>RAG, Retrieval Augmented Generation, </a:t>
            </a:r>
            <a:r>
              <a:rPr lang="zh-CN" altLang="en-US" dirty="0">
                <a:solidFill>
                  <a:srgbClr val="262626"/>
                </a:solidFill>
                <a:latin typeface="阿里巴巴普惠体"/>
                <a:ea typeface="阿里巴巴普惠体"/>
              </a:rPr>
              <a:t>检索增强生成。通过检索外部知识库的方式增强大模型的生成能力</a:t>
            </a:r>
            <a:endParaRPr lang="en-US" altLang="zh-CN" dirty="0">
              <a:solidFill>
                <a:srgbClr val="262626"/>
              </a:solidFill>
              <a:latin typeface="阿里巴巴普惠体"/>
              <a:ea typeface="阿里巴巴普惠体"/>
            </a:endParaRPr>
          </a:p>
        </p:txBody>
      </p:sp>
      <p:pic>
        <p:nvPicPr>
          <p:cNvPr id="6" name="图片 5">
            <a:extLst>
              <a:ext uri="{FF2B5EF4-FFF2-40B4-BE49-F238E27FC236}">
                <a16:creationId xmlns:a16="http://schemas.microsoft.com/office/drawing/2014/main" id="{D75A7578-8894-4D7F-913B-BED3DA611ECF}"/>
              </a:ext>
            </a:extLst>
          </p:cNvPr>
          <p:cNvPicPr>
            <a:picLocks noChangeAspect="1"/>
          </p:cNvPicPr>
          <p:nvPr/>
        </p:nvPicPr>
        <p:blipFill>
          <a:blip r:embed="rId2"/>
          <a:stretch>
            <a:fillRect/>
          </a:stretch>
        </p:blipFill>
        <p:spPr>
          <a:xfrm>
            <a:off x="1533527" y="2114551"/>
            <a:ext cx="9124951" cy="2628900"/>
          </a:xfrm>
          <a:prstGeom prst="rect">
            <a:avLst/>
          </a:prstGeom>
        </p:spPr>
      </p:pic>
    </p:spTree>
    <p:extLst>
      <p:ext uri="{BB962C8B-B14F-4D97-AF65-F5344CB8AC3E}">
        <p14:creationId xmlns:p14="http://schemas.microsoft.com/office/powerpoint/2010/main" val="16038741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原理</a:t>
            </a:r>
          </a:p>
        </p:txBody>
      </p:sp>
      <p:sp>
        <p:nvSpPr>
          <p:cNvPr id="60" name="内容占位符 1">
            <a:extLst>
              <a:ext uri="{FF2B5EF4-FFF2-40B4-BE49-F238E27FC236}">
                <a16:creationId xmlns:a16="http://schemas.microsoft.com/office/drawing/2014/main" id="{97BF2277-797B-41F3-B44C-815F7245577E}"/>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62626"/>
                </a:solidFill>
                <a:latin typeface="阿里巴巴普惠体"/>
                <a:ea typeface="阿里巴巴普惠体"/>
              </a:rPr>
              <a:t>RAG, Retrieval Augmented Generation, </a:t>
            </a:r>
            <a:r>
              <a:rPr lang="zh-CN" altLang="en-US" dirty="0">
                <a:solidFill>
                  <a:srgbClr val="262626"/>
                </a:solidFill>
                <a:latin typeface="阿里巴巴普惠体"/>
                <a:ea typeface="阿里巴巴普惠体"/>
              </a:rPr>
              <a:t>检索增强生成。通过检索外部知识库的方式增强大模型的生成能力</a:t>
            </a:r>
            <a:endParaRPr lang="en-US" altLang="zh-CN" dirty="0">
              <a:solidFill>
                <a:srgbClr val="262626"/>
              </a:solidFill>
              <a:latin typeface="阿里巴巴普惠体"/>
              <a:ea typeface="阿里巴巴普惠体"/>
            </a:endParaRPr>
          </a:p>
        </p:txBody>
      </p:sp>
      <p:sp>
        <p:nvSpPr>
          <p:cNvPr id="5" name="对话气泡: 圆角矩形 4">
            <a:extLst>
              <a:ext uri="{FF2B5EF4-FFF2-40B4-BE49-F238E27FC236}">
                <a16:creationId xmlns:a16="http://schemas.microsoft.com/office/drawing/2014/main" id="{D72EDA8C-51DA-48EC-98F3-8234CEC98B41}"/>
              </a:ext>
            </a:extLst>
          </p:cNvPr>
          <p:cNvSpPr/>
          <p:nvPr/>
        </p:nvSpPr>
        <p:spPr>
          <a:xfrm>
            <a:off x="772999" y="2790337"/>
            <a:ext cx="1498863" cy="367647"/>
          </a:xfrm>
          <a:prstGeom prst="wedgeRoundRect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400" dirty="0"/>
              <a:t>你爱上班吗？</a:t>
            </a:r>
          </a:p>
        </p:txBody>
      </p:sp>
      <p:cxnSp>
        <p:nvCxnSpPr>
          <p:cNvPr id="10" name="直接箭头连接符 9">
            <a:extLst>
              <a:ext uri="{FF2B5EF4-FFF2-40B4-BE49-F238E27FC236}">
                <a16:creationId xmlns:a16="http://schemas.microsoft.com/office/drawing/2014/main" id="{318DAC0E-A190-47E4-8520-57A286A01942}"/>
              </a:ext>
            </a:extLst>
          </p:cNvPr>
          <p:cNvCxnSpPr>
            <a:stCxn id="5" idx="4"/>
          </p:cNvCxnSpPr>
          <p:nvPr/>
        </p:nvCxnSpPr>
        <p:spPr>
          <a:xfrm>
            <a:off x="1210174" y="3203937"/>
            <a:ext cx="5887" cy="868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2" name="图片 11">
            <a:extLst>
              <a:ext uri="{FF2B5EF4-FFF2-40B4-BE49-F238E27FC236}">
                <a16:creationId xmlns:a16="http://schemas.microsoft.com/office/drawing/2014/main" id="{F6D3FF1A-7EC5-47CA-84D6-EF4E286B3835}"/>
              </a:ext>
            </a:extLst>
          </p:cNvPr>
          <p:cNvPicPr>
            <a:picLocks noChangeAspect="1"/>
          </p:cNvPicPr>
          <p:nvPr/>
        </p:nvPicPr>
        <p:blipFill>
          <a:blip r:embed="rId2"/>
          <a:stretch>
            <a:fillRect/>
          </a:stretch>
        </p:blipFill>
        <p:spPr>
          <a:xfrm>
            <a:off x="773001" y="4099337"/>
            <a:ext cx="1019175" cy="714375"/>
          </a:xfrm>
          <a:prstGeom prst="rect">
            <a:avLst/>
          </a:prstGeom>
        </p:spPr>
      </p:pic>
      <p:cxnSp>
        <p:nvCxnSpPr>
          <p:cNvPr id="14" name="直接箭头连接符 13">
            <a:extLst>
              <a:ext uri="{FF2B5EF4-FFF2-40B4-BE49-F238E27FC236}">
                <a16:creationId xmlns:a16="http://schemas.microsoft.com/office/drawing/2014/main" id="{F2177F92-35CC-4D22-BC87-FCF9D6BB52B5}"/>
              </a:ext>
            </a:extLst>
          </p:cNvPr>
          <p:cNvCxnSpPr>
            <a:cxnSpLocks/>
          </p:cNvCxnSpPr>
          <p:nvPr/>
        </p:nvCxnSpPr>
        <p:spPr>
          <a:xfrm>
            <a:off x="1794387" y="4456523"/>
            <a:ext cx="45640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17" name="组合 16">
            <a:extLst>
              <a:ext uri="{FF2B5EF4-FFF2-40B4-BE49-F238E27FC236}">
                <a16:creationId xmlns:a16="http://schemas.microsoft.com/office/drawing/2014/main" id="{90873D73-7A99-4688-BCC8-16A652739A42}"/>
              </a:ext>
            </a:extLst>
          </p:cNvPr>
          <p:cNvGrpSpPr/>
          <p:nvPr/>
        </p:nvGrpSpPr>
        <p:grpSpPr>
          <a:xfrm>
            <a:off x="2243578" y="4317259"/>
            <a:ext cx="2174487" cy="278524"/>
            <a:chOff x="4619469" y="5073244"/>
            <a:chExt cx="2174486" cy="278524"/>
          </a:xfrm>
        </p:grpSpPr>
        <p:sp>
          <p:nvSpPr>
            <p:cNvPr id="18" name="矩形 17">
              <a:extLst>
                <a:ext uri="{FF2B5EF4-FFF2-40B4-BE49-F238E27FC236}">
                  <a16:creationId xmlns:a16="http://schemas.microsoft.com/office/drawing/2014/main" id="{0877674B-C91F-4F09-8DD0-F726EA2F407B}"/>
                </a:ext>
              </a:extLst>
            </p:cNvPr>
            <p:cNvSpPr/>
            <p:nvPr/>
          </p:nvSpPr>
          <p:spPr>
            <a:xfrm>
              <a:off x="4619469" y="5073244"/>
              <a:ext cx="272104" cy="278524"/>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dirty="0">
                  <a:solidFill>
                    <a:schemeClr val="tx1"/>
                  </a:solidFill>
                </a:rPr>
                <a:t>.21</a:t>
              </a:r>
              <a:endParaRPr lang="zh-CN" altLang="en-US" sz="1000" dirty="0">
                <a:solidFill>
                  <a:schemeClr val="tx1"/>
                </a:solidFill>
              </a:endParaRPr>
            </a:p>
          </p:txBody>
        </p:sp>
        <p:sp>
          <p:nvSpPr>
            <p:cNvPr id="19" name="矩形 18">
              <a:extLst>
                <a:ext uri="{FF2B5EF4-FFF2-40B4-BE49-F238E27FC236}">
                  <a16:creationId xmlns:a16="http://schemas.microsoft.com/office/drawing/2014/main" id="{B998F2F3-DC4F-4BB1-835D-A109501394C5}"/>
                </a:ext>
              </a:extLst>
            </p:cNvPr>
            <p:cNvSpPr/>
            <p:nvPr/>
          </p:nvSpPr>
          <p:spPr>
            <a:xfrm>
              <a:off x="4892424" y="5073244"/>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-.5</a:t>
              </a:r>
              <a:endParaRPr lang="zh-CN" altLang="en-US" sz="1000">
                <a:solidFill>
                  <a:schemeClr val="tx1"/>
                </a:solidFill>
              </a:endParaRPr>
            </a:p>
          </p:txBody>
        </p:sp>
        <p:sp>
          <p:nvSpPr>
            <p:cNvPr id="20" name="矩形 19">
              <a:extLst>
                <a:ext uri="{FF2B5EF4-FFF2-40B4-BE49-F238E27FC236}">
                  <a16:creationId xmlns:a16="http://schemas.microsoft.com/office/drawing/2014/main" id="{966D313A-AE91-4CCD-8124-7E88F6E99BA7}"/>
                </a:ext>
              </a:extLst>
            </p:cNvPr>
            <p:cNvSpPr/>
            <p:nvPr/>
          </p:nvSpPr>
          <p:spPr>
            <a:xfrm>
              <a:off x="5165379" y="5073244"/>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dirty="0">
                  <a:solidFill>
                    <a:schemeClr val="tx1"/>
                  </a:solidFill>
                </a:rPr>
                <a:t>.2</a:t>
              </a:r>
              <a:endParaRPr lang="zh-CN" altLang="en-US" sz="1000" dirty="0">
                <a:solidFill>
                  <a:schemeClr val="tx1"/>
                </a:solidFill>
              </a:endParaRPr>
            </a:p>
          </p:txBody>
        </p:sp>
        <p:sp>
          <p:nvSpPr>
            <p:cNvPr id="21" name="矩形 20">
              <a:extLst>
                <a:ext uri="{FF2B5EF4-FFF2-40B4-BE49-F238E27FC236}">
                  <a16:creationId xmlns:a16="http://schemas.microsoft.com/office/drawing/2014/main" id="{267FB188-ACA5-4D7D-82A1-3B4165938B79}"/>
                </a:ext>
              </a:extLst>
            </p:cNvPr>
            <p:cNvSpPr/>
            <p:nvPr/>
          </p:nvSpPr>
          <p:spPr>
            <a:xfrm>
              <a:off x="5439458"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dirty="0">
                  <a:solidFill>
                    <a:schemeClr val="tx1"/>
                  </a:solidFill>
                </a:rPr>
                <a:t>...</a:t>
              </a:r>
              <a:endParaRPr lang="zh-CN" altLang="en-US" sz="1000" dirty="0">
                <a:solidFill>
                  <a:schemeClr val="tx1"/>
                </a:solidFill>
              </a:endParaRPr>
            </a:p>
          </p:txBody>
        </p:sp>
        <p:sp>
          <p:nvSpPr>
            <p:cNvPr id="22" name="矩形 21">
              <a:extLst>
                <a:ext uri="{FF2B5EF4-FFF2-40B4-BE49-F238E27FC236}">
                  <a16:creationId xmlns:a16="http://schemas.microsoft.com/office/drawing/2014/main" id="{376197CE-47F6-45FC-9A05-4F0FFC7D8858}"/>
                </a:ext>
              </a:extLst>
            </p:cNvPr>
            <p:cNvSpPr/>
            <p:nvPr/>
          </p:nvSpPr>
          <p:spPr>
            <a:xfrm>
              <a:off x="5712413"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23" name="矩形 22">
              <a:extLst>
                <a:ext uri="{FF2B5EF4-FFF2-40B4-BE49-F238E27FC236}">
                  <a16:creationId xmlns:a16="http://schemas.microsoft.com/office/drawing/2014/main" id="{0A132070-57AF-4AE6-A17B-FE1EAC43DFB4}"/>
                </a:ext>
              </a:extLst>
            </p:cNvPr>
            <p:cNvSpPr/>
            <p:nvPr/>
          </p:nvSpPr>
          <p:spPr>
            <a:xfrm>
              <a:off x="5985368"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24" name="矩形 23">
              <a:extLst>
                <a:ext uri="{FF2B5EF4-FFF2-40B4-BE49-F238E27FC236}">
                  <a16:creationId xmlns:a16="http://schemas.microsoft.com/office/drawing/2014/main" id="{8FD0E4C4-0D0F-48E7-8836-1C2CA3FED7EE}"/>
                </a:ext>
              </a:extLst>
            </p:cNvPr>
            <p:cNvSpPr/>
            <p:nvPr/>
          </p:nvSpPr>
          <p:spPr>
            <a:xfrm>
              <a:off x="6258323"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25" name="矩形 24">
              <a:extLst>
                <a:ext uri="{FF2B5EF4-FFF2-40B4-BE49-F238E27FC236}">
                  <a16:creationId xmlns:a16="http://schemas.microsoft.com/office/drawing/2014/main" id="{6138C1BE-06C1-41C0-8847-DDAF2CA914D1}"/>
                </a:ext>
              </a:extLst>
            </p:cNvPr>
            <p:cNvSpPr/>
            <p:nvPr/>
          </p:nvSpPr>
          <p:spPr>
            <a:xfrm>
              <a:off x="6521851" y="5073244"/>
              <a:ext cx="272104" cy="278524"/>
            </a:xfrm>
            <a:prstGeom prst="rect">
              <a:avLst/>
            </a:prstGeom>
            <a:solidFill>
              <a:srgbClr val="FFC000">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dirty="0">
                  <a:solidFill>
                    <a:schemeClr val="tx1"/>
                  </a:solidFill>
                </a:rPr>
                <a:t>.23</a:t>
              </a:r>
              <a:endParaRPr lang="zh-CN" altLang="en-US" sz="1000" dirty="0">
                <a:solidFill>
                  <a:schemeClr val="tx1"/>
                </a:solidFill>
              </a:endParaRPr>
            </a:p>
          </p:txBody>
        </p:sp>
      </p:grpSp>
      <p:sp>
        <p:nvSpPr>
          <p:cNvPr id="27" name="流程图: 磁盘 26">
            <a:extLst>
              <a:ext uri="{FF2B5EF4-FFF2-40B4-BE49-F238E27FC236}">
                <a16:creationId xmlns:a16="http://schemas.microsoft.com/office/drawing/2014/main" id="{3D1CEA0E-D598-4D61-AB97-11AB74681FDA}"/>
              </a:ext>
            </a:extLst>
          </p:cNvPr>
          <p:cNvSpPr/>
          <p:nvPr/>
        </p:nvSpPr>
        <p:spPr>
          <a:xfrm>
            <a:off x="5058026" y="3467666"/>
            <a:ext cx="3742441" cy="1977716"/>
          </a:xfrm>
          <a:prstGeom prst="flowChartMagneticDisk">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sz="1351" dirty="0"/>
          </a:p>
        </p:txBody>
      </p:sp>
      <p:grpSp>
        <p:nvGrpSpPr>
          <p:cNvPr id="28" name="组合 27">
            <a:extLst>
              <a:ext uri="{FF2B5EF4-FFF2-40B4-BE49-F238E27FC236}">
                <a16:creationId xmlns:a16="http://schemas.microsoft.com/office/drawing/2014/main" id="{9B3FFD8A-79CE-45A6-B584-7A350FB41240}"/>
              </a:ext>
            </a:extLst>
          </p:cNvPr>
          <p:cNvGrpSpPr/>
          <p:nvPr/>
        </p:nvGrpSpPr>
        <p:grpSpPr>
          <a:xfrm>
            <a:off x="5185915" y="3708643"/>
            <a:ext cx="3490789" cy="278524"/>
            <a:chOff x="4619469" y="5073244"/>
            <a:chExt cx="3490789" cy="278524"/>
          </a:xfrm>
        </p:grpSpPr>
        <p:sp>
          <p:nvSpPr>
            <p:cNvPr id="29" name="矩形 28">
              <a:extLst>
                <a:ext uri="{FF2B5EF4-FFF2-40B4-BE49-F238E27FC236}">
                  <a16:creationId xmlns:a16="http://schemas.microsoft.com/office/drawing/2014/main" id="{40DB9DF8-1A2B-424E-80CB-5FB625AB0360}"/>
                </a:ext>
              </a:extLst>
            </p:cNvPr>
            <p:cNvSpPr/>
            <p:nvPr/>
          </p:nvSpPr>
          <p:spPr>
            <a:xfrm>
              <a:off x="4619469" y="5073244"/>
              <a:ext cx="272104" cy="278524"/>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dirty="0">
                  <a:solidFill>
                    <a:schemeClr val="tx1"/>
                  </a:solidFill>
                </a:rPr>
                <a:t>.21</a:t>
              </a:r>
              <a:endParaRPr lang="zh-CN" altLang="en-US" sz="1000" dirty="0">
                <a:solidFill>
                  <a:schemeClr val="tx1"/>
                </a:solidFill>
              </a:endParaRPr>
            </a:p>
          </p:txBody>
        </p:sp>
        <p:sp>
          <p:nvSpPr>
            <p:cNvPr id="30" name="矩形 29">
              <a:extLst>
                <a:ext uri="{FF2B5EF4-FFF2-40B4-BE49-F238E27FC236}">
                  <a16:creationId xmlns:a16="http://schemas.microsoft.com/office/drawing/2014/main" id="{D16DBDED-3D29-48AD-B888-DBD6124B3FE3}"/>
                </a:ext>
              </a:extLst>
            </p:cNvPr>
            <p:cNvSpPr/>
            <p:nvPr/>
          </p:nvSpPr>
          <p:spPr>
            <a:xfrm>
              <a:off x="4892424" y="5073244"/>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-.5</a:t>
              </a:r>
              <a:endParaRPr lang="zh-CN" altLang="en-US" sz="1000">
                <a:solidFill>
                  <a:schemeClr val="tx1"/>
                </a:solidFill>
              </a:endParaRPr>
            </a:p>
          </p:txBody>
        </p:sp>
        <p:sp>
          <p:nvSpPr>
            <p:cNvPr id="31" name="矩形 30">
              <a:extLst>
                <a:ext uri="{FF2B5EF4-FFF2-40B4-BE49-F238E27FC236}">
                  <a16:creationId xmlns:a16="http://schemas.microsoft.com/office/drawing/2014/main" id="{D935E1FC-FDC3-4039-A9F2-0112EAF6A867}"/>
                </a:ext>
              </a:extLst>
            </p:cNvPr>
            <p:cNvSpPr/>
            <p:nvPr/>
          </p:nvSpPr>
          <p:spPr>
            <a:xfrm>
              <a:off x="5165379" y="5073244"/>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32" name="矩形 31">
              <a:extLst>
                <a:ext uri="{FF2B5EF4-FFF2-40B4-BE49-F238E27FC236}">
                  <a16:creationId xmlns:a16="http://schemas.microsoft.com/office/drawing/2014/main" id="{2B84EC5C-88B6-4DE8-9A2A-519FBBCD7539}"/>
                </a:ext>
              </a:extLst>
            </p:cNvPr>
            <p:cNvSpPr/>
            <p:nvPr/>
          </p:nvSpPr>
          <p:spPr>
            <a:xfrm>
              <a:off x="5439458"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dirty="0">
                  <a:solidFill>
                    <a:schemeClr val="tx1"/>
                  </a:solidFill>
                </a:rPr>
                <a:t>...</a:t>
              </a:r>
              <a:endParaRPr lang="zh-CN" altLang="en-US" sz="1000" dirty="0">
                <a:solidFill>
                  <a:schemeClr val="tx1"/>
                </a:solidFill>
              </a:endParaRPr>
            </a:p>
          </p:txBody>
        </p:sp>
        <p:sp>
          <p:nvSpPr>
            <p:cNvPr id="33" name="矩形 32">
              <a:extLst>
                <a:ext uri="{FF2B5EF4-FFF2-40B4-BE49-F238E27FC236}">
                  <a16:creationId xmlns:a16="http://schemas.microsoft.com/office/drawing/2014/main" id="{CAC7199D-A505-45D0-BBCC-5725359AF707}"/>
                </a:ext>
              </a:extLst>
            </p:cNvPr>
            <p:cNvSpPr/>
            <p:nvPr/>
          </p:nvSpPr>
          <p:spPr>
            <a:xfrm>
              <a:off x="5712413"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34" name="矩形 33">
              <a:extLst>
                <a:ext uri="{FF2B5EF4-FFF2-40B4-BE49-F238E27FC236}">
                  <a16:creationId xmlns:a16="http://schemas.microsoft.com/office/drawing/2014/main" id="{F52DE1A3-6209-4104-B29A-2DC022AE9896}"/>
                </a:ext>
              </a:extLst>
            </p:cNvPr>
            <p:cNvSpPr/>
            <p:nvPr/>
          </p:nvSpPr>
          <p:spPr>
            <a:xfrm>
              <a:off x="5985368"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35" name="矩形 34">
              <a:extLst>
                <a:ext uri="{FF2B5EF4-FFF2-40B4-BE49-F238E27FC236}">
                  <a16:creationId xmlns:a16="http://schemas.microsoft.com/office/drawing/2014/main" id="{78A9E57B-7931-4EFF-8AD5-65B9CDF045D4}"/>
                </a:ext>
              </a:extLst>
            </p:cNvPr>
            <p:cNvSpPr/>
            <p:nvPr/>
          </p:nvSpPr>
          <p:spPr>
            <a:xfrm>
              <a:off x="6258323" y="5073244"/>
              <a:ext cx="272104" cy="2785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36" name="矩形 35">
              <a:extLst>
                <a:ext uri="{FF2B5EF4-FFF2-40B4-BE49-F238E27FC236}">
                  <a16:creationId xmlns:a16="http://schemas.microsoft.com/office/drawing/2014/main" id="{7C64CE77-2567-4AA3-A0E3-20A5604CB4CD}"/>
                </a:ext>
              </a:extLst>
            </p:cNvPr>
            <p:cNvSpPr/>
            <p:nvPr/>
          </p:nvSpPr>
          <p:spPr>
            <a:xfrm>
              <a:off x="6521851" y="5073244"/>
              <a:ext cx="272104" cy="278524"/>
            </a:xfrm>
            <a:prstGeom prst="rect">
              <a:avLst/>
            </a:prstGeom>
            <a:solidFill>
              <a:srgbClr val="FFC000">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.27</a:t>
              </a:r>
              <a:endParaRPr lang="zh-CN" altLang="en-US" sz="1000">
                <a:solidFill>
                  <a:schemeClr val="tx1"/>
                </a:solidFill>
              </a:endParaRPr>
            </a:p>
          </p:txBody>
        </p:sp>
        <p:sp>
          <p:nvSpPr>
            <p:cNvPr id="37" name="矩形 36">
              <a:extLst>
                <a:ext uri="{FF2B5EF4-FFF2-40B4-BE49-F238E27FC236}">
                  <a16:creationId xmlns:a16="http://schemas.microsoft.com/office/drawing/2014/main" id="{F8233F9E-72C3-4518-BFBC-4ADDABD4A152}"/>
                </a:ext>
              </a:extLst>
            </p:cNvPr>
            <p:cNvSpPr/>
            <p:nvPr/>
          </p:nvSpPr>
          <p:spPr>
            <a:xfrm>
              <a:off x="6884789" y="5086520"/>
              <a:ext cx="1225469"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我爱上班</a:t>
              </a:r>
            </a:p>
          </p:txBody>
        </p:sp>
      </p:grpSp>
      <p:grpSp>
        <p:nvGrpSpPr>
          <p:cNvPr id="38" name="组合 37">
            <a:extLst>
              <a:ext uri="{FF2B5EF4-FFF2-40B4-BE49-F238E27FC236}">
                <a16:creationId xmlns:a16="http://schemas.microsoft.com/office/drawing/2014/main" id="{D3CB718A-8069-4736-96C8-3996D8317A63}"/>
              </a:ext>
            </a:extLst>
          </p:cNvPr>
          <p:cNvGrpSpPr/>
          <p:nvPr/>
        </p:nvGrpSpPr>
        <p:grpSpPr>
          <a:xfrm>
            <a:off x="5185915" y="4011179"/>
            <a:ext cx="3490789" cy="278524"/>
            <a:chOff x="4619469" y="5375781"/>
            <a:chExt cx="3490789" cy="278524"/>
          </a:xfrm>
        </p:grpSpPr>
        <p:sp>
          <p:nvSpPr>
            <p:cNvPr id="39" name="矩形 38">
              <a:extLst>
                <a:ext uri="{FF2B5EF4-FFF2-40B4-BE49-F238E27FC236}">
                  <a16:creationId xmlns:a16="http://schemas.microsoft.com/office/drawing/2014/main" id="{0AA6F43E-A4AD-426B-A9D3-8C1A15883FEF}"/>
                </a:ext>
              </a:extLst>
            </p:cNvPr>
            <p:cNvSpPr/>
            <p:nvPr/>
          </p:nvSpPr>
          <p:spPr>
            <a:xfrm>
              <a:off x="4619469" y="5375781"/>
              <a:ext cx="272104" cy="278524"/>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.18</a:t>
              </a:r>
              <a:endParaRPr lang="zh-CN" altLang="en-US" sz="1000">
                <a:solidFill>
                  <a:schemeClr val="tx1"/>
                </a:solidFill>
              </a:endParaRPr>
            </a:p>
          </p:txBody>
        </p:sp>
        <p:sp>
          <p:nvSpPr>
            <p:cNvPr id="40" name="矩形 39">
              <a:extLst>
                <a:ext uri="{FF2B5EF4-FFF2-40B4-BE49-F238E27FC236}">
                  <a16:creationId xmlns:a16="http://schemas.microsoft.com/office/drawing/2014/main" id="{01EC09CD-A1A0-4DA8-BE26-7BE72C66C04B}"/>
                </a:ext>
              </a:extLst>
            </p:cNvPr>
            <p:cNvSpPr/>
            <p:nvPr/>
          </p:nvSpPr>
          <p:spPr>
            <a:xfrm>
              <a:off x="4892424" y="5375781"/>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41" name="矩形 40">
              <a:extLst>
                <a:ext uri="{FF2B5EF4-FFF2-40B4-BE49-F238E27FC236}">
                  <a16:creationId xmlns:a16="http://schemas.microsoft.com/office/drawing/2014/main" id="{6E4CA3E9-CD15-461D-9F74-497ED854B3D8}"/>
                </a:ext>
              </a:extLst>
            </p:cNvPr>
            <p:cNvSpPr/>
            <p:nvPr/>
          </p:nvSpPr>
          <p:spPr>
            <a:xfrm>
              <a:off x="5165379" y="5375781"/>
              <a:ext cx="272104" cy="278524"/>
            </a:xfrm>
            <a:prstGeom prst="rect">
              <a:avLst/>
            </a:prstGeom>
            <a:solidFill>
              <a:srgbClr val="92D050">
                <a:alpha val="32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.2</a:t>
              </a:r>
              <a:endParaRPr lang="zh-CN" altLang="en-US" sz="1000">
                <a:solidFill>
                  <a:schemeClr val="tx1"/>
                </a:solidFill>
              </a:endParaRPr>
            </a:p>
          </p:txBody>
        </p:sp>
        <p:sp>
          <p:nvSpPr>
            <p:cNvPr id="42" name="矩形 41">
              <a:extLst>
                <a:ext uri="{FF2B5EF4-FFF2-40B4-BE49-F238E27FC236}">
                  <a16:creationId xmlns:a16="http://schemas.microsoft.com/office/drawing/2014/main" id="{D252A36E-6D17-4658-A131-1F71CBE215A2}"/>
                </a:ext>
              </a:extLst>
            </p:cNvPr>
            <p:cNvSpPr/>
            <p:nvPr/>
          </p:nvSpPr>
          <p:spPr>
            <a:xfrm>
              <a:off x="5439458" y="5375781"/>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43" name="矩形 42">
              <a:extLst>
                <a:ext uri="{FF2B5EF4-FFF2-40B4-BE49-F238E27FC236}">
                  <a16:creationId xmlns:a16="http://schemas.microsoft.com/office/drawing/2014/main" id="{A9DE8D5C-F6C6-4AA8-8C17-B95D67D39255}"/>
                </a:ext>
              </a:extLst>
            </p:cNvPr>
            <p:cNvSpPr/>
            <p:nvPr/>
          </p:nvSpPr>
          <p:spPr>
            <a:xfrm>
              <a:off x="5712413" y="5375781"/>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44" name="矩形 43">
              <a:extLst>
                <a:ext uri="{FF2B5EF4-FFF2-40B4-BE49-F238E27FC236}">
                  <a16:creationId xmlns:a16="http://schemas.microsoft.com/office/drawing/2014/main" id="{AB57DF83-F741-4A21-8EFA-84A0DD86CFCF}"/>
                </a:ext>
              </a:extLst>
            </p:cNvPr>
            <p:cNvSpPr/>
            <p:nvPr/>
          </p:nvSpPr>
          <p:spPr>
            <a:xfrm>
              <a:off x="5985368" y="5375781"/>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45" name="矩形 44">
              <a:extLst>
                <a:ext uri="{FF2B5EF4-FFF2-40B4-BE49-F238E27FC236}">
                  <a16:creationId xmlns:a16="http://schemas.microsoft.com/office/drawing/2014/main" id="{0B264F9A-974E-43AE-8583-33BC06936C62}"/>
                </a:ext>
              </a:extLst>
            </p:cNvPr>
            <p:cNvSpPr/>
            <p:nvPr/>
          </p:nvSpPr>
          <p:spPr>
            <a:xfrm>
              <a:off x="6258323" y="5375781"/>
              <a:ext cx="272104" cy="2785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46" name="矩形 45">
              <a:extLst>
                <a:ext uri="{FF2B5EF4-FFF2-40B4-BE49-F238E27FC236}">
                  <a16:creationId xmlns:a16="http://schemas.microsoft.com/office/drawing/2014/main" id="{C0030F4E-9A86-4CB3-BA77-5DB760532426}"/>
                </a:ext>
              </a:extLst>
            </p:cNvPr>
            <p:cNvSpPr/>
            <p:nvPr/>
          </p:nvSpPr>
          <p:spPr>
            <a:xfrm>
              <a:off x="6521851" y="5375781"/>
              <a:ext cx="272104" cy="27852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47" name="矩形 46">
              <a:extLst>
                <a:ext uri="{FF2B5EF4-FFF2-40B4-BE49-F238E27FC236}">
                  <a16:creationId xmlns:a16="http://schemas.microsoft.com/office/drawing/2014/main" id="{6FAC8F54-C150-4654-8B80-C95D36894109}"/>
                </a:ext>
              </a:extLst>
            </p:cNvPr>
            <p:cNvSpPr/>
            <p:nvPr/>
          </p:nvSpPr>
          <p:spPr>
            <a:xfrm>
              <a:off x="6894993" y="5394640"/>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上班真好</a:t>
              </a:r>
            </a:p>
          </p:txBody>
        </p:sp>
      </p:grpSp>
      <p:grpSp>
        <p:nvGrpSpPr>
          <p:cNvPr id="48" name="组合 47">
            <a:extLst>
              <a:ext uri="{FF2B5EF4-FFF2-40B4-BE49-F238E27FC236}">
                <a16:creationId xmlns:a16="http://schemas.microsoft.com/office/drawing/2014/main" id="{EEE7DF13-2279-4F07-8754-2A7501E92DE4}"/>
              </a:ext>
            </a:extLst>
          </p:cNvPr>
          <p:cNvGrpSpPr/>
          <p:nvPr/>
        </p:nvGrpSpPr>
        <p:grpSpPr>
          <a:xfrm>
            <a:off x="5193547" y="4324767"/>
            <a:ext cx="3483157" cy="278524"/>
            <a:chOff x="4627101" y="5689370"/>
            <a:chExt cx="3483157" cy="278524"/>
          </a:xfrm>
        </p:grpSpPr>
        <p:sp>
          <p:nvSpPr>
            <p:cNvPr id="49" name="矩形 48">
              <a:extLst>
                <a:ext uri="{FF2B5EF4-FFF2-40B4-BE49-F238E27FC236}">
                  <a16:creationId xmlns:a16="http://schemas.microsoft.com/office/drawing/2014/main" id="{CD753F25-7316-44FA-8B3A-4ED8B7BC8694}"/>
                </a:ext>
              </a:extLst>
            </p:cNvPr>
            <p:cNvSpPr/>
            <p:nvPr/>
          </p:nvSpPr>
          <p:spPr>
            <a:xfrm>
              <a:off x="4627101" y="5689370"/>
              <a:ext cx="272104" cy="278524"/>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.19</a:t>
              </a:r>
              <a:endParaRPr lang="zh-CN" altLang="en-US" sz="1000">
                <a:solidFill>
                  <a:schemeClr val="tx1"/>
                </a:solidFill>
              </a:endParaRPr>
            </a:p>
          </p:txBody>
        </p:sp>
        <p:sp>
          <p:nvSpPr>
            <p:cNvPr id="50" name="矩形 49">
              <a:extLst>
                <a:ext uri="{FF2B5EF4-FFF2-40B4-BE49-F238E27FC236}">
                  <a16:creationId xmlns:a16="http://schemas.microsoft.com/office/drawing/2014/main" id="{A24CB527-7304-4B31-9386-EE8583B4305A}"/>
                </a:ext>
              </a:extLst>
            </p:cNvPr>
            <p:cNvSpPr/>
            <p:nvPr/>
          </p:nvSpPr>
          <p:spPr>
            <a:xfrm>
              <a:off x="4900056" y="5689370"/>
              <a:ext cx="272104" cy="27852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-.3</a:t>
              </a:r>
              <a:endParaRPr lang="zh-CN" altLang="en-US" sz="1000">
                <a:solidFill>
                  <a:schemeClr val="tx1"/>
                </a:solidFill>
              </a:endParaRPr>
            </a:p>
          </p:txBody>
        </p:sp>
        <p:sp>
          <p:nvSpPr>
            <p:cNvPr id="51" name="矩形 50">
              <a:extLst>
                <a:ext uri="{FF2B5EF4-FFF2-40B4-BE49-F238E27FC236}">
                  <a16:creationId xmlns:a16="http://schemas.microsoft.com/office/drawing/2014/main" id="{E2F414B3-417D-4DD9-B8E5-F3698F6CB7D6}"/>
                </a:ext>
              </a:extLst>
            </p:cNvPr>
            <p:cNvSpPr/>
            <p:nvPr/>
          </p:nvSpPr>
          <p:spPr>
            <a:xfrm>
              <a:off x="5173011" y="5689370"/>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52" name="矩形 51">
              <a:extLst>
                <a:ext uri="{FF2B5EF4-FFF2-40B4-BE49-F238E27FC236}">
                  <a16:creationId xmlns:a16="http://schemas.microsoft.com/office/drawing/2014/main" id="{A0AB9F10-C3F4-40C9-9FA7-29D40CBD02B8}"/>
                </a:ext>
              </a:extLst>
            </p:cNvPr>
            <p:cNvSpPr/>
            <p:nvPr/>
          </p:nvSpPr>
          <p:spPr>
            <a:xfrm>
              <a:off x="5447090" y="5689370"/>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53" name="矩形 52">
              <a:extLst>
                <a:ext uri="{FF2B5EF4-FFF2-40B4-BE49-F238E27FC236}">
                  <a16:creationId xmlns:a16="http://schemas.microsoft.com/office/drawing/2014/main" id="{23BFCE49-5289-4F05-BB6F-DE5F4D792950}"/>
                </a:ext>
              </a:extLst>
            </p:cNvPr>
            <p:cNvSpPr/>
            <p:nvPr/>
          </p:nvSpPr>
          <p:spPr>
            <a:xfrm>
              <a:off x="5720045" y="5689370"/>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54" name="矩形 53">
              <a:extLst>
                <a:ext uri="{FF2B5EF4-FFF2-40B4-BE49-F238E27FC236}">
                  <a16:creationId xmlns:a16="http://schemas.microsoft.com/office/drawing/2014/main" id="{353969D1-9D72-4D58-8226-502563539490}"/>
                </a:ext>
              </a:extLst>
            </p:cNvPr>
            <p:cNvSpPr/>
            <p:nvPr/>
          </p:nvSpPr>
          <p:spPr>
            <a:xfrm>
              <a:off x="5993000" y="5689370"/>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55" name="矩形 54">
              <a:extLst>
                <a:ext uri="{FF2B5EF4-FFF2-40B4-BE49-F238E27FC236}">
                  <a16:creationId xmlns:a16="http://schemas.microsoft.com/office/drawing/2014/main" id="{D8D67DB9-C83A-4D37-84DF-AD0562B03F81}"/>
                </a:ext>
              </a:extLst>
            </p:cNvPr>
            <p:cNvSpPr/>
            <p:nvPr/>
          </p:nvSpPr>
          <p:spPr>
            <a:xfrm>
              <a:off x="6265955" y="5689370"/>
              <a:ext cx="272104" cy="278524"/>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56" name="矩形 55">
              <a:extLst>
                <a:ext uri="{FF2B5EF4-FFF2-40B4-BE49-F238E27FC236}">
                  <a16:creationId xmlns:a16="http://schemas.microsoft.com/office/drawing/2014/main" id="{92564E13-049D-4F2D-9579-F3D5D11B30EE}"/>
                </a:ext>
              </a:extLst>
            </p:cNvPr>
            <p:cNvSpPr/>
            <p:nvPr/>
          </p:nvSpPr>
          <p:spPr>
            <a:xfrm>
              <a:off x="6529483" y="5689370"/>
              <a:ext cx="272104" cy="27852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57" name="矩形 56">
              <a:extLst>
                <a:ext uri="{FF2B5EF4-FFF2-40B4-BE49-F238E27FC236}">
                  <a16:creationId xmlns:a16="http://schemas.microsoft.com/office/drawing/2014/main" id="{ABF48106-A0D8-4ABA-91C9-F5BF81BF93BF}"/>
                </a:ext>
              </a:extLst>
            </p:cNvPr>
            <p:cNvSpPr/>
            <p:nvPr/>
          </p:nvSpPr>
          <p:spPr>
            <a:xfrm>
              <a:off x="6894993" y="5713371"/>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我爱工作</a:t>
              </a:r>
            </a:p>
          </p:txBody>
        </p:sp>
      </p:grpSp>
      <p:grpSp>
        <p:nvGrpSpPr>
          <p:cNvPr id="58" name="组合 57">
            <a:extLst>
              <a:ext uri="{FF2B5EF4-FFF2-40B4-BE49-F238E27FC236}">
                <a16:creationId xmlns:a16="http://schemas.microsoft.com/office/drawing/2014/main" id="{0289DB26-F92B-4272-B83F-A720EE0DC1FB}"/>
              </a:ext>
            </a:extLst>
          </p:cNvPr>
          <p:cNvGrpSpPr/>
          <p:nvPr/>
        </p:nvGrpSpPr>
        <p:grpSpPr>
          <a:xfrm>
            <a:off x="5193547" y="4633719"/>
            <a:ext cx="3483157" cy="278524"/>
            <a:chOff x="4627101" y="5998321"/>
            <a:chExt cx="3483157" cy="278524"/>
          </a:xfrm>
        </p:grpSpPr>
        <p:sp>
          <p:nvSpPr>
            <p:cNvPr id="59" name="矩形 58">
              <a:extLst>
                <a:ext uri="{FF2B5EF4-FFF2-40B4-BE49-F238E27FC236}">
                  <a16:creationId xmlns:a16="http://schemas.microsoft.com/office/drawing/2014/main" id="{66F2718D-0196-45E2-8C7C-C7AB7867C5A2}"/>
                </a:ext>
              </a:extLst>
            </p:cNvPr>
            <p:cNvSpPr/>
            <p:nvPr/>
          </p:nvSpPr>
          <p:spPr>
            <a:xfrm>
              <a:off x="4627101" y="5998321"/>
              <a:ext cx="272104" cy="27852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.8</a:t>
              </a:r>
              <a:endParaRPr lang="zh-CN" altLang="en-US" sz="1000">
                <a:solidFill>
                  <a:schemeClr val="tx1"/>
                </a:solidFill>
              </a:endParaRPr>
            </a:p>
          </p:txBody>
        </p:sp>
        <p:sp>
          <p:nvSpPr>
            <p:cNvPr id="61" name="矩形 60">
              <a:extLst>
                <a:ext uri="{FF2B5EF4-FFF2-40B4-BE49-F238E27FC236}">
                  <a16:creationId xmlns:a16="http://schemas.microsoft.com/office/drawing/2014/main" id="{17D8E12A-B067-4561-924B-7F8B503DD8D8}"/>
                </a:ext>
              </a:extLst>
            </p:cNvPr>
            <p:cNvSpPr/>
            <p:nvPr/>
          </p:nvSpPr>
          <p:spPr>
            <a:xfrm>
              <a:off x="4900056" y="5998321"/>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62" name="矩形 61">
              <a:extLst>
                <a:ext uri="{FF2B5EF4-FFF2-40B4-BE49-F238E27FC236}">
                  <a16:creationId xmlns:a16="http://schemas.microsoft.com/office/drawing/2014/main" id="{909346B8-971B-4467-B0A7-8F6A0F213207}"/>
                </a:ext>
              </a:extLst>
            </p:cNvPr>
            <p:cNvSpPr/>
            <p:nvPr/>
          </p:nvSpPr>
          <p:spPr>
            <a:xfrm>
              <a:off x="5173011" y="5998321"/>
              <a:ext cx="272104" cy="278524"/>
            </a:xfrm>
            <a:prstGeom prst="rect">
              <a:avLst/>
            </a:prstGeom>
            <a:solidFill>
              <a:srgbClr val="FF0000">
                <a:alpha val="12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-.3</a:t>
              </a:r>
              <a:endParaRPr lang="zh-CN" altLang="en-US" sz="1000">
                <a:solidFill>
                  <a:schemeClr val="tx1"/>
                </a:solidFill>
              </a:endParaRPr>
            </a:p>
          </p:txBody>
        </p:sp>
        <p:sp>
          <p:nvSpPr>
            <p:cNvPr id="63" name="矩形 62">
              <a:extLst>
                <a:ext uri="{FF2B5EF4-FFF2-40B4-BE49-F238E27FC236}">
                  <a16:creationId xmlns:a16="http://schemas.microsoft.com/office/drawing/2014/main" id="{FB1F99D9-27B6-4032-A864-C1E13D16A885}"/>
                </a:ext>
              </a:extLst>
            </p:cNvPr>
            <p:cNvSpPr/>
            <p:nvPr/>
          </p:nvSpPr>
          <p:spPr>
            <a:xfrm>
              <a:off x="5447090" y="5998321"/>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64" name="矩形 63">
              <a:extLst>
                <a:ext uri="{FF2B5EF4-FFF2-40B4-BE49-F238E27FC236}">
                  <a16:creationId xmlns:a16="http://schemas.microsoft.com/office/drawing/2014/main" id="{613179FC-3164-4EE4-8F24-69B602F28AB1}"/>
                </a:ext>
              </a:extLst>
            </p:cNvPr>
            <p:cNvSpPr/>
            <p:nvPr/>
          </p:nvSpPr>
          <p:spPr>
            <a:xfrm>
              <a:off x="5720045" y="5998321"/>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65" name="矩形 64">
              <a:extLst>
                <a:ext uri="{FF2B5EF4-FFF2-40B4-BE49-F238E27FC236}">
                  <a16:creationId xmlns:a16="http://schemas.microsoft.com/office/drawing/2014/main" id="{306ECB25-6ADB-4AAC-ACD3-B1D1FE6E0362}"/>
                </a:ext>
              </a:extLst>
            </p:cNvPr>
            <p:cNvSpPr/>
            <p:nvPr/>
          </p:nvSpPr>
          <p:spPr>
            <a:xfrm>
              <a:off x="5993000" y="5998321"/>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66" name="矩形 65">
              <a:extLst>
                <a:ext uri="{FF2B5EF4-FFF2-40B4-BE49-F238E27FC236}">
                  <a16:creationId xmlns:a16="http://schemas.microsoft.com/office/drawing/2014/main" id="{215DCD89-8452-4ADA-ABD3-6D05FEF09768}"/>
                </a:ext>
              </a:extLst>
            </p:cNvPr>
            <p:cNvSpPr/>
            <p:nvPr/>
          </p:nvSpPr>
          <p:spPr>
            <a:xfrm>
              <a:off x="6265955" y="5998321"/>
              <a:ext cx="272104" cy="278524"/>
            </a:xfrm>
            <a:prstGeom prst="rect">
              <a:avLst/>
            </a:prstGeom>
            <a:solidFill>
              <a:srgbClr val="FFC000">
                <a:alpha val="8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67" name="矩形 66">
              <a:extLst>
                <a:ext uri="{FF2B5EF4-FFF2-40B4-BE49-F238E27FC236}">
                  <a16:creationId xmlns:a16="http://schemas.microsoft.com/office/drawing/2014/main" id="{F74855A9-334B-46D2-A027-A6997F4645CA}"/>
                </a:ext>
              </a:extLst>
            </p:cNvPr>
            <p:cNvSpPr/>
            <p:nvPr/>
          </p:nvSpPr>
          <p:spPr>
            <a:xfrm>
              <a:off x="6529483" y="5998321"/>
              <a:ext cx="272104" cy="27852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.6</a:t>
              </a:r>
              <a:endParaRPr lang="zh-CN" altLang="en-US" sz="1000">
                <a:solidFill>
                  <a:schemeClr val="tx1"/>
                </a:solidFill>
              </a:endParaRPr>
            </a:p>
          </p:txBody>
        </p:sp>
        <p:sp>
          <p:nvSpPr>
            <p:cNvPr id="68" name="矩形 67">
              <a:extLst>
                <a:ext uri="{FF2B5EF4-FFF2-40B4-BE49-F238E27FC236}">
                  <a16:creationId xmlns:a16="http://schemas.microsoft.com/office/drawing/2014/main" id="{17767E7C-5A3A-45D2-BAF7-1A00B80EBBF9}"/>
                </a:ext>
              </a:extLst>
            </p:cNvPr>
            <p:cNvSpPr/>
            <p:nvPr/>
          </p:nvSpPr>
          <p:spPr>
            <a:xfrm>
              <a:off x="6894993" y="6009829"/>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拒绝加班</a:t>
              </a:r>
            </a:p>
          </p:txBody>
        </p:sp>
      </p:grpSp>
      <p:grpSp>
        <p:nvGrpSpPr>
          <p:cNvPr id="69" name="组合 68">
            <a:extLst>
              <a:ext uri="{FF2B5EF4-FFF2-40B4-BE49-F238E27FC236}">
                <a16:creationId xmlns:a16="http://schemas.microsoft.com/office/drawing/2014/main" id="{62683FB9-9C27-4312-A5C6-4A99CD73FDE3}"/>
              </a:ext>
            </a:extLst>
          </p:cNvPr>
          <p:cNvGrpSpPr/>
          <p:nvPr/>
        </p:nvGrpSpPr>
        <p:grpSpPr>
          <a:xfrm>
            <a:off x="5193547" y="4941685"/>
            <a:ext cx="3483157" cy="279507"/>
            <a:chOff x="4627101" y="6306287"/>
            <a:chExt cx="3483157" cy="279507"/>
          </a:xfrm>
        </p:grpSpPr>
        <p:sp>
          <p:nvSpPr>
            <p:cNvPr id="70" name="矩形 69">
              <a:extLst>
                <a:ext uri="{FF2B5EF4-FFF2-40B4-BE49-F238E27FC236}">
                  <a16:creationId xmlns:a16="http://schemas.microsoft.com/office/drawing/2014/main" id="{5ACB9A36-ECD1-4B08-A50E-13D0CCA67612}"/>
                </a:ext>
              </a:extLst>
            </p:cNvPr>
            <p:cNvSpPr/>
            <p:nvPr/>
          </p:nvSpPr>
          <p:spPr>
            <a:xfrm>
              <a:off x="4627101" y="6307270"/>
              <a:ext cx="272104" cy="278524"/>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.7</a:t>
              </a:r>
              <a:endParaRPr lang="zh-CN" altLang="en-US" sz="1000">
                <a:solidFill>
                  <a:schemeClr val="tx1"/>
                </a:solidFill>
              </a:endParaRPr>
            </a:p>
          </p:txBody>
        </p:sp>
        <p:sp>
          <p:nvSpPr>
            <p:cNvPr id="71" name="矩形 70">
              <a:extLst>
                <a:ext uri="{FF2B5EF4-FFF2-40B4-BE49-F238E27FC236}">
                  <a16:creationId xmlns:a16="http://schemas.microsoft.com/office/drawing/2014/main" id="{A9F068D4-3035-43AF-B3D4-8B067820891B}"/>
                </a:ext>
              </a:extLst>
            </p:cNvPr>
            <p:cNvSpPr/>
            <p:nvPr/>
          </p:nvSpPr>
          <p:spPr>
            <a:xfrm>
              <a:off x="4900056" y="6307270"/>
              <a:ext cx="272104" cy="278524"/>
            </a:xfrm>
            <a:prstGeom prst="rect">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.1</a:t>
              </a:r>
              <a:endParaRPr lang="zh-CN" altLang="en-US" sz="1000">
                <a:solidFill>
                  <a:schemeClr val="tx1"/>
                </a:solidFill>
              </a:endParaRPr>
            </a:p>
          </p:txBody>
        </p:sp>
        <p:sp>
          <p:nvSpPr>
            <p:cNvPr id="72" name="矩形 71">
              <a:extLst>
                <a:ext uri="{FF2B5EF4-FFF2-40B4-BE49-F238E27FC236}">
                  <a16:creationId xmlns:a16="http://schemas.microsoft.com/office/drawing/2014/main" id="{9E1BD9CB-5477-49D0-BBF6-5BADE6EDB5D4}"/>
                </a:ext>
              </a:extLst>
            </p:cNvPr>
            <p:cNvSpPr/>
            <p:nvPr/>
          </p:nvSpPr>
          <p:spPr>
            <a:xfrm>
              <a:off x="5173011" y="6307270"/>
              <a:ext cx="272104" cy="278524"/>
            </a:xfrm>
            <a:prstGeom prst="rect">
              <a:avLst/>
            </a:prstGeom>
            <a:solidFill>
              <a:srgbClr val="FF0000">
                <a:alpha val="12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-.4</a:t>
              </a:r>
              <a:endParaRPr lang="zh-CN" altLang="en-US" sz="1000">
                <a:solidFill>
                  <a:schemeClr val="tx1"/>
                </a:solidFill>
              </a:endParaRPr>
            </a:p>
          </p:txBody>
        </p:sp>
        <p:sp>
          <p:nvSpPr>
            <p:cNvPr id="73" name="矩形 72">
              <a:extLst>
                <a:ext uri="{FF2B5EF4-FFF2-40B4-BE49-F238E27FC236}">
                  <a16:creationId xmlns:a16="http://schemas.microsoft.com/office/drawing/2014/main" id="{FBED9DBF-FDBA-47D8-88DD-07685E207A66}"/>
                </a:ext>
              </a:extLst>
            </p:cNvPr>
            <p:cNvSpPr/>
            <p:nvPr/>
          </p:nvSpPr>
          <p:spPr>
            <a:xfrm>
              <a:off x="5447090" y="6307270"/>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74" name="矩形 73">
              <a:extLst>
                <a:ext uri="{FF2B5EF4-FFF2-40B4-BE49-F238E27FC236}">
                  <a16:creationId xmlns:a16="http://schemas.microsoft.com/office/drawing/2014/main" id="{E007F55F-9FB4-408E-8B9A-80EBC1D7B014}"/>
                </a:ext>
              </a:extLst>
            </p:cNvPr>
            <p:cNvSpPr/>
            <p:nvPr/>
          </p:nvSpPr>
          <p:spPr>
            <a:xfrm>
              <a:off x="5720045" y="6307270"/>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75" name="矩形 74">
              <a:extLst>
                <a:ext uri="{FF2B5EF4-FFF2-40B4-BE49-F238E27FC236}">
                  <a16:creationId xmlns:a16="http://schemas.microsoft.com/office/drawing/2014/main" id="{23EFF69A-217C-4B7C-9D81-8F38290AF466}"/>
                </a:ext>
              </a:extLst>
            </p:cNvPr>
            <p:cNvSpPr/>
            <p:nvPr/>
          </p:nvSpPr>
          <p:spPr>
            <a:xfrm>
              <a:off x="5993000" y="6307270"/>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76" name="矩形 75">
              <a:extLst>
                <a:ext uri="{FF2B5EF4-FFF2-40B4-BE49-F238E27FC236}">
                  <a16:creationId xmlns:a16="http://schemas.microsoft.com/office/drawing/2014/main" id="{67B3682A-589A-4280-9491-EF39BF6D4400}"/>
                </a:ext>
              </a:extLst>
            </p:cNvPr>
            <p:cNvSpPr/>
            <p:nvPr/>
          </p:nvSpPr>
          <p:spPr>
            <a:xfrm>
              <a:off x="6265955" y="6307270"/>
              <a:ext cx="272104" cy="278524"/>
            </a:xfrm>
            <a:prstGeom prst="rect">
              <a:avLst/>
            </a:prstGeom>
            <a:solidFill>
              <a:srgbClr val="FFC000">
                <a:alpha val="14000"/>
              </a:srgb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algn="ctr"/>
              <a:r>
                <a:rPr lang="en-US" altLang="zh-CN" sz="1000">
                  <a:solidFill>
                    <a:schemeClr val="tx1"/>
                  </a:solidFill>
                </a:rPr>
                <a:t>...</a:t>
              </a:r>
              <a:endParaRPr lang="zh-CN" altLang="en-US" sz="1000">
                <a:solidFill>
                  <a:schemeClr val="tx1"/>
                </a:solidFill>
              </a:endParaRPr>
            </a:p>
          </p:txBody>
        </p:sp>
        <p:sp>
          <p:nvSpPr>
            <p:cNvPr id="77" name="矩形 76">
              <a:extLst>
                <a:ext uri="{FF2B5EF4-FFF2-40B4-BE49-F238E27FC236}">
                  <a16:creationId xmlns:a16="http://schemas.microsoft.com/office/drawing/2014/main" id="{365C11F4-6EC4-4040-96E7-52F168A2FE1D}"/>
                </a:ext>
              </a:extLst>
            </p:cNvPr>
            <p:cNvSpPr/>
            <p:nvPr/>
          </p:nvSpPr>
          <p:spPr>
            <a:xfrm>
              <a:off x="6529483" y="6307270"/>
              <a:ext cx="272104" cy="27852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zh-CN" sz="1000">
                  <a:solidFill>
                    <a:schemeClr val="tx1"/>
                  </a:solidFill>
                </a:rPr>
                <a:t>.7</a:t>
              </a:r>
              <a:endParaRPr lang="zh-CN" altLang="en-US" sz="1000">
                <a:solidFill>
                  <a:schemeClr val="tx1"/>
                </a:solidFill>
              </a:endParaRPr>
            </a:p>
          </p:txBody>
        </p:sp>
        <p:sp>
          <p:nvSpPr>
            <p:cNvPr id="78" name="矩形 77">
              <a:extLst>
                <a:ext uri="{FF2B5EF4-FFF2-40B4-BE49-F238E27FC236}">
                  <a16:creationId xmlns:a16="http://schemas.microsoft.com/office/drawing/2014/main" id="{B53732F7-3D52-40BF-80DB-5B5D55B92CC1}"/>
                </a:ext>
              </a:extLst>
            </p:cNvPr>
            <p:cNvSpPr/>
            <p:nvPr/>
          </p:nvSpPr>
          <p:spPr>
            <a:xfrm>
              <a:off x="6894993" y="6306287"/>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我要躺平</a:t>
              </a:r>
            </a:p>
          </p:txBody>
        </p:sp>
      </p:grpSp>
      <p:cxnSp>
        <p:nvCxnSpPr>
          <p:cNvPr id="79" name="直接箭头连接符 78">
            <a:extLst>
              <a:ext uri="{FF2B5EF4-FFF2-40B4-BE49-F238E27FC236}">
                <a16:creationId xmlns:a16="http://schemas.microsoft.com/office/drawing/2014/main" id="{045B3AF7-9DE3-40FA-A8AB-656F8773A326}"/>
              </a:ext>
            </a:extLst>
          </p:cNvPr>
          <p:cNvCxnSpPr>
            <a:stCxn id="25" idx="3"/>
            <a:endCxn id="27" idx="2"/>
          </p:cNvCxnSpPr>
          <p:nvPr/>
        </p:nvCxnSpPr>
        <p:spPr>
          <a:xfrm>
            <a:off x="4418061" y="4456524"/>
            <a:ext cx="639963"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0" name="文本框 79">
            <a:extLst>
              <a:ext uri="{FF2B5EF4-FFF2-40B4-BE49-F238E27FC236}">
                <a16:creationId xmlns:a16="http://schemas.microsoft.com/office/drawing/2014/main" id="{6FE88A13-0D91-4012-8159-BC675BAA0179}"/>
              </a:ext>
            </a:extLst>
          </p:cNvPr>
          <p:cNvSpPr txBox="1"/>
          <p:nvPr/>
        </p:nvSpPr>
        <p:spPr>
          <a:xfrm>
            <a:off x="4597041" y="3569842"/>
            <a:ext cx="1817769" cy="1674113"/>
          </a:xfrm>
          <a:prstGeom prst="rect">
            <a:avLst/>
          </a:prstGeom>
          <a:noFill/>
        </p:spPr>
        <p:txBody>
          <a:bodyPr wrap="square" rtlCol="0">
            <a:spAutoFit/>
          </a:bodyPr>
          <a:lstStyle/>
          <a:p>
            <a:pPr>
              <a:lnSpc>
                <a:spcPct val="150000"/>
              </a:lnSpc>
            </a:pPr>
            <a:r>
              <a:rPr lang="en-US" altLang="zh-CN" sz="1400" dirty="0"/>
              <a:t>0.8</a:t>
            </a:r>
          </a:p>
          <a:p>
            <a:pPr>
              <a:lnSpc>
                <a:spcPct val="150000"/>
              </a:lnSpc>
            </a:pPr>
            <a:r>
              <a:rPr lang="en-US" altLang="zh-CN" sz="1400" dirty="0"/>
              <a:t>0.6</a:t>
            </a:r>
          </a:p>
          <a:p>
            <a:pPr>
              <a:lnSpc>
                <a:spcPct val="150000"/>
              </a:lnSpc>
            </a:pPr>
            <a:r>
              <a:rPr lang="en-US" altLang="zh-CN" sz="1400" dirty="0"/>
              <a:t>0.7</a:t>
            </a:r>
          </a:p>
          <a:p>
            <a:pPr>
              <a:lnSpc>
                <a:spcPct val="150000"/>
              </a:lnSpc>
            </a:pPr>
            <a:r>
              <a:rPr lang="en-US" altLang="zh-CN" sz="1400" dirty="0"/>
              <a:t>0.3</a:t>
            </a:r>
          </a:p>
          <a:p>
            <a:pPr>
              <a:lnSpc>
                <a:spcPct val="150000"/>
              </a:lnSpc>
            </a:pPr>
            <a:r>
              <a:rPr lang="en-US" altLang="zh-CN" sz="1400" dirty="0"/>
              <a:t>0.2</a:t>
            </a:r>
          </a:p>
        </p:txBody>
      </p:sp>
      <p:sp>
        <p:nvSpPr>
          <p:cNvPr id="81" name="文本框 80">
            <a:extLst>
              <a:ext uri="{FF2B5EF4-FFF2-40B4-BE49-F238E27FC236}">
                <a16:creationId xmlns:a16="http://schemas.microsoft.com/office/drawing/2014/main" id="{E9C274E4-2638-4902-8EAF-63B483729E68}"/>
              </a:ext>
            </a:extLst>
          </p:cNvPr>
          <p:cNvSpPr txBox="1"/>
          <p:nvPr/>
        </p:nvSpPr>
        <p:spPr>
          <a:xfrm>
            <a:off x="576198" y="5998882"/>
            <a:ext cx="6417141" cy="421462"/>
          </a:xfrm>
          <a:prstGeom prst="rect">
            <a:avLst/>
          </a:prstGeom>
          <a:noFill/>
        </p:spPr>
        <p:txBody>
          <a:bodyPr wrap="none" rtlCol="0">
            <a:spAutoFit/>
          </a:bodyPr>
          <a:lstStyle/>
          <a:p>
            <a:pPr>
              <a:lnSpc>
                <a:spcPct val="130000"/>
              </a:lnSpc>
              <a:defRPr/>
            </a:pPr>
            <a:r>
              <a:rPr lang="zh-CN" altLang="en-US" dirty="0">
                <a:solidFill>
                  <a:srgbClr val="C00000"/>
                </a:solidFill>
                <a:latin typeface="Source Code Pro"/>
              </a:rPr>
              <a:t>余弦相似度越大，说明向量方向越接近，两点之间的距离越小</a:t>
            </a:r>
          </a:p>
        </p:txBody>
      </p:sp>
      <p:sp>
        <p:nvSpPr>
          <p:cNvPr id="82" name="文本框 81">
            <a:extLst>
              <a:ext uri="{FF2B5EF4-FFF2-40B4-BE49-F238E27FC236}">
                <a16:creationId xmlns:a16="http://schemas.microsoft.com/office/drawing/2014/main" id="{02AB91B4-5866-4D83-9827-745046C260E5}"/>
              </a:ext>
            </a:extLst>
          </p:cNvPr>
          <p:cNvSpPr txBox="1"/>
          <p:nvPr/>
        </p:nvSpPr>
        <p:spPr>
          <a:xfrm>
            <a:off x="576199" y="6376891"/>
            <a:ext cx="11123558" cy="421462"/>
          </a:xfrm>
          <a:prstGeom prst="rect">
            <a:avLst/>
          </a:prstGeom>
          <a:noFill/>
        </p:spPr>
        <p:txBody>
          <a:bodyPr wrap="none" rtlCol="0">
            <a:spAutoFit/>
          </a:bodyPr>
          <a:lstStyle/>
          <a:p>
            <a:pPr>
              <a:lnSpc>
                <a:spcPct val="130000"/>
              </a:lnSpc>
              <a:defRPr/>
            </a:pPr>
            <a:r>
              <a:rPr lang="zh-CN" altLang="en-US" dirty="0">
                <a:solidFill>
                  <a:srgbClr val="C00000"/>
                </a:solidFill>
                <a:latin typeface="Source Code Pro"/>
              </a:rPr>
              <a:t>由于</a:t>
            </a:r>
            <a:r>
              <a:rPr lang="en-US" altLang="zh-CN" dirty="0">
                <a:solidFill>
                  <a:srgbClr val="C00000"/>
                </a:solidFill>
                <a:latin typeface="Source Code Pro"/>
              </a:rPr>
              <a:t>RAG</a:t>
            </a:r>
            <a:r>
              <a:rPr lang="zh-CN" altLang="en-US" dirty="0">
                <a:solidFill>
                  <a:srgbClr val="C00000"/>
                </a:solidFill>
                <a:latin typeface="Source Code Pro"/>
              </a:rPr>
              <a:t>中，向量都是由文本转换过来的，不同文本对应的向量余弦相似度越大，距离越近</a:t>
            </a:r>
            <a:r>
              <a:rPr lang="zh-CN" altLang="en-US" dirty="0">
                <a:solidFill>
                  <a:srgbClr val="C00000"/>
                </a:solidFill>
              </a:rPr>
              <a:t>，</a:t>
            </a:r>
            <a:r>
              <a:rPr lang="zh-CN" altLang="en-US" dirty="0">
                <a:solidFill>
                  <a:srgbClr val="C00000"/>
                </a:solidFill>
                <a:latin typeface="Source Code Pro"/>
              </a:rPr>
              <a:t>文本相似度越高</a:t>
            </a:r>
          </a:p>
        </p:txBody>
      </p:sp>
      <p:sp>
        <p:nvSpPr>
          <p:cNvPr id="83" name="文本框 82">
            <a:extLst>
              <a:ext uri="{FF2B5EF4-FFF2-40B4-BE49-F238E27FC236}">
                <a16:creationId xmlns:a16="http://schemas.microsoft.com/office/drawing/2014/main" id="{DB967DDC-B420-4979-838B-6D0E9D13D37A}"/>
              </a:ext>
            </a:extLst>
          </p:cNvPr>
          <p:cNvSpPr txBox="1"/>
          <p:nvPr/>
        </p:nvSpPr>
        <p:spPr>
          <a:xfrm>
            <a:off x="4585251" y="5475808"/>
            <a:ext cx="922047" cy="461665"/>
          </a:xfrm>
          <a:prstGeom prst="rect">
            <a:avLst/>
          </a:prstGeom>
          <a:noFill/>
        </p:spPr>
        <p:txBody>
          <a:bodyPr wrap="none" rtlCol="0">
            <a:spAutoFit/>
          </a:bodyPr>
          <a:lstStyle/>
          <a:p>
            <a:r>
              <a:rPr lang="en-US" altLang="zh-CN" sz="2400" b="1" dirty="0">
                <a:solidFill>
                  <a:srgbClr val="C00000"/>
                </a:solidFill>
              </a:rPr>
              <a:t>&gt;0.5</a:t>
            </a:r>
            <a:endParaRPr lang="zh-CN" altLang="en-US" sz="2400" b="1" dirty="0">
              <a:solidFill>
                <a:srgbClr val="C00000"/>
              </a:solidFill>
            </a:endParaRPr>
          </a:p>
        </p:txBody>
      </p:sp>
      <p:sp>
        <p:nvSpPr>
          <p:cNvPr id="84" name="矩形 83">
            <a:extLst>
              <a:ext uri="{FF2B5EF4-FFF2-40B4-BE49-F238E27FC236}">
                <a16:creationId xmlns:a16="http://schemas.microsoft.com/office/drawing/2014/main" id="{D39A6704-265F-4A11-9FBE-CCCDAB91B886}"/>
              </a:ext>
            </a:extLst>
          </p:cNvPr>
          <p:cNvSpPr/>
          <p:nvPr/>
        </p:nvSpPr>
        <p:spPr>
          <a:xfrm>
            <a:off x="9564408" y="3992253"/>
            <a:ext cx="1225469"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我爱上班</a:t>
            </a:r>
          </a:p>
        </p:txBody>
      </p:sp>
      <p:sp>
        <p:nvSpPr>
          <p:cNvPr id="85" name="矩形 84">
            <a:extLst>
              <a:ext uri="{FF2B5EF4-FFF2-40B4-BE49-F238E27FC236}">
                <a16:creationId xmlns:a16="http://schemas.microsoft.com/office/drawing/2014/main" id="{1E482852-AC5A-4BD1-A52A-5293C7E2F8F4}"/>
              </a:ext>
            </a:extLst>
          </p:cNvPr>
          <p:cNvSpPr/>
          <p:nvPr/>
        </p:nvSpPr>
        <p:spPr>
          <a:xfrm>
            <a:off x="9574614" y="4308188"/>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上班真好</a:t>
            </a:r>
          </a:p>
        </p:txBody>
      </p:sp>
      <p:sp>
        <p:nvSpPr>
          <p:cNvPr id="86" name="矩形 85">
            <a:extLst>
              <a:ext uri="{FF2B5EF4-FFF2-40B4-BE49-F238E27FC236}">
                <a16:creationId xmlns:a16="http://schemas.microsoft.com/office/drawing/2014/main" id="{9499643F-FE38-41AE-988E-2E4BD9979D89}"/>
              </a:ext>
            </a:extLst>
          </p:cNvPr>
          <p:cNvSpPr/>
          <p:nvPr/>
        </p:nvSpPr>
        <p:spPr>
          <a:xfrm>
            <a:off x="9564410" y="4639357"/>
            <a:ext cx="1215265" cy="254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我爱工作</a:t>
            </a:r>
          </a:p>
        </p:txBody>
      </p:sp>
      <p:cxnSp>
        <p:nvCxnSpPr>
          <p:cNvPr id="88" name="直接箭头连接符 87">
            <a:extLst>
              <a:ext uri="{FF2B5EF4-FFF2-40B4-BE49-F238E27FC236}">
                <a16:creationId xmlns:a16="http://schemas.microsoft.com/office/drawing/2014/main" id="{AE2E9224-6C20-4ED0-B6E8-CA79FF3A23D4}"/>
              </a:ext>
            </a:extLst>
          </p:cNvPr>
          <p:cNvCxnSpPr>
            <a:stCxn id="27" idx="4"/>
          </p:cNvCxnSpPr>
          <p:nvPr/>
        </p:nvCxnSpPr>
        <p:spPr>
          <a:xfrm flipV="1">
            <a:off x="8800467" y="4456524"/>
            <a:ext cx="763943"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0" name="直接箭头连接符 89">
            <a:extLst>
              <a:ext uri="{FF2B5EF4-FFF2-40B4-BE49-F238E27FC236}">
                <a16:creationId xmlns:a16="http://schemas.microsoft.com/office/drawing/2014/main" id="{21013B6B-0C50-409E-94C3-D04EDC060B07}"/>
              </a:ext>
            </a:extLst>
          </p:cNvPr>
          <p:cNvCxnSpPr>
            <a:cxnSpLocks/>
            <a:stCxn id="5" idx="3"/>
          </p:cNvCxnSpPr>
          <p:nvPr/>
        </p:nvCxnSpPr>
        <p:spPr>
          <a:xfrm>
            <a:off x="2271862" y="2974159"/>
            <a:ext cx="83144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4" name="直接连接符 93">
            <a:extLst>
              <a:ext uri="{FF2B5EF4-FFF2-40B4-BE49-F238E27FC236}">
                <a16:creationId xmlns:a16="http://schemas.microsoft.com/office/drawing/2014/main" id="{D97C110B-7023-4CC9-9E98-E835FB50D640}"/>
              </a:ext>
            </a:extLst>
          </p:cNvPr>
          <p:cNvCxnSpPr>
            <a:stCxn id="84" idx="0"/>
          </p:cNvCxnSpPr>
          <p:nvPr/>
        </p:nvCxnSpPr>
        <p:spPr>
          <a:xfrm flipV="1">
            <a:off x="10177144" y="2974161"/>
            <a:ext cx="5101" cy="1018095"/>
          </a:xfrm>
          <a:prstGeom prst="line">
            <a:avLst/>
          </a:prstGeom>
        </p:spPr>
        <p:style>
          <a:lnRef idx="3">
            <a:schemeClr val="accent1"/>
          </a:lnRef>
          <a:fillRef idx="0">
            <a:schemeClr val="accent1"/>
          </a:fillRef>
          <a:effectRef idx="2">
            <a:schemeClr val="accent1"/>
          </a:effectRef>
          <a:fontRef idx="minor">
            <a:schemeClr val="tx1"/>
          </a:fontRef>
        </p:style>
      </p:cxnSp>
      <p:sp>
        <p:nvSpPr>
          <p:cNvPr id="96" name="矩形 95">
            <a:extLst>
              <a:ext uri="{FF2B5EF4-FFF2-40B4-BE49-F238E27FC236}">
                <a16:creationId xmlns:a16="http://schemas.microsoft.com/office/drawing/2014/main" id="{D1079FF4-7472-4264-B38A-E945F47140C7}"/>
              </a:ext>
            </a:extLst>
          </p:cNvPr>
          <p:cNvSpPr/>
          <p:nvPr/>
        </p:nvSpPr>
        <p:spPr>
          <a:xfrm>
            <a:off x="10586301" y="2790336"/>
            <a:ext cx="732291" cy="42146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1200" dirty="0"/>
              <a:t>新提</a:t>
            </a:r>
            <a:endParaRPr lang="en-US" altLang="zh-CN" sz="1200" dirty="0"/>
          </a:p>
          <a:p>
            <a:pPr algn="ctr"/>
            <a:r>
              <a:rPr lang="zh-CN" altLang="en-US" sz="1200" dirty="0"/>
              <a:t>示词</a:t>
            </a:r>
          </a:p>
        </p:txBody>
      </p:sp>
      <p:cxnSp>
        <p:nvCxnSpPr>
          <p:cNvPr id="102" name="直接箭头连接符 101">
            <a:extLst>
              <a:ext uri="{FF2B5EF4-FFF2-40B4-BE49-F238E27FC236}">
                <a16:creationId xmlns:a16="http://schemas.microsoft.com/office/drawing/2014/main" id="{9513F1A4-BB84-42A8-9EBB-BBA82EB70644}"/>
              </a:ext>
            </a:extLst>
          </p:cNvPr>
          <p:cNvCxnSpPr>
            <a:stCxn id="96" idx="3"/>
          </p:cNvCxnSpPr>
          <p:nvPr/>
        </p:nvCxnSpPr>
        <p:spPr>
          <a:xfrm>
            <a:off x="11318594" y="3001067"/>
            <a:ext cx="540033" cy="407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61932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up)">
                                      <p:cBhvr>
                                        <p:cTn id="14" dur="500"/>
                                        <p:tgtEl>
                                          <p:spTgt spid="10"/>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up)">
                                      <p:cBhvr>
                                        <p:cTn id="18" dur="500"/>
                                        <p:tgtEl>
                                          <p:spTgt spid="12"/>
                                        </p:tgtEl>
                                      </p:cBhvr>
                                    </p:animEffect>
                                  </p:childTnLst>
                                </p:cTn>
                              </p:par>
                            </p:childTnLst>
                          </p:cTn>
                        </p:par>
                        <p:par>
                          <p:cTn id="19" fill="hold">
                            <p:stCondLst>
                              <p:cond delay="1000"/>
                            </p:stCondLst>
                            <p:childTnLst>
                              <p:par>
                                <p:cTn id="20" presetID="22" presetClass="entr" presetSubtype="8"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9"/>
                                        </p:tgtEl>
                                        <p:attrNameLst>
                                          <p:attrName>style.visibility</p:attrName>
                                        </p:attrNameLst>
                                      </p:cBhvr>
                                      <p:to>
                                        <p:strVal val="visible"/>
                                      </p:to>
                                    </p:set>
                                    <p:animEffect transition="in" filter="wipe(left)">
                                      <p:cBhvr>
                                        <p:cTn id="31" dur="500"/>
                                        <p:tgtEl>
                                          <p:spTgt spid="79"/>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wipe(left)">
                                      <p:cBhvr>
                                        <p:cTn id="35" dur="500"/>
                                        <p:tgtEl>
                                          <p:spTgt spid="28"/>
                                        </p:tgtEl>
                                      </p:cBhvr>
                                    </p:animEffect>
                                  </p:childTnLst>
                                </p:cTn>
                              </p:par>
                              <p:par>
                                <p:cTn id="36" presetID="22" presetClass="entr" presetSubtype="8" fill="hold" nodeType="withEffect">
                                  <p:stCondLst>
                                    <p:cond delay="0"/>
                                  </p:stCondLst>
                                  <p:childTnLst>
                                    <p:set>
                                      <p:cBhvr>
                                        <p:cTn id="37" dur="1" fill="hold">
                                          <p:stCondLst>
                                            <p:cond delay="0"/>
                                          </p:stCondLst>
                                        </p:cTn>
                                        <p:tgtEl>
                                          <p:spTgt spid="69"/>
                                        </p:tgtEl>
                                        <p:attrNameLst>
                                          <p:attrName>style.visibility</p:attrName>
                                        </p:attrNameLst>
                                      </p:cBhvr>
                                      <p:to>
                                        <p:strVal val="visible"/>
                                      </p:to>
                                    </p:set>
                                    <p:animEffect transition="in" filter="wipe(left)">
                                      <p:cBhvr>
                                        <p:cTn id="38" dur="500"/>
                                        <p:tgtEl>
                                          <p:spTgt spid="69"/>
                                        </p:tgtEl>
                                      </p:cBhvr>
                                    </p:animEffect>
                                  </p:childTnLst>
                                </p:cTn>
                              </p:par>
                              <p:par>
                                <p:cTn id="39" presetID="22" presetClass="entr" presetSubtype="8" fill="hold" nodeType="with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wipe(left)">
                                      <p:cBhvr>
                                        <p:cTn id="41" dur="500"/>
                                        <p:tgtEl>
                                          <p:spTgt spid="58"/>
                                        </p:tgtEl>
                                      </p:cBhvr>
                                    </p:animEffect>
                                  </p:childTnLst>
                                </p:cTn>
                              </p:par>
                              <p:par>
                                <p:cTn id="42" presetID="22" presetClass="entr" presetSubtype="8" fill="hold" nodeType="with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wipe(left)">
                                      <p:cBhvr>
                                        <p:cTn id="44" dur="500"/>
                                        <p:tgtEl>
                                          <p:spTgt spid="48"/>
                                        </p:tgtEl>
                                      </p:cBhvr>
                                    </p:animEffect>
                                  </p:childTnLst>
                                </p:cTn>
                              </p:par>
                              <p:par>
                                <p:cTn id="45" presetID="22" presetClass="entr" presetSubtype="8"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left)">
                                      <p:cBhvr>
                                        <p:cTn id="47" dur="500"/>
                                        <p:tgtEl>
                                          <p:spTgt spid="38"/>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wipe(left)">
                                      <p:cBhvr>
                                        <p:cTn id="50" dur="5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80"/>
                                        </p:tgtEl>
                                        <p:attrNameLst>
                                          <p:attrName>style.visibility</p:attrName>
                                        </p:attrNameLst>
                                      </p:cBhvr>
                                      <p:to>
                                        <p:strVal val="visible"/>
                                      </p:to>
                                    </p:set>
                                    <p:animEffect transition="in" filter="wipe(up)">
                                      <p:cBhvr>
                                        <p:cTn id="55" dur="500"/>
                                        <p:tgtEl>
                                          <p:spTgt spid="80"/>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81"/>
                                        </p:tgtEl>
                                        <p:attrNameLst>
                                          <p:attrName>style.visibility</p:attrName>
                                        </p:attrNameLst>
                                      </p:cBhvr>
                                      <p:to>
                                        <p:strVal val="visible"/>
                                      </p:to>
                                    </p:set>
                                    <p:animEffect transition="in" filter="fade">
                                      <p:cBhvr>
                                        <p:cTn id="60" dur="1000"/>
                                        <p:tgtEl>
                                          <p:spTgt spid="81"/>
                                        </p:tgtEl>
                                      </p:cBhvr>
                                    </p:animEffect>
                                    <p:anim calcmode="lin" valueType="num">
                                      <p:cBhvr>
                                        <p:cTn id="61" dur="1000" fill="hold"/>
                                        <p:tgtEl>
                                          <p:spTgt spid="81"/>
                                        </p:tgtEl>
                                        <p:attrNameLst>
                                          <p:attrName>ppt_x</p:attrName>
                                        </p:attrNameLst>
                                      </p:cBhvr>
                                      <p:tavLst>
                                        <p:tav tm="0">
                                          <p:val>
                                            <p:strVal val="#ppt_x"/>
                                          </p:val>
                                        </p:tav>
                                        <p:tav tm="100000">
                                          <p:val>
                                            <p:strVal val="#ppt_x"/>
                                          </p:val>
                                        </p:tav>
                                      </p:tavLst>
                                    </p:anim>
                                    <p:anim calcmode="lin" valueType="num">
                                      <p:cBhvr>
                                        <p:cTn id="62"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82"/>
                                        </p:tgtEl>
                                        <p:attrNameLst>
                                          <p:attrName>style.visibility</p:attrName>
                                        </p:attrNameLst>
                                      </p:cBhvr>
                                      <p:to>
                                        <p:strVal val="visible"/>
                                      </p:to>
                                    </p:set>
                                    <p:animEffect transition="in" filter="fade">
                                      <p:cBhvr>
                                        <p:cTn id="67" dur="1000"/>
                                        <p:tgtEl>
                                          <p:spTgt spid="82"/>
                                        </p:tgtEl>
                                      </p:cBhvr>
                                    </p:animEffect>
                                    <p:anim calcmode="lin" valueType="num">
                                      <p:cBhvr>
                                        <p:cTn id="68" dur="1000" fill="hold"/>
                                        <p:tgtEl>
                                          <p:spTgt spid="82"/>
                                        </p:tgtEl>
                                        <p:attrNameLst>
                                          <p:attrName>ppt_x</p:attrName>
                                        </p:attrNameLst>
                                      </p:cBhvr>
                                      <p:tavLst>
                                        <p:tav tm="0">
                                          <p:val>
                                            <p:strVal val="#ppt_x"/>
                                          </p:val>
                                        </p:tav>
                                        <p:tav tm="100000">
                                          <p:val>
                                            <p:strVal val="#ppt_x"/>
                                          </p:val>
                                        </p:tav>
                                      </p:tavLst>
                                    </p:anim>
                                    <p:anim calcmode="lin" valueType="num">
                                      <p:cBhvr>
                                        <p:cTn id="69"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3" presetClass="entr" presetSubtype="32" fill="hold" grpId="0" nodeType="clickEffect">
                                  <p:stCondLst>
                                    <p:cond delay="0"/>
                                  </p:stCondLst>
                                  <p:childTnLst>
                                    <p:set>
                                      <p:cBhvr>
                                        <p:cTn id="73" dur="1" fill="hold">
                                          <p:stCondLst>
                                            <p:cond delay="0"/>
                                          </p:stCondLst>
                                        </p:cTn>
                                        <p:tgtEl>
                                          <p:spTgt spid="83"/>
                                        </p:tgtEl>
                                        <p:attrNameLst>
                                          <p:attrName>style.visibility</p:attrName>
                                        </p:attrNameLst>
                                      </p:cBhvr>
                                      <p:to>
                                        <p:strVal val="visible"/>
                                      </p:to>
                                    </p:set>
                                    <p:anim calcmode="lin" valueType="num">
                                      <p:cBhvr>
                                        <p:cTn id="74" dur="500" fill="hold"/>
                                        <p:tgtEl>
                                          <p:spTgt spid="83"/>
                                        </p:tgtEl>
                                        <p:attrNameLst>
                                          <p:attrName>ppt_w</p:attrName>
                                        </p:attrNameLst>
                                      </p:cBhvr>
                                      <p:tavLst>
                                        <p:tav tm="0">
                                          <p:val>
                                            <p:strVal val="4*#ppt_w"/>
                                          </p:val>
                                        </p:tav>
                                        <p:tav tm="100000">
                                          <p:val>
                                            <p:strVal val="#ppt_w"/>
                                          </p:val>
                                        </p:tav>
                                      </p:tavLst>
                                    </p:anim>
                                    <p:anim calcmode="lin" valueType="num">
                                      <p:cBhvr>
                                        <p:cTn id="75" dur="500" fill="hold"/>
                                        <p:tgtEl>
                                          <p:spTgt spid="83"/>
                                        </p:tgtEl>
                                        <p:attrNameLst>
                                          <p:attrName>ppt_h</p:attrName>
                                        </p:attrNameLst>
                                      </p:cBhvr>
                                      <p:tavLst>
                                        <p:tav tm="0">
                                          <p:val>
                                            <p:strVal val="4*#ppt_h"/>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88"/>
                                        </p:tgtEl>
                                        <p:attrNameLst>
                                          <p:attrName>style.visibility</p:attrName>
                                        </p:attrNameLst>
                                      </p:cBhvr>
                                      <p:to>
                                        <p:strVal val="visible"/>
                                      </p:to>
                                    </p:set>
                                    <p:animEffect transition="in" filter="wipe(left)">
                                      <p:cBhvr>
                                        <p:cTn id="80" dur="500"/>
                                        <p:tgtEl>
                                          <p:spTgt spid="88"/>
                                        </p:tgtEl>
                                      </p:cBhvr>
                                    </p:animEffect>
                                  </p:childTnLst>
                                </p:cTn>
                              </p:par>
                            </p:childTnLst>
                          </p:cTn>
                        </p:par>
                        <p:par>
                          <p:cTn id="81" fill="hold">
                            <p:stCondLst>
                              <p:cond delay="500"/>
                            </p:stCondLst>
                            <p:childTnLst>
                              <p:par>
                                <p:cTn id="82" presetID="47" presetClass="entr" presetSubtype="0" fill="hold" grpId="0" nodeType="afterEffect">
                                  <p:stCondLst>
                                    <p:cond delay="0"/>
                                  </p:stCondLst>
                                  <p:childTnLst>
                                    <p:set>
                                      <p:cBhvr>
                                        <p:cTn id="83" dur="1" fill="hold">
                                          <p:stCondLst>
                                            <p:cond delay="0"/>
                                          </p:stCondLst>
                                        </p:cTn>
                                        <p:tgtEl>
                                          <p:spTgt spid="84"/>
                                        </p:tgtEl>
                                        <p:attrNameLst>
                                          <p:attrName>style.visibility</p:attrName>
                                        </p:attrNameLst>
                                      </p:cBhvr>
                                      <p:to>
                                        <p:strVal val="visible"/>
                                      </p:to>
                                    </p:set>
                                    <p:animEffect transition="in" filter="fade">
                                      <p:cBhvr>
                                        <p:cTn id="84" dur="1000"/>
                                        <p:tgtEl>
                                          <p:spTgt spid="84"/>
                                        </p:tgtEl>
                                      </p:cBhvr>
                                    </p:animEffect>
                                    <p:anim calcmode="lin" valueType="num">
                                      <p:cBhvr>
                                        <p:cTn id="85" dur="1000" fill="hold"/>
                                        <p:tgtEl>
                                          <p:spTgt spid="84"/>
                                        </p:tgtEl>
                                        <p:attrNameLst>
                                          <p:attrName>ppt_x</p:attrName>
                                        </p:attrNameLst>
                                      </p:cBhvr>
                                      <p:tavLst>
                                        <p:tav tm="0">
                                          <p:val>
                                            <p:strVal val="#ppt_x"/>
                                          </p:val>
                                        </p:tav>
                                        <p:tav tm="100000">
                                          <p:val>
                                            <p:strVal val="#ppt_x"/>
                                          </p:val>
                                        </p:tav>
                                      </p:tavLst>
                                    </p:anim>
                                    <p:anim calcmode="lin" valueType="num">
                                      <p:cBhvr>
                                        <p:cTn id="86" dur="1000" fill="hold"/>
                                        <p:tgtEl>
                                          <p:spTgt spid="84"/>
                                        </p:tgtEl>
                                        <p:attrNameLst>
                                          <p:attrName>ppt_y</p:attrName>
                                        </p:attrNameLst>
                                      </p:cBhvr>
                                      <p:tavLst>
                                        <p:tav tm="0">
                                          <p:val>
                                            <p:strVal val="#ppt_y-.1"/>
                                          </p:val>
                                        </p:tav>
                                        <p:tav tm="100000">
                                          <p:val>
                                            <p:strVal val="#ppt_y"/>
                                          </p:val>
                                        </p:tav>
                                      </p:tavLst>
                                    </p:anim>
                                  </p:childTnLst>
                                </p:cTn>
                              </p:par>
                            </p:childTnLst>
                          </p:cTn>
                        </p:par>
                        <p:par>
                          <p:cTn id="87" fill="hold">
                            <p:stCondLst>
                              <p:cond delay="1500"/>
                            </p:stCondLst>
                            <p:childTnLst>
                              <p:par>
                                <p:cTn id="88" presetID="47" presetClass="entr" presetSubtype="0" fill="hold" grpId="0" nodeType="afterEffect">
                                  <p:stCondLst>
                                    <p:cond delay="0"/>
                                  </p:stCondLst>
                                  <p:childTnLst>
                                    <p:set>
                                      <p:cBhvr>
                                        <p:cTn id="89" dur="1" fill="hold">
                                          <p:stCondLst>
                                            <p:cond delay="0"/>
                                          </p:stCondLst>
                                        </p:cTn>
                                        <p:tgtEl>
                                          <p:spTgt spid="85"/>
                                        </p:tgtEl>
                                        <p:attrNameLst>
                                          <p:attrName>style.visibility</p:attrName>
                                        </p:attrNameLst>
                                      </p:cBhvr>
                                      <p:to>
                                        <p:strVal val="visible"/>
                                      </p:to>
                                    </p:set>
                                    <p:animEffect transition="in" filter="fade">
                                      <p:cBhvr>
                                        <p:cTn id="90" dur="1000"/>
                                        <p:tgtEl>
                                          <p:spTgt spid="85"/>
                                        </p:tgtEl>
                                      </p:cBhvr>
                                    </p:animEffect>
                                    <p:anim calcmode="lin" valueType="num">
                                      <p:cBhvr>
                                        <p:cTn id="91" dur="1000" fill="hold"/>
                                        <p:tgtEl>
                                          <p:spTgt spid="85"/>
                                        </p:tgtEl>
                                        <p:attrNameLst>
                                          <p:attrName>ppt_x</p:attrName>
                                        </p:attrNameLst>
                                      </p:cBhvr>
                                      <p:tavLst>
                                        <p:tav tm="0">
                                          <p:val>
                                            <p:strVal val="#ppt_x"/>
                                          </p:val>
                                        </p:tav>
                                        <p:tav tm="100000">
                                          <p:val>
                                            <p:strVal val="#ppt_x"/>
                                          </p:val>
                                        </p:tav>
                                      </p:tavLst>
                                    </p:anim>
                                    <p:anim calcmode="lin" valueType="num">
                                      <p:cBhvr>
                                        <p:cTn id="92" dur="1000" fill="hold"/>
                                        <p:tgtEl>
                                          <p:spTgt spid="85"/>
                                        </p:tgtEl>
                                        <p:attrNameLst>
                                          <p:attrName>ppt_y</p:attrName>
                                        </p:attrNameLst>
                                      </p:cBhvr>
                                      <p:tavLst>
                                        <p:tav tm="0">
                                          <p:val>
                                            <p:strVal val="#ppt_y-.1"/>
                                          </p:val>
                                        </p:tav>
                                        <p:tav tm="100000">
                                          <p:val>
                                            <p:strVal val="#ppt_y"/>
                                          </p:val>
                                        </p:tav>
                                      </p:tavLst>
                                    </p:anim>
                                  </p:childTnLst>
                                </p:cTn>
                              </p:par>
                            </p:childTnLst>
                          </p:cTn>
                        </p:par>
                        <p:par>
                          <p:cTn id="93" fill="hold">
                            <p:stCondLst>
                              <p:cond delay="2500"/>
                            </p:stCondLst>
                            <p:childTnLst>
                              <p:par>
                                <p:cTn id="94" presetID="47" presetClass="entr" presetSubtype="0" fill="hold" grpId="0" nodeType="afterEffect">
                                  <p:stCondLst>
                                    <p:cond delay="0"/>
                                  </p:stCondLst>
                                  <p:childTnLst>
                                    <p:set>
                                      <p:cBhvr>
                                        <p:cTn id="95" dur="1" fill="hold">
                                          <p:stCondLst>
                                            <p:cond delay="0"/>
                                          </p:stCondLst>
                                        </p:cTn>
                                        <p:tgtEl>
                                          <p:spTgt spid="86"/>
                                        </p:tgtEl>
                                        <p:attrNameLst>
                                          <p:attrName>style.visibility</p:attrName>
                                        </p:attrNameLst>
                                      </p:cBhvr>
                                      <p:to>
                                        <p:strVal val="visible"/>
                                      </p:to>
                                    </p:set>
                                    <p:animEffect transition="in" filter="fade">
                                      <p:cBhvr>
                                        <p:cTn id="96" dur="1000"/>
                                        <p:tgtEl>
                                          <p:spTgt spid="86"/>
                                        </p:tgtEl>
                                      </p:cBhvr>
                                    </p:animEffect>
                                    <p:anim calcmode="lin" valueType="num">
                                      <p:cBhvr>
                                        <p:cTn id="97" dur="1000" fill="hold"/>
                                        <p:tgtEl>
                                          <p:spTgt spid="86"/>
                                        </p:tgtEl>
                                        <p:attrNameLst>
                                          <p:attrName>ppt_x</p:attrName>
                                        </p:attrNameLst>
                                      </p:cBhvr>
                                      <p:tavLst>
                                        <p:tav tm="0">
                                          <p:val>
                                            <p:strVal val="#ppt_x"/>
                                          </p:val>
                                        </p:tav>
                                        <p:tav tm="100000">
                                          <p:val>
                                            <p:strVal val="#ppt_x"/>
                                          </p:val>
                                        </p:tav>
                                      </p:tavLst>
                                    </p:anim>
                                    <p:anim calcmode="lin" valueType="num">
                                      <p:cBhvr>
                                        <p:cTn id="98" dur="1000" fill="hold"/>
                                        <p:tgtEl>
                                          <p:spTgt spid="86"/>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nodeType="clickEffect">
                                  <p:stCondLst>
                                    <p:cond delay="0"/>
                                  </p:stCondLst>
                                  <p:childTnLst>
                                    <p:set>
                                      <p:cBhvr>
                                        <p:cTn id="102" dur="1" fill="hold">
                                          <p:stCondLst>
                                            <p:cond delay="0"/>
                                          </p:stCondLst>
                                        </p:cTn>
                                        <p:tgtEl>
                                          <p:spTgt spid="94"/>
                                        </p:tgtEl>
                                        <p:attrNameLst>
                                          <p:attrName>style.visibility</p:attrName>
                                        </p:attrNameLst>
                                      </p:cBhvr>
                                      <p:to>
                                        <p:strVal val="visible"/>
                                      </p:to>
                                    </p:set>
                                    <p:animEffect transition="in" filter="wipe(down)">
                                      <p:cBhvr>
                                        <p:cTn id="103" dur="500"/>
                                        <p:tgtEl>
                                          <p:spTgt spid="94"/>
                                        </p:tgtEl>
                                      </p:cBhvr>
                                    </p:animEffect>
                                  </p:childTnLst>
                                </p:cTn>
                              </p:par>
                              <p:par>
                                <p:cTn id="104" presetID="22" presetClass="entr" presetSubtype="8" fill="hold" nodeType="withEffect">
                                  <p:stCondLst>
                                    <p:cond delay="0"/>
                                  </p:stCondLst>
                                  <p:childTnLst>
                                    <p:set>
                                      <p:cBhvr>
                                        <p:cTn id="105" dur="1" fill="hold">
                                          <p:stCondLst>
                                            <p:cond delay="0"/>
                                          </p:stCondLst>
                                        </p:cTn>
                                        <p:tgtEl>
                                          <p:spTgt spid="90"/>
                                        </p:tgtEl>
                                        <p:attrNameLst>
                                          <p:attrName>style.visibility</p:attrName>
                                        </p:attrNameLst>
                                      </p:cBhvr>
                                      <p:to>
                                        <p:strVal val="visible"/>
                                      </p:to>
                                    </p:set>
                                    <p:animEffect transition="in" filter="wipe(left)">
                                      <p:cBhvr>
                                        <p:cTn id="106" dur="500"/>
                                        <p:tgtEl>
                                          <p:spTgt spid="90"/>
                                        </p:tgtEl>
                                      </p:cBhvr>
                                    </p:animEffect>
                                  </p:childTnLst>
                                </p:cTn>
                              </p:par>
                            </p:childTnLst>
                          </p:cTn>
                        </p:par>
                        <p:par>
                          <p:cTn id="107" fill="hold">
                            <p:stCondLst>
                              <p:cond delay="500"/>
                            </p:stCondLst>
                            <p:childTnLst>
                              <p:par>
                                <p:cTn id="108" presetID="22" presetClass="entr" presetSubtype="8" fill="hold" grpId="0" nodeType="afterEffect">
                                  <p:stCondLst>
                                    <p:cond delay="0"/>
                                  </p:stCondLst>
                                  <p:childTnLst>
                                    <p:set>
                                      <p:cBhvr>
                                        <p:cTn id="109" dur="1" fill="hold">
                                          <p:stCondLst>
                                            <p:cond delay="0"/>
                                          </p:stCondLst>
                                        </p:cTn>
                                        <p:tgtEl>
                                          <p:spTgt spid="96"/>
                                        </p:tgtEl>
                                        <p:attrNameLst>
                                          <p:attrName>style.visibility</p:attrName>
                                        </p:attrNameLst>
                                      </p:cBhvr>
                                      <p:to>
                                        <p:strVal val="visible"/>
                                      </p:to>
                                    </p:set>
                                    <p:animEffect transition="in" filter="wipe(left)">
                                      <p:cBhvr>
                                        <p:cTn id="110" dur="500"/>
                                        <p:tgtEl>
                                          <p:spTgt spid="96"/>
                                        </p:tgtEl>
                                      </p:cBhvr>
                                    </p:animEffect>
                                  </p:childTnLst>
                                </p:cTn>
                              </p:par>
                            </p:childTnLst>
                          </p:cTn>
                        </p:par>
                        <p:par>
                          <p:cTn id="111" fill="hold">
                            <p:stCondLst>
                              <p:cond delay="1000"/>
                            </p:stCondLst>
                            <p:childTnLst>
                              <p:par>
                                <p:cTn id="112" presetID="22" presetClass="entr" presetSubtype="8" fill="hold" nodeType="afterEffect">
                                  <p:stCondLst>
                                    <p:cond delay="0"/>
                                  </p:stCondLst>
                                  <p:childTnLst>
                                    <p:set>
                                      <p:cBhvr>
                                        <p:cTn id="113" dur="1" fill="hold">
                                          <p:stCondLst>
                                            <p:cond delay="0"/>
                                          </p:stCondLst>
                                        </p:cTn>
                                        <p:tgtEl>
                                          <p:spTgt spid="102"/>
                                        </p:tgtEl>
                                        <p:attrNameLst>
                                          <p:attrName>style.visibility</p:attrName>
                                        </p:attrNameLst>
                                      </p:cBhvr>
                                      <p:to>
                                        <p:strVal val="visible"/>
                                      </p:to>
                                    </p:set>
                                    <p:animEffect transition="in" filter="wipe(left)">
                                      <p:cBhvr>
                                        <p:cTn id="114"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7" grpId="0" animBg="1"/>
      <p:bldP spid="80" grpId="0"/>
      <p:bldP spid="81" grpId="0"/>
      <p:bldP spid="82" grpId="0"/>
      <p:bldP spid="83" grpId="0"/>
      <p:bldP spid="84" grpId="0" animBg="1"/>
      <p:bldP spid="85" grpId="0" animBg="1"/>
      <p:bldP spid="86" grpId="0" animBg="1"/>
      <p:bldP spid="9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C4D64717-C653-9015-0672-AD2C8CA15A06}"/>
              </a:ext>
            </a:extLst>
          </p:cNvPr>
          <p:cNvSpPr>
            <a:spLocks noGrp="1"/>
          </p:cNvSpPr>
          <p:nvPr>
            <p:ph type="body" sz="quarter" idx="10"/>
          </p:nvPr>
        </p:nvSpPr>
        <p:spPr/>
        <p:txBody>
          <a:bodyPr/>
          <a:lstStyle/>
          <a:p>
            <a:pPr marL="342882" indent="-342882">
              <a:buFont typeface="+mj-lt"/>
              <a:buAutoNum type="arabicPeriod"/>
            </a:pPr>
            <a:r>
              <a:rPr lang="zh-CN" altLang="en-US" dirty="0"/>
              <a:t>两个向量的余弦相似度越高，说明向量对应的文本相似度越高</a:t>
            </a:r>
            <a:endParaRPr lang="en-US" altLang="zh-CN" dirty="0"/>
          </a:p>
          <a:p>
            <a:pPr marL="342882" indent="-342882">
              <a:buFont typeface="+mj-lt"/>
              <a:buAutoNum type="arabicPeriod"/>
            </a:pPr>
            <a:r>
              <a:rPr lang="zh-CN" altLang="en-US" dirty="0"/>
              <a:t>向量数据库使用流程</a:t>
            </a:r>
            <a:endParaRPr lang="en-US" altLang="zh-CN" dirty="0"/>
          </a:p>
          <a:p>
            <a:pPr marL="1028649" lvl="1" indent="-342882">
              <a:buFont typeface="Wingdings" panose="05000000000000000000" pitchFamily="2" charset="2"/>
              <a:buChar char="l"/>
            </a:pPr>
            <a:r>
              <a:rPr lang="zh-CN" altLang="en-US" sz="1200" dirty="0"/>
              <a:t>借助于向量模型，把文档知识数据向量化后存储到向量数据库</a:t>
            </a:r>
            <a:endParaRPr lang="en-US" altLang="zh-CN" sz="1200" dirty="0"/>
          </a:p>
          <a:p>
            <a:pPr marL="1028649" lvl="1" indent="-342882">
              <a:buFont typeface="Wingdings" panose="05000000000000000000" pitchFamily="2" charset="2"/>
              <a:buChar char="l"/>
            </a:pPr>
            <a:r>
              <a:rPr lang="zh-CN" altLang="en-US" sz="1200" dirty="0"/>
              <a:t>用户输入的内容，借助于向量模型转化为向量后，与数据库中的向量通过计算余弦相似度的方式，找出相似度比较高的文本片段</a:t>
            </a:r>
            <a:endParaRPr lang="en-US" altLang="zh-CN" sz="1200" dirty="0"/>
          </a:p>
        </p:txBody>
      </p:sp>
    </p:spTree>
    <p:extLst>
      <p:ext uri="{BB962C8B-B14F-4D97-AF65-F5344CB8AC3E}">
        <p14:creationId xmlns:p14="http://schemas.microsoft.com/office/powerpoint/2010/main" val="203797096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r>
              <a:rPr lang="en-US" altLang="zh-CN" dirty="0"/>
              <a:t>RAG</a:t>
            </a:r>
            <a:r>
              <a:rPr lang="zh-CN" altLang="en-US" dirty="0"/>
              <a:t>知识库</a:t>
            </a:r>
            <a:endParaRPr lang="en-US" altLang="zh-CN" dirty="0"/>
          </a:p>
          <a:p>
            <a:pPr lvl="1"/>
            <a:r>
              <a:rPr lang="zh-CN" altLang="en-US" sz="1400" dirty="0"/>
              <a:t>原理</a:t>
            </a:r>
            <a:endParaRPr lang="en-US" altLang="zh-CN" sz="1400" dirty="0"/>
          </a:p>
          <a:p>
            <a:pPr lvl="1"/>
            <a:r>
              <a:rPr lang="zh-CN" altLang="en-US" sz="1400" dirty="0"/>
              <a:t>快速入门</a:t>
            </a:r>
            <a:endParaRPr lang="en-US" altLang="zh-CN" sz="1400" dirty="0"/>
          </a:p>
          <a:p>
            <a:pPr lvl="1"/>
            <a:r>
              <a:rPr lang="zh-CN" altLang="en-US" sz="1400" dirty="0"/>
              <a:t>核心</a:t>
            </a:r>
            <a:r>
              <a:rPr lang="en-US" altLang="zh-CN" sz="1400" dirty="0"/>
              <a:t>API</a:t>
            </a:r>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3084491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3" end="3"/>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快速入门</a:t>
            </a:r>
          </a:p>
        </p:txBody>
      </p:sp>
      <p:sp>
        <p:nvSpPr>
          <p:cNvPr id="87" name="内容占位符 1">
            <a:extLst>
              <a:ext uri="{FF2B5EF4-FFF2-40B4-BE49-F238E27FC236}">
                <a16:creationId xmlns:a16="http://schemas.microsoft.com/office/drawing/2014/main" id="{C708B710-CF2F-45B8-AEDB-912C4ED0AFF3}"/>
              </a:ext>
            </a:extLst>
          </p:cNvPr>
          <p:cNvSpPr txBox="1">
            <a:spLocks/>
          </p:cNvSpPr>
          <p:nvPr/>
        </p:nvSpPr>
        <p:spPr>
          <a:xfrm>
            <a:off x="443030" y="1032881"/>
            <a:ext cx="5976823" cy="39391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a:lnSpc>
                <a:spcPct val="150000"/>
              </a:lnSpc>
              <a:buFont typeface="+mj-lt"/>
              <a:buAutoNum type="arabicPeriod"/>
              <a:defRPr/>
            </a:pPr>
            <a:r>
              <a:rPr lang="zh-CN" altLang="en-US" dirty="0">
                <a:solidFill>
                  <a:srgbClr val="2F2F2F"/>
                </a:solidFill>
              </a:rPr>
              <a:t>存储</a:t>
            </a:r>
            <a:r>
              <a:rPr lang="en-US" altLang="zh-CN" dirty="0">
                <a:solidFill>
                  <a:srgbClr val="2F2F2F"/>
                </a:solidFill>
              </a:rPr>
              <a:t>(</a:t>
            </a:r>
            <a:r>
              <a:rPr lang="zh-CN" altLang="en-US" dirty="0">
                <a:solidFill>
                  <a:srgbClr val="2F2F2F"/>
                </a:solidFill>
              </a:rPr>
              <a:t>构建向量数据库操作对象</a:t>
            </a:r>
            <a:r>
              <a:rPr lang="en-US" altLang="zh-CN" dirty="0">
                <a:solidFill>
                  <a:srgbClr val="2F2F2F"/>
                </a:solidFill>
              </a:rPr>
              <a:t>)</a:t>
            </a:r>
          </a:p>
          <a:p>
            <a:pPr lvl="1">
              <a:lnSpc>
                <a:spcPct val="150000"/>
              </a:lnSpc>
              <a:defRPr/>
            </a:pPr>
            <a:r>
              <a:rPr lang="zh-CN" altLang="en-US" dirty="0">
                <a:solidFill>
                  <a:srgbClr val="2F2F2F"/>
                </a:solidFill>
              </a:rPr>
              <a:t>引入依赖</a:t>
            </a:r>
            <a:endParaRPr lang="en-US" altLang="zh-CN" dirty="0">
              <a:solidFill>
                <a:srgbClr val="2F2F2F"/>
              </a:solidFill>
            </a:endParaRPr>
          </a:p>
          <a:p>
            <a:pPr lvl="1">
              <a:lnSpc>
                <a:spcPct val="150000"/>
              </a:lnSpc>
              <a:defRPr/>
            </a:pPr>
            <a:r>
              <a:rPr lang="zh-CN" altLang="en-US" dirty="0">
                <a:solidFill>
                  <a:srgbClr val="2F2F2F"/>
                </a:solidFill>
              </a:rPr>
              <a:t>加载知识数据文档</a:t>
            </a:r>
            <a:endParaRPr lang="en-US" altLang="zh-CN" dirty="0">
              <a:solidFill>
                <a:srgbClr val="2F2F2F"/>
              </a:solidFill>
            </a:endParaRPr>
          </a:p>
          <a:p>
            <a:pPr lvl="1">
              <a:lnSpc>
                <a:spcPct val="150000"/>
              </a:lnSpc>
              <a:defRPr/>
            </a:pPr>
            <a:r>
              <a:rPr lang="zh-CN" altLang="en-US" dirty="0">
                <a:solidFill>
                  <a:srgbClr val="2F2F2F"/>
                </a:solidFill>
              </a:rPr>
              <a:t>构建向量数据库操作对象</a:t>
            </a:r>
            <a:endParaRPr lang="en-US" altLang="zh-CN" dirty="0">
              <a:solidFill>
                <a:srgbClr val="2F2F2F"/>
              </a:solidFill>
            </a:endParaRPr>
          </a:p>
          <a:p>
            <a:pPr lvl="1">
              <a:lnSpc>
                <a:spcPct val="150000"/>
              </a:lnSpc>
              <a:defRPr/>
            </a:pPr>
            <a:r>
              <a:rPr lang="zh-CN" altLang="en-US" dirty="0">
                <a:solidFill>
                  <a:srgbClr val="2F2F2F"/>
                </a:solidFill>
              </a:rPr>
              <a:t>把文档切割、向量化并存储到向量数据库中</a:t>
            </a:r>
            <a:endParaRPr lang="en-US" altLang="zh-CN" dirty="0">
              <a:solidFill>
                <a:srgbClr val="2F2F2F"/>
              </a:solidFill>
            </a:endParaRPr>
          </a:p>
          <a:p>
            <a:pPr marL="342882" indent="-342882">
              <a:lnSpc>
                <a:spcPct val="150000"/>
              </a:lnSpc>
              <a:buFont typeface="+mj-lt"/>
              <a:buAutoNum type="arabicPeriod"/>
              <a:defRPr/>
            </a:pPr>
            <a:r>
              <a:rPr lang="zh-CN" altLang="en-US" dirty="0">
                <a:solidFill>
                  <a:srgbClr val="2F2F2F"/>
                </a:solidFill>
              </a:rPr>
              <a:t>检索</a:t>
            </a:r>
            <a:r>
              <a:rPr lang="en-US" altLang="zh-CN" dirty="0">
                <a:solidFill>
                  <a:srgbClr val="2F2F2F"/>
                </a:solidFill>
              </a:rPr>
              <a:t>(</a:t>
            </a:r>
            <a:r>
              <a:rPr lang="zh-CN" altLang="en-US" dirty="0">
                <a:solidFill>
                  <a:srgbClr val="2F2F2F"/>
                </a:solidFill>
              </a:rPr>
              <a:t>构建向量数据库检索对象</a:t>
            </a:r>
            <a:r>
              <a:rPr lang="en-US" altLang="zh-CN" dirty="0">
                <a:solidFill>
                  <a:srgbClr val="2F2F2F"/>
                </a:solidFill>
              </a:rPr>
              <a:t>)</a:t>
            </a:r>
          </a:p>
          <a:p>
            <a:pPr lvl="1">
              <a:lnSpc>
                <a:spcPct val="150000"/>
              </a:lnSpc>
              <a:defRPr/>
            </a:pPr>
            <a:r>
              <a:rPr lang="zh-CN" altLang="en-US" dirty="0">
                <a:solidFill>
                  <a:srgbClr val="2F2F2F"/>
                </a:solidFill>
              </a:rPr>
              <a:t>构建向量数据库检索对象</a:t>
            </a:r>
            <a:endParaRPr lang="en-US" altLang="zh-CN" dirty="0">
              <a:solidFill>
                <a:srgbClr val="2F2F2F"/>
              </a:solidFill>
            </a:endParaRPr>
          </a:p>
          <a:p>
            <a:pPr lvl="1">
              <a:lnSpc>
                <a:spcPct val="150000"/>
              </a:lnSpc>
              <a:defRPr/>
            </a:pPr>
            <a:r>
              <a:rPr lang="zh-CN" altLang="en-US" dirty="0">
                <a:solidFill>
                  <a:srgbClr val="2F2F2F"/>
                </a:solidFill>
              </a:rPr>
              <a:t>配置向量数据库检索对象</a:t>
            </a:r>
            <a:endParaRPr lang="en-US" altLang="zh-CN" dirty="0">
              <a:solidFill>
                <a:srgbClr val="2F2F2F"/>
              </a:solidFill>
            </a:endParaRPr>
          </a:p>
        </p:txBody>
      </p:sp>
      <p:grpSp>
        <p:nvGrpSpPr>
          <p:cNvPr id="15" name="组合 14">
            <a:extLst>
              <a:ext uri="{FF2B5EF4-FFF2-40B4-BE49-F238E27FC236}">
                <a16:creationId xmlns:a16="http://schemas.microsoft.com/office/drawing/2014/main" id="{0311AF66-BA40-4AE3-B67F-1F2698ADF9B8}"/>
              </a:ext>
            </a:extLst>
          </p:cNvPr>
          <p:cNvGrpSpPr/>
          <p:nvPr/>
        </p:nvGrpSpPr>
        <p:grpSpPr>
          <a:xfrm>
            <a:off x="5468851" y="790937"/>
            <a:ext cx="6492407" cy="1706137"/>
            <a:chOff x="5468849" y="790934"/>
            <a:chExt cx="6492407" cy="1706136"/>
          </a:xfrm>
        </p:grpSpPr>
        <p:sp>
          <p:nvSpPr>
            <p:cNvPr id="91" name="矩形: 圆角 90">
              <a:extLst>
                <a:ext uri="{FF2B5EF4-FFF2-40B4-BE49-F238E27FC236}">
                  <a16:creationId xmlns:a16="http://schemas.microsoft.com/office/drawing/2014/main" id="{A008243E-201A-40EE-9DA8-C8888FBE45D8}"/>
                </a:ext>
              </a:extLst>
            </p:cNvPr>
            <p:cNvSpPr/>
            <p:nvPr/>
          </p:nvSpPr>
          <p:spPr>
            <a:xfrm>
              <a:off x="5468849" y="790934"/>
              <a:ext cx="6492407" cy="1706136"/>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92" name="任意多边形: 形状 91">
              <a:extLst>
                <a:ext uri="{FF2B5EF4-FFF2-40B4-BE49-F238E27FC236}">
                  <a16:creationId xmlns:a16="http://schemas.microsoft.com/office/drawing/2014/main" id="{506A3417-8EEC-44C3-9B1B-AD221E8C1C9A}"/>
                </a:ext>
              </a:extLst>
            </p:cNvPr>
            <p:cNvSpPr/>
            <p:nvPr/>
          </p:nvSpPr>
          <p:spPr>
            <a:xfrm>
              <a:off x="5468849" y="812672"/>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93" name="组合 92">
              <a:extLst>
                <a:ext uri="{FF2B5EF4-FFF2-40B4-BE49-F238E27FC236}">
                  <a16:creationId xmlns:a16="http://schemas.microsoft.com/office/drawing/2014/main" id="{BDF2A249-7176-4A42-A97C-FC1DD060FD9A}"/>
                </a:ext>
              </a:extLst>
            </p:cNvPr>
            <p:cNvGrpSpPr/>
            <p:nvPr/>
          </p:nvGrpSpPr>
          <p:grpSpPr>
            <a:xfrm>
              <a:off x="5634601" y="898142"/>
              <a:ext cx="771634" cy="133081"/>
              <a:chOff x="2016841" y="2587412"/>
              <a:chExt cx="730275" cy="133081"/>
            </a:xfrm>
          </p:grpSpPr>
          <p:sp>
            <p:nvSpPr>
              <p:cNvPr id="97" name="椭圆 96">
                <a:extLst>
                  <a:ext uri="{FF2B5EF4-FFF2-40B4-BE49-F238E27FC236}">
                    <a16:creationId xmlns:a16="http://schemas.microsoft.com/office/drawing/2014/main" id="{F0218AD3-06BC-46E8-AFA2-E7D8451C7F51}"/>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98" name="椭圆 97">
                <a:extLst>
                  <a:ext uri="{FF2B5EF4-FFF2-40B4-BE49-F238E27FC236}">
                    <a16:creationId xmlns:a16="http://schemas.microsoft.com/office/drawing/2014/main" id="{970FF5DC-DDF9-4BC7-9505-42237D0F34FF}"/>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99" name="椭圆 98">
                <a:extLst>
                  <a:ext uri="{FF2B5EF4-FFF2-40B4-BE49-F238E27FC236}">
                    <a16:creationId xmlns:a16="http://schemas.microsoft.com/office/drawing/2014/main" id="{F60FA58F-63DD-4E73-BD49-FA5A6655430E}"/>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2" name="Rectangle 1">
              <a:extLst>
                <a:ext uri="{FF2B5EF4-FFF2-40B4-BE49-F238E27FC236}">
                  <a16:creationId xmlns:a16="http://schemas.microsoft.com/office/drawing/2014/main" id="{6B1CC0B9-4CE2-40F1-ABD6-3B1A84340FB4}"/>
                </a:ext>
              </a:extLst>
            </p:cNvPr>
            <p:cNvSpPr>
              <a:spLocks noChangeArrowheads="1"/>
            </p:cNvSpPr>
            <p:nvPr/>
          </p:nvSpPr>
          <p:spPr bwMode="auto">
            <a:xfrm>
              <a:off x="5634601" y="1131439"/>
              <a:ext cx="3819526" cy="136562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&gt;dev.langchain4j&lt;/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&gt;langchain4j-easy-rag&lt;/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&gt;1.0.1-beta6&lt;/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endParaRPr lang="zh-CN" altLang="zh-CN" sz="2400" dirty="0">
                <a:latin typeface="Arial" panose="020B0604020202020204" pitchFamily="34" charset="0"/>
              </a:endParaRPr>
            </a:p>
          </p:txBody>
        </p:sp>
      </p:grpSp>
      <p:sp>
        <p:nvSpPr>
          <p:cNvPr id="6" name="Rectangle 2">
            <a:extLst>
              <a:ext uri="{FF2B5EF4-FFF2-40B4-BE49-F238E27FC236}">
                <a16:creationId xmlns:a16="http://schemas.microsoft.com/office/drawing/2014/main" id="{1B5095D3-0002-480E-8BB5-9888B93453CB}"/>
              </a:ext>
            </a:extLst>
          </p:cNvPr>
          <p:cNvSpPr>
            <a:spLocks noChangeArrowheads="1"/>
          </p:cNvSpPr>
          <p:nvPr/>
        </p:nvSpPr>
        <p:spPr bwMode="auto">
          <a:xfrm>
            <a:off x="5468851" y="2590236"/>
            <a:ext cx="6492407" cy="27699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200" dirty="0">
                <a:solidFill>
                  <a:srgbClr val="000000"/>
                </a:solidFill>
                <a:latin typeface="Arial Unicode MS"/>
                <a:ea typeface="JetBrains Mono"/>
              </a:rPr>
              <a:t>List</a:t>
            </a:r>
            <a:r>
              <a:rPr lang="zh-CN" altLang="zh-CN" sz="1200" dirty="0">
                <a:solidFill>
                  <a:srgbClr val="080808"/>
                </a:solidFill>
                <a:latin typeface="Arial Unicode MS"/>
                <a:ea typeface="JetBrains Mono"/>
              </a:rPr>
              <a:t>&lt;</a:t>
            </a:r>
            <a:r>
              <a:rPr lang="zh-CN" altLang="zh-CN" sz="1200" dirty="0">
                <a:solidFill>
                  <a:srgbClr val="000000"/>
                </a:solidFill>
                <a:latin typeface="Arial Unicode MS"/>
                <a:ea typeface="JetBrains Mono"/>
              </a:rPr>
              <a:t>Document</a:t>
            </a:r>
            <a:r>
              <a:rPr lang="zh-CN" altLang="zh-CN" sz="1200" dirty="0">
                <a:solidFill>
                  <a:srgbClr val="080808"/>
                </a:solidFill>
                <a:latin typeface="Arial Unicode MS"/>
                <a:ea typeface="JetBrains Mono"/>
              </a:rPr>
              <a:t>&gt; </a:t>
            </a:r>
            <a:r>
              <a:rPr lang="zh-CN" altLang="zh-CN" sz="1200" dirty="0">
                <a:solidFill>
                  <a:srgbClr val="000000"/>
                </a:solidFill>
                <a:latin typeface="Arial Unicode MS"/>
                <a:ea typeface="JetBrains Mono"/>
              </a:rPr>
              <a:t>documents </a:t>
            </a:r>
            <a:r>
              <a:rPr lang="zh-CN" altLang="zh-CN" sz="1200" dirty="0">
                <a:solidFill>
                  <a:srgbClr val="080808"/>
                </a:solidFill>
                <a:latin typeface="Arial Unicode MS"/>
                <a:ea typeface="JetBrains Mono"/>
              </a:rPr>
              <a:t>= </a:t>
            </a:r>
            <a:r>
              <a:rPr lang="zh-CN" altLang="zh-CN" sz="1200" dirty="0">
                <a:solidFill>
                  <a:srgbClr val="000000"/>
                </a:solidFill>
                <a:latin typeface="Arial Unicode MS"/>
                <a:ea typeface="JetBrains Mono"/>
              </a:rPr>
              <a:t>ClassPathDocumentLoader</a:t>
            </a:r>
            <a:r>
              <a:rPr lang="zh-CN" altLang="zh-CN" sz="1200" dirty="0">
                <a:solidFill>
                  <a:srgbClr val="080808"/>
                </a:solidFill>
                <a:latin typeface="Arial Unicode MS"/>
                <a:ea typeface="JetBrains Mono"/>
              </a:rPr>
              <a:t>.</a:t>
            </a:r>
            <a:r>
              <a:rPr lang="zh-CN" altLang="zh-CN" sz="1200" i="1" dirty="0">
                <a:solidFill>
                  <a:srgbClr val="080808"/>
                </a:solidFill>
                <a:latin typeface="Arial Unicode MS"/>
                <a:ea typeface="JetBrains Mono"/>
              </a:rPr>
              <a:t>loadDocuments</a:t>
            </a:r>
            <a:r>
              <a:rPr lang="zh-CN" altLang="zh-CN" sz="1200" dirty="0">
                <a:solidFill>
                  <a:srgbClr val="080808"/>
                </a:solidFill>
                <a:latin typeface="Arial Unicode MS"/>
                <a:ea typeface="JetBrains Mono"/>
              </a:rPr>
              <a:t>(</a:t>
            </a:r>
            <a:r>
              <a:rPr lang="zh-CN" altLang="zh-CN" sz="1200" dirty="0">
                <a:solidFill>
                  <a:srgbClr val="067D17"/>
                </a:solidFill>
                <a:latin typeface="Arial Unicode MS"/>
                <a:ea typeface="JetBrains Mono"/>
              </a:rPr>
              <a:t>“</a:t>
            </a:r>
            <a:r>
              <a:rPr lang="zh-CN" altLang="en-US" sz="1200" dirty="0">
                <a:solidFill>
                  <a:srgbClr val="067D17"/>
                </a:solidFill>
                <a:latin typeface="Arial Unicode MS"/>
                <a:ea typeface="JetBrains Mono"/>
              </a:rPr>
              <a:t>文档路径</a:t>
            </a:r>
            <a:r>
              <a:rPr lang="zh-CN" altLang="zh-CN" sz="1200" dirty="0">
                <a:solidFill>
                  <a:srgbClr val="067D17"/>
                </a:solidFill>
                <a:latin typeface="Arial Unicode MS"/>
                <a:ea typeface="JetBrains Mono"/>
              </a:rPr>
              <a:t>"</a:t>
            </a:r>
            <a:r>
              <a:rPr lang="zh-CN" altLang="zh-CN" sz="1200" dirty="0">
                <a:solidFill>
                  <a:srgbClr val="080808"/>
                </a:solidFill>
                <a:latin typeface="Arial Unicode MS"/>
                <a:ea typeface="JetBrains Mono"/>
              </a:rPr>
              <a:t>);</a:t>
            </a:r>
            <a:endParaRPr lang="zh-CN" altLang="zh-CN" sz="1200" dirty="0">
              <a:latin typeface="Arial" panose="020B0604020202020204" pitchFamily="34" charset="0"/>
            </a:endParaRPr>
          </a:p>
        </p:txBody>
      </p:sp>
      <p:sp>
        <p:nvSpPr>
          <p:cNvPr id="8" name="Rectangle 4">
            <a:extLst>
              <a:ext uri="{FF2B5EF4-FFF2-40B4-BE49-F238E27FC236}">
                <a16:creationId xmlns:a16="http://schemas.microsoft.com/office/drawing/2014/main" id="{C1B1B891-617F-463F-BC3A-C0F5984DAF54}"/>
              </a:ext>
            </a:extLst>
          </p:cNvPr>
          <p:cNvSpPr>
            <a:spLocks noChangeArrowheads="1"/>
          </p:cNvSpPr>
          <p:nvPr/>
        </p:nvSpPr>
        <p:spPr bwMode="auto">
          <a:xfrm>
            <a:off x="5468851" y="2948940"/>
            <a:ext cx="6492407" cy="27699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200" dirty="0">
                <a:solidFill>
                  <a:srgbClr val="000000"/>
                </a:solidFill>
                <a:latin typeface="Arial Unicode MS"/>
                <a:ea typeface="JetBrains Mono"/>
              </a:rPr>
              <a:t>InMemoryEmbeddingStore</a:t>
            </a:r>
            <a:r>
              <a:rPr lang="zh-CN" altLang="zh-CN" sz="1200" dirty="0">
                <a:solidFill>
                  <a:srgbClr val="080808"/>
                </a:solidFill>
                <a:latin typeface="Arial Unicode MS"/>
                <a:ea typeface="JetBrains Mono"/>
              </a:rPr>
              <a:t>&lt;</a:t>
            </a:r>
            <a:r>
              <a:rPr lang="zh-CN" altLang="zh-CN" sz="1200" dirty="0">
                <a:solidFill>
                  <a:srgbClr val="000000"/>
                </a:solidFill>
                <a:latin typeface="Arial Unicode MS"/>
                <a:ea typeface="JetBrains Mono"/>
              </a:rPr>
              <a:t>TextSegment</a:t>
            </a:r>
            <a:r>
              <a:rPr lang="zh-CN" altLang="zh-CN" sz="1200" dirty="0">
                <a:solidFill>
                  <a:srgbClr val="080808"/>
                </a:solidFill>
                <a:latin typeface="Arial Unicode MS"/>
                <a:ea typeface="JetBrains Mono"/>
              </a:rPr>
              <a:t>&gt; </a:t>
            </a:r>
            <a:r>
              <a:rPr lang="zh-CN" altLang="zh-CN" sz="1200" dirty="0">
                <a:solidFill>
                  <a:srgbClr val="000000"/>
                </a:solidFill>
                <a:latin typeface="Arial Unicode MS"/>
                <a:ea typeface="JetBrains Mono"/>
              </a:rPr>
              <a:t>store </a:t>
            </a:r>
            <a:r>
              <a:rPr lang="zh-CN" altLang="zh-CN" sz="1200" dirty="0">
                <a:solidFill>
                  <a:srgbClr val="080808"/>
                </a:solidFill>
                <a:latin typeface="Arial Unicode MS"/>
                <a:ea typeface="JetBrains Mono"/>
              </a:rPr>
              <a:t>= </a:t>
            </a:r>
            <a:r>
              <a:rPr lang="zh-CN" altLang="zh-CN" sz="1200" dirty="0">
                <a:solidFill>
                  <a:srgbClr val="0033B3"/>
                </a:solidFill>
                <a:latin typeface="Arial Unicode MS"/>
                <a:ea typeface="JetBrains Mono"/>
              </a:rPr>
              <a:t>new </a:t>
            </a:r>
            <a:r>
              <a:rPr lang="zh-CN" altLang="zh-CN" sz="1200" dirty="0">
                <a:solidFill>
                  <a:srgbClr val="080808"/>
                </a:solidFill>
                <a:latin typeface="Arial Unicode MS"/>
                <a:ea typeface="JetBrains Mono"/>
              </a:rPr>
              <a:t>InMemoryEmbeddingStore&lt;&gt;();</a:t>
            </a:r>
            <a:endParaRPr lang="zh-CN" altLang="zh-CN" sz="1200" dirty="0">
              <a:latin typeface="Arial" panose="020B0604020202020204" pitchFamily="34" charset="0"/>
            </a:endParaRPr>
          </a:p>
        </p:txBody>
      </p:sp>
      <p:sp>
        <p:nvSpPr>
          <p:cNvPr id="9" name="Rectangle 5">
            <a:extLst>
              <a:ext uri="{FF2B5EF4-FFF2-40B4-BE49-F238E27FC236}">
                <a16:creationId xmlns:a16="http://schemas.microsoft.com/office/drawing/2014/main" id="{CD0CBB5A-A2B4-4EE3-823B-46233EE1F315}"/>
              </a:ext>
            </a:extLst>
          </p:cNvPr>
          <p:cNvSpPr>
            <a:spLocks noChangeArrowheads="1"/>
          </p:cNvSpPr>
          <p:nvPr/>
        </p:nvSpPr>
        <p:spPr bwMode="auto">
          <a:xfrm>
            <a:off x="5468851" y="3307651"/>
            <a:ext cx="6492407" cy="110555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EmbeddingStoreIngestor ingestor </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EmbeddingStoreIngestor</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.embeddingStore(</a:t>
            </a:r>
            <a:r>
              <a:rPr lang="zh-CN" altLang="zh-CN" sz="1300" dirty="0">
                <a:solidFill>
                  <a:srgbClr val="000000"/>
                </a:solidFill>
                <a:latin typeface="Arial Unicode MS"/>
                <a:ea typeface="JetBrains Mono"/>
              </a:rPr>
              <a:t>store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br>
              <a:rPr lang="zh-CN" altLang="zh-CN" sz="1300" dirty="0">
                <a:solidFill>
                  <a:srgbClr val="080808"/>
                </a:solidFill>
                <a:latin typeface="Arial Unicode MS"/>
                <a:ea typeface="JetBrains Mono"/>
              </a:rPr>
            </a:br>
            <a:r>
              <a:rPr lang="zh-CN" altLang="zh-CN" sz="1300" dirty="0">
                <a:solidFill>
                  <a:srgbClr val="000000"/>
                </a:solidFill>
                <a:latin typeface="Arial Unicode MS"/>
                <a:ea typeface="JetBrains Mono"/>
              </a:rPr>
              <a:t>ingestor</a:t>
            </a:r>
            <a:r>
              <a:rPr lang="zh-CN" altLang="zh-CN" sz="1300" dirty="0">
                <a:solidFill>
                  <a:srgbClr val="080808"/>
                </a:solidFill>
                <a:latin typeface="Arial Unicode MS"/>
                <a:ea typeface="JetBrains Mono"/>
              </a:rPr>
              <a:t>.ingest(</a:t>
            </a:r>
            <a:r>
              <a:rPr lang="zh-CN" altLang="zh-CN" sz="1300" dirty="0">
                <a:solidFill>
                  <a:srgbClr val="000000"/>
                </a:solidFill>
                <a:latin typeface="Arial Unicode MS"/>
                <a:ea typeface="JetBrains Mono"/>
              </a:rPr>
              <a:t>documents</a:t>
            </a: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11" name="Rectangle 6">
            <a:extLst>
              <a:ext uri="{FF2B5EF4-FFF2-40B4-BE49-F238E27FC236}">
                <a16:creationId xmlns:a16="http://schemas.microsoft.com/office/drawing/2014/main" id="{42730106-C505-4C0A-952C-BE3B9851935B}"/>
              </a:ext>
            </a:extLst>
          </p:cNvPr>
          <p:cNvSpPr>
            <a:spLocks noChangeArrowheads="1"/>
          </p:cNvSpPr>
          <p:nvPr/>
        </p:nvSpPr>
        <p:spPr bwMode="auto">
          <a:xfrm>
            <a:off x="5468851" y="4505960"/>
            <a:ext cx="6492407" cy="1092607"/>
          </a:xfrm>
          <a:prstGeom prst="rect">
            <a:avLst/>
          </a:prstGeom>
          <a:solidFill>
            <a:schemeClr val="tx2">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000000"/>
                </a:solidFill>
                <a:latin typeface="Arial Unicode MS"/>
                <a:ea typeface="JetBrains Mono"/>
              </a:rPr>
              <a:t>EmbeddingStoreContentRetriever</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.embeddingStore(</a:t>
            </a:r>
            <a:r>
              <a:rPr lang="zh-CN" altLang="zh-CN" sz="1300" dirty="0">
                <a:solidFill>
                  <a:srgbClr val="000000"/>
                </a:solidFill>
                <a:latin typeface="Arial Unicode MS"/>
                <a:ea typeface="JetBrains Mono"/>
              </a:rPr>
              <a:t>store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.maxResults(</a:t>
            </a:r>
            <a:r>
              <a:rPr lang="zh-CN" altLang="zh-CN" sz="1300" dirty="0">
                <a:solidFill>
                  <a:srgbClr val="1750EB"/>
                </a:solidFill>
                <a:latin typeface="Arial Unicode MS"/>
                <a:ea typeface="JetBrains Mono"/>
              </a:rPr>
              <a:t>3</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.minScore(</a:t>
            </a:r>
            <a:r>
              <a:rPr lang="zh-CN" altLang="zh-CN" sz="1300" dirty="0">
                <a:solidFill>
                  <a:srgbClr val="1750EB"/>
                </a:solidFill>
                <a:latin typeface="Arial Unicode MS"/>
                <a:ea typeface="JetBrains Mono"/>
              </a:rPr>
              <a:t>0.6</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endParaRPr lang="zh-CN" altLang="zh-CN" sz="2400" dirty="0">
              <a:latin typeface="Arial" panose="020B0604020202020204" pitchFamily="34" charset="0"/>
            </a:endParaRPr>
          </a:p>
        </p:txBody>
      </p:sp>
      <p:sp>
        <p:nvSpPr>
          <p:cNvPr id="13" name="Rectangle 7">
            <a:extLst>
              <a:ext uri="{FF2B5EF4-FFF2-40B4-BE49-F238E27FC236}">
                <a16:creationId xmlns:a16="http://schemas.microsoft.com/office/drawing/2014/main" id="{DE018A59-3A5B-4C66-A1DF-DA9AD3E34C0F}"/>
              </a:ext>
            </a:extLst>
          </p:cNvPr>
          <p:cNvSpPr>
            <a:spLocks noChangeArrowheads="1"/>
          </p:cNvSpPr>
          <p:nvPr/>
        </p:nvSpPr>
        <p:spPr bwMode="auto">
          <a:xfrm>
            <a:off x="5468851" y="5715265"/>
            <a:ext cx="6492407" cy="892552"/>
          </a:xfrm>
          <a:prstGeom prst="rect">
            <a:avLst/>
          </a:prstGeom>
          <a:solidFill>
            <a:schemeClr val="tx2">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9E880D"/>
                </a:solidFill>
                <a:latin typeface="Arial Unicode MS"/>
                <a:ea typeface="JetBrains Mono"/>
              </a:rPr>
              <a:t>@AiService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wiringMode = </a:t>
            </a:r>
            <a:r>
              <a:rPr lang="zh-CN" altLang="zh-CN" sz="1300" dirty="0">
                <a:solidFill>
                  <a:srgbClr val="000000"/>
                </a:solidFill>
                <a:latin typeface="Arial Unicode MS"/>
                <a:ea typeface="JetBrains Mono"/>
              </a:rPr>
              <a:t>AiServiceWiringMode</a:t>
            </a:r>
            <a:r>
              <a:rPr lang="zh-CN" altLang="zh-CN" sz="1300" dirty="0">
                <a:solidFill>
                  <a:srgbClr val="080808"/>
                </a:solidFill>
                <a:latin typeface="Arial Unicode MS"/>
                <a:ea typeface="JetBrains Mono"/>
              </a:rPr>
              <a:t>.</a:t>
            </a:r>
            <a:r>
              <a:rPr lang="zh-CN" altLang="zh-CN" sz="1300" i="1" dirty="0">
                <a:solidFill>
                  <a:srgbClr val="871094"/>
                </a:solidFill>
                <a:latin typeface="Arial Unicode MS"/>
                <a:ea typeface="JetBrains Mono"/>
              </a:rPr>
              <a:t>EXPLICIT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contentRetriever = </a:t>
            </a:r>
            <a:r>
              <a:rPr lang="zh-CN" altLang="zh-CN" sz="1300" dirty="0">
                <a:solidFill>
                  <a:srgbClr val="067D17"/>
                </a:solidFill>
                <a:latin typeface="Arial Unicode MS"/>
                <a:ea typeface="JetBrains Mono"/>
              </a:rPr>
              <a:t>"retriever"</a:t>
            </a:r>
            <a:br>
              <a:rPr lang="zh-CN" altLang="zh-CN" sz="1300" dirty="0">
                <a:solidFill>
                  <a:srgbClr val="067D17"/>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Tree>
    <p:extLst>
      <p:ext uri="{BB962C8B-B14F-4D97-AF65-F5344CB8AC3E}">
        <p14:creationId xmlns:p14="http://schemas.microsoft.com/office/powerpoint/2010/main" val="1124010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left)">
                                      <p:cBhvr>
                                        <p:cTn id="7" dur="500"/>
                                        <p:tgtEl>
                                          <p:spTgt spid="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
                                            <p:txEl>
                                              <p:pRg st="1" end="1"/>
                                            </p:txEl>
                                          </p:spTgt>
                                        </p:tgtEl>
                                        <p:attrNameLst>
                                          <p:attrName>style.visibility</p:attrName>
                                        </p:attrNameLst>
                                      </p:cBhvr>
                                      <p:to>
                                        <p:strVal val="visible"/>
                                      </p:to>
                                    </p:set>
                                    <p:animEffect transition="in" filter="wipe(left)">
                                      <p:cBhvr>
                                        <p:cTn id="12" dur="500"/>
                                        <p:tgtEl>
                                          <p:spTgt spid="87">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87">
                                            <p:txEl>
                                              <p:pRg st="2" end="2"/>
                                            </p:txEl>
                                          </p:spTgt>
                                        </p:tgtEl>
                                        <p:attrNameLst>
                                          <p:attrName>style.visibility</p:attrName>
                                        </p:attrNameLst>
                                      </p:cBhvr>
                                      <p:to>
                                        <p:strVal val="visible"/>
                                      </p:to>
                                    </p:set>
                                    <p:animEffect transition="in" filter="wipe(left)">
                                      <p:cBhvr>
                                        <p:cTn id="15" dur="500"/>
                                        <p:tgtEl>
                                          <p:spTgt spid="87">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87">
                                            <p:txEl>
                                              <p:pRg st="3" end="3"/>
                                            </p:txEl>
                                          </p:spTgt>
                                        </p:tgtEl>
                                        <p:attrNameLst>
                                          <p:attrName>style.visibility</p:attrName>
                                        </p:attrNameLst>
                                      </p:cBhvr>
                                      <p:to>
                                        <p:strVal val="visible"/>
                                      </p:to>
                                    </p:set>
                                    <p:animEffect transition="in" filter="wipe(left)">
                                      <p:cBhvr>
                                        <p:cTn id="18" dur="500"/>
                                        <p:tgtEl>
                                          <p:spTgt spid="87">
                                            <p:txEl>
                                              <p:pRg st="3" end="3"/>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87">
                                            <p:txEl>
                                              <p:pRg st="4" end="4"/>
                                            </p:txEl>
                                          </p:spTgt>
                                        </p:tgtEl>
                                        <p:attrNameLst>
                                          <p:attrName>style.visibility</p:attrName>
                                        </p:attrNameLst>
                                      </p:cBhvr>
                                      <p:to>
                                        <p:strVal val="visible"/>
                                      </p:to>
                                    </p:set>
                                    <p:animEffect transition="in" filter="wipe(left)">
                                      <p:cBhvr>
                                        <p:cTn id="21" dur="500"/>
                                        <p:tgtEl>
                                          <p:spTgt spid="8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anim calcmode="lin" valueType="num">
                                      <p:cBhvr>
                                        <p:cTn id="27" dur="1000" fill="hold"/>
                                        <p:tgtEl>
                                          <p:spTgt spid="15"/>
                                        </p:tgtEl>
                                        <p:attrNameLst>
                                          <p:attrName>ppt_x</p:attrName>
                                        </p:attrNameLst>
                                      </p:cBhvr>
                                      <p:tavLst>
                                        <p:tav tm="0">
                                          <p:val>
                                            <p:strVal val="#ppt_x"/>
                                          </p:val>
                                        </p:tav>
                                        <p:tav tm="100000">
                                          <p:val>
                                            <p:strVal val="#ppt_x"/>
                                          </p:val>
                                        </p:tav>
                                      </p:tavLst>
                                    </p:anim>
                                    <p:anim calcmode="lin" valueType="num">
                                      <p:cBhvr>
                                        <p:cTn id="2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1000"/>
                                        <p:tgtEl>
                                          <p:spTgt spid="9"/>
                                        </p:tgtEl>
                                      </p:cBhvr>
                                    </p:animEffect>
                                    <p:anim calcmode="lin" valueType="num">
                                      <p:cBhvr>
                                        <p:cTn id="48" dur="1000" fill="hold"/>
                                        <p:tgtEl>
                                          <p:spTgt spid="9"/>
                                        </p:tgtEl>
                                        <p:attrNameLst>
                                          <p:attrName>ppt_x</p:attrName>
                                        </p:attrNameLst>
                                      </p:cBhvr>
                                      <p:tavLst>
                                        <p:tav tm="0">
                                          <p:val>
                                            <p:strVal val="#ppt_x"/>
                                          </p:val>
                                        </p:tav>
                                        <p:tav tm="100000">
                                          <p:val>
                                            <p:strVal val="#ppt_x"/>
                                          </p:val>
                                        </p:tav>
                                      </p:tavLst>
                                    </p:anim>
                                    <p:anim calcmode="lin" valueType="num">
                                      <p:cBhvr>
                                        <p:cTn id="4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87">
                                            <p:txEl>
                                              <p:pRg st="6" end="6"/>
                                            </p:txEl>
                                          </p:spTgt>
                                        </p:tgtEl>
                                        <p:attrNameLst>
                                          <p:attrName>style.visibility</p:attrName>
                                        </p:attrNameLst>
                                      </p:cBhvr>
                                      <p:to>
                                        <p:strVal val="visible"/>
                                      </p:to>
                                    </p:set>
                                    <p:animEffect transition="in" filter="wipe(left)">
                                      <p:cBhvr>
                                        <p:cTn id="54" dur="500"/>
                                        <p:tgtEl>
                                          <p:spTgt spid="87">
                                            <p:txEl>
                                              <p:pRg st="6" end="6"/>
                                            </p:txEl>
                                          </p:spTgt>
                                        </p:tgtEl>
                                      </p:cBhvr>
                                    </p:animEffect>
                                  </p:childTnLst>
                                </p:cTn>
                              </p:par>
                              <p:par>
                                <p:cTn id="55" presetID="22" presetClass="entr" presetSubtype="8" fill="hold" nodeType="withEffect">
                                  <p:stCondLst>
                                    <p:cond delay="0"/>
                                  </p:stCondLst>
                                  <p:childTnLst>
                                    <p:set>
                                      <p:cBhvr>
                                        <p:cTn id="56" dur="1" fill="hold">
                                          <p:stCondLst>
                                            <p:cond delay="0"/>
                                          </p:stCondLst>
                                        </p:cTn>
                                        <p:tgtEl>
                                          <p:spTgt spid="87">
                                            <p:txEl>
                                              <p:pRg st="7" end="7"/>
                                            </p:txEl>
                                          </p:spTgt>
                                        </p:tgtEl>
                                        <p:attrNameLst>
                                          <p:attrName>style.visibility</p:attrName>
                                        </p:attrNameLst>
                                      </p:cBhvr>
                                      <p:to>
                                        <p:strVal val="visible"/>
                                      </p:to>
                                    </p:set>
                                    <p:animEffect transition="in" filter="wipe(left)">
                                      <p:cBhvr>
                                        <p:cTn id="57" dur="500"/>
                                        <p:tgtEl>
                                          <p:spTgt spid="87">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1000"/>
                                        <p:tgtEl>
                                          <p:spTgt spid="11"/>
                                        </p:tgtEl>
                                      </p:cBhvr>
                                    </p:animEffect>
                                    <p:anim calcmode="lin" valueType="num">
                                      <p:cBhvr>
                                        <p:cTn id="63" dur="1000" fill="hold"/>
                                        <p:tgtEl>
                                          <p:spTgt spid="11"/>
                                        </p:tgtEl>
                                        <p:attrNameLst>
                                          <p:attrName>ppt_x</p:attrName>
                                        </p:attrNameLst>
                                      </p:cBhvr>
                                      <p:tavLst>
                                        <p:tav tm="0">
                                          <p:val>
                                            <p:strVal val="#ppt_x"/>
                                          </p:val>
                                        </p:tav>
                                        <p:tav tm="100000">
                                          <p:val>
                                            <p:strVal val="#ppt_x"/>
                                          </p:val>
                                        </p:tav>
                                      </p:tavLst>
                                    </p:anim>
                                    <p:anim calcmode="lin" valueType="num">
                                      <p:cBhvr>
                                        <p:cTn id="6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1000"/>
                                        <p:tgtEl>
                                          <p:spTgt spid="13"/>
                                        </p:tgtEl>
                                      </p:cBhvr>
                                    </p:animEffect>
                                    <p:anim calcmode="lin" valueType="num">
                                      <p:cBhvr>
                                        <p:cTn id="70" dur="1000" fill="hold"/>
                                        <p:tgtEl>
                                          <p:spTgt spid="13"/>
                                        </p:tgtEl>
                                        <p:attrNameLst>
                                          <p:attrName>ppt_x</p:attrName>
                                        </p:attrNameLst>
                                      </p:cBhvr>
                                      <p:tavLst>
                                        <p:tav tm="0">
                                          <p:val>
                                            <p:strVal val="#ppt_x"/>
                                          </p:val>
                                        </p:tav>
                                        <p:tav tm="100000">
                                          <p:val>
                                            <p:strVal val="#ppt_x"/>
                                          </p:val>
                                        </p:tav>
                                      </p:tavLst>
                                    </p:anim>
                                    <p:anim calcmode="lin" valueType="num">
                                      <p:cBhvr>
                                        <p:cTn id="7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6" grpId="0" animBg="1"/>
      <p:bldP spid="8" grpId="0" animBg="1"/>
      <p:bldP spid="9" grpId="0" animBg="1"/>
      <p:bldP spid="11" grpId="0" animBg="1"/>
      <p:bldP spid="13"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r>
              <a:rPr lang="en-US" altLang="zh-CN" dirty="0"/>
              <a:t>RAG</a:t>
            </a:r>
            <a:r>
              <a:rPr lang="zh-CN" altLang="en-US" dirty="0"/>
              <a:t>知识库</a:t>
            </a:r>
            <a:endParaRPr lang="en-US" altLang="zh-CN" dirty="0"/>
          </a:p>
          <a:p>
            <a:pPr lvl="1"/>
            <a:r>
              <a:rPr lang="zh-CN" altLang="en-US" sz="1400" dirty="0"/>
              <a:t>原理</a:t>
            </a:r>
            <a:endParaRPr lang="en-US" altLang="zh-CN" sz="1400" dirty="0"/>
          </a:p>
          <a:p>
            <a:pPr lvl="1"/>
            <a:r>
              <a:rPr lang="zh-CN" altLang="en-US" sz="1400" dirty="0"/>
              <a:t>快速入门</a:t>
            </a:r>
            <a:endParaRPr lang="en-US" altLang="zh-CN" sz="1400" dirty="0"/>
          </a:p>
          <a:p>
            <a:pPr lvl="1"/>
            <a:r>
              <a:rPr lang="zh-CN" altLang="en-US" sz="1400" dirty="0"/>
              <a:t>核心</a:t>
            </a:r>
            <a:r>
              <a:rPr lang="en-US" altLang="zh-CN" sz="1400" dirty="0"/>
              <a:t>API</a:t>
            </a:r>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1547198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4" end="4"/>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400" dirty="0"/>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400" dirty="0"/>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dirty="0"/>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dirty="0"/>
              <a:t>文档加载器</a:t>
            </a:r>
            <a:endParaRPr lang="en-US" altLang="zh-CN" sz="1000" dirty="0"/>
          </a:p>
          <a:p>
            <a:pPr algn="ctr"/>
            <a:r>
              <a:rPr lang="en-US" altLang="zh-CN" sz="1000" dirty="0"/>
              <a:t>Document Loader</a:t>
            </a:r>
            <a:endParaRPr lang="zh-CN" altLang="en-US" sz="1000" dirty="0"/>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dirty="0"/>
              <a:t>文档</a:t>
            </a:r>
            <a:r>
              <a:rPr lang="zh-CN" altLang="en-US" sz="1000"/>
              <a:t>解析器</a:t>
            </a:r>
            <a:endParaRPr lang="en-US" altLang="zh-CN" sz="1000" dirty="0"/>
          </a:p>
          <a:p>
            <a:pPr algn="ctr"/>
            <a:r>
              <a:rPr lang="en-US" altLang="zh-CN" sz="1000" dirty="0"/>
              <a:t>Document Parser</a:t>
            </a:r>
            <a:endParaRPr lang="zh-CN" altLang="en-US" sz="1000" dirty="0"/>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000"/>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000"/>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dirty="0"/>
              <a:t>文档</a:t>
            </a:r>
            <a:endParaRPr lang="en-US" altLang="zh-CN" sz="1000" dirty="0"/>
          </a:p>
          <a:p>
            <a:pPr algn="ctr"/>
            <a:r>
              <a:rPr lang="en-US" altLang="zh-CN" sz="1000" dirty="0"/>
              <a:t>Document</a:t>
            </a:r>
            <a:endParaRPr lang="zh-CN" altLang="en-US" sz="1000" dirty="0"/>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dirty="0"/>
              <a:t>文档分割器</a:t>
            </a:r>
            <a:endParaRPr lang="en-US" altLang="zh-CN" sz="1000" dirty="0"/>
          </a:p>
          <a:p>
            <a:pPr algn="ctr"/>
            <a:r>
              <a:rPr lang="en-US" altLang="zh-CN" sz="1000" dirty="0"/>
              <a:t>Document Splitter</a:t>
            </a:r>
            <a:endParaRPr lang="zh-CN" altLang="en-US" sz="1000" dirty="0"/>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dirty="0"/>
              <a:t>文本片段</a:t>
            </a:r>
            <a:endParaRPr lang="en-US" altLang="zh-CN" sz="1000" dirty="0"/>
          </a:p>
          <a:p>
            <a:pPr algn="ctr"/>
            <a:r>
              <a:rPr lang="en-US" altLang="zh-CN" sz="1000" dirty="0" err="1"/>
              <a:t>TextSegment</a:t>
            </a:r>
            <a:endParaRPr lang="zh-CN" altLang="en-US" sz="1000" dirty="0"/>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dirty="0"/>
              <a:t>文本片段</a:t>
            </a:r>
            <a:endParaRPr lang="en-US" altLang="zh-CN" sz="1000" dirty="0"/>
          </a:p>
          <a:p>
            <a:pPr algn="ctr"/>
            <a:r>
              <a:rPr lang="en-US" altLang="zh-CN" sz="1000" dirty="0" err="1"/>
              <a:t>TextSegment</a:t>
            </a:r>
            <a:endParaRPr lang="zh-CN" altLang="en-US" sz="1000" dirty="0"/>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dirty="0"/>
          </a:p>
          <a:p>
            <a:pPr algn="ctr"/>
            <a:r>
              <a:rPr lang="en-US" altLang="zh-CN" sz="1000" dirty="0" err="1"/>
              <a:t>TextSegment</a:t>
            </a:r>
            <a:endParaRPr lang="zh-CN" altLang="en-US" sz="1000" dirty="0"/>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dirty="0"/>
          </a:p>
          <a:p>
            <a:pPr algn="ctr"/>
            <a:r>
              <a:rPr lang="en-US" altLang="zh-CN" sz="1000" dirty="0" err="1"/>
              <a:t>TextSegment</a:t>
            </a:r>
            <a:endParaRPr lang="zh-CN" altLang="en-US" sz="1000" dirty="0"/>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dirty="0"/>
          </a:p>
          <a:p>
            <a:pPr algn="ctr"/>
            <a:r>
              <a:rPr lang="en-US" altLang="zh-CN" sz="1000" dirty="0" err="1"/>
              <a:t>TextSegment</a:t>
            </a:r>
            <a:endParaRPr lang="zh-CN" altLang="en-US" sz="1000" dirty="0"/>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dirty="0"/>
          </a:p>
          <a:p>
            <a:pPr algn="ctr"/>
            <a:r>
              <a:rPr lang="en-US" altLang="zh-CN" sz="1000" dirty="0" err="1"/>
              <a:t>TextSegment</a:t>
            </a:r>
            <a:endParaRPr lang="zh-CN" altLang="en-US" sz="1000" dirty="0"/>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dirty="0"/>
          </a:p>
          <a:p>
            <a:pPr algn="ctr"/>
            <a:r>
              <a:rPr lang="en-US" altLang="zh-CN" sz="1000" dirty="0" err="1"/>
              <a:t>TextSegment</a:t>
            </a:r>
            <a:endParaRPr lang="zh-CN" altLang="en-US" sz="1000" dirty="0"/>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dirty="0"/>
          </a:p>
          <a:p>
            <a:pPr algn="ctr"/>
            <a:r>
              <a:rPr lang="en-US" altLang="zh-CN" sz="1000" dirty="0" err="1"/>
              <a:t>TextSegment</a:t>
            </a:r>
            <a:endParaRPr lang="zh-CN" altLang="en-US" sz="1000" dirty="0"/>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dirty="0"/>
              <a:t>向量模型</a:t>
            </a:r>
            <a:endParaRPr lang="en-US" altLang="zh-CN" sz="1000" dirty="0"/>
          </a:p>
          <a:p>
            <a:pPr algn="ctr"/>
            <a:r>
              <a:rPr lang="en-US" altLang="zh-CN" sz="1000" dirty="0" err="1"/>
              <a:t>EmbeddingModel</a:t>
            </a:r>
            <a:endParaRPr lang="zh-CN" altLang="en-US" sz="1000" dirty="0"/>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dirty="0"/>
          </a:p>
          <a:p>
            <a:pPr algn="ctr"/>
            <a:r>
              <a:rPr lang="en-US" altLang="zh-CN" sz="1000" dirty="0"/>
              <a:t>Embedding</a:t>
            </a:r>
            <a:endParaRPr lang="zh-CN" altLang="en-US" sz="1000" dirty="0"/>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dirty="0"/>
          </a:p>
          <a:p>
            <a:pPr algn="ctr"/>
            <a:r>
              <a:rPr lang="en-US" altLang="zh-CN" sz="1000" dirty="0"/>
              <a:t>Embedding</a:t>
            </a:r>
            <a:endParaRPr lang="zh-CN" altLang="en-US" sz="1000" dirty="0"/>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dirty="0"/>
          </a:p>
          <a:p>
            <a:pPr algn="ctr"/>
            <a:r>
              <a:rPr lang="en-US" altLang="zh-CN" sz="1000" dirty="0"/>
              <a:t>Embedding</a:t>
            </a:r>
            <a:endParaRPr lang="zh-CN" altLang="en-US" sz="1000" dirty="0"/>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dirty="0"/>
          </a:p>
          <a:p>
            <a:pPr algn="ctr"/>
            <a:r>
              <a:rPr lang="en-US" altLang="zh-CN" sz="1000" dirty="0"/>
              <a:t>Embedding</a:t>
            </a:r>
            <a:endParaRPr lang="zh-CN" altLang="en-US" sz="1000" dirty="0"/>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dirty="0"/>
          </a:p>
          <a:p>
            <a:pPr algn="ctr"/>
            <a:r>
              <a:rPr lang="en-US" altLang="zh-CN" sz="1000" dirty="0"/>
              <a:t>Embedding</a:t>
            </a:r>
            <a:endParaRPr lang="zh-CN" altLang="en-US" sz="1000" dirty="0"/>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dirty="0"/>
          </a:p>
          <a:p>
            <a:pPr algn="ctr"/>
            <a:r>
              <a:rPr lang="en-US" altLang="zh-CN" sz="1000" dirty="0"/>
              <a:t>Embedding</a:t>
            </a:r>
            <a:endParaRPr lang="zh-CN" altLang="en-US" sz="1000" dirty="0"/>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dirty="0"/>
          </a:p>
          <a:p>
            <a:pPr algn="ctr"/>
            <a:r>
              <a:rPr lang="en-US" altLang="zh-CN" sz="1000" dirty="0"/>
              <a:t>Embedding</a:t>
            </a:r>
            <a:endParaRPr lang="zh-CN" altLang="en-US" sz="1000" dirty="0"/>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dirty="0"/>
              <a:t>向量数据库操作对象</a:t>
            </a:r>
            <a:r>
              <a:rPr lang="en-US" altLang="zh-CN" sz="1000" dirty="0" err="1"/>
              <a:t>EmbeddingStore</a:t>
            </a:r>
            <a:endParaRPr lang="zh-CN" altLang="en-US" sz="1000" dirty="0"/>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dirty="0"/>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351" dirty="0" err="1">
                <a:solidFill>
                  <a:srgbClr val="C00000"/>
                </a:solidFill>
              </a:rPr>
              <a:t>EmbeddingStoreIngestor</a:t>
            </a:r>
            <a:endParaRPr lang="zh-CN" altLang="en-US" sz="1351" dirty="0">
              <a:solidFill>
                <a:srgbClr val="C00000"/>
              </a:solidFill>
            </a:endParaRPr>
          </a:p>
        </p:txBody>
      </p:sp>
    </p:spTree>
    <p:extLst>
      <p:ext uri="{BB962C8B-B14F-4D97-AF65-F5344CB8AC3E}">
        <p14:creationId xmlns:p14="http://schemas.microsoft.com/office/powerpoint/2010/main" val="2890073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left)">
                                      <p:cBhvr>
                                        <p:cTn id="30" dur="500"/>
                                        <p:tgtEl>
                                          <p:spTgt spid="24"/>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500"/>
                                        <p:tgtEl>
                                          <p:spTgt spid="27"/>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wipe(left)">
                                      <p:cBhvr>
                                        <p:cTn id="50" dur="500"/>
                                        <p:tgtEl>
                                          <p:spTgt spid="31"/>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left)">
                                      <p:cBhvr>
                                        <p:cTn id="54" dur="500"/>
                                        <p:tgtEl>
                                          <p:spTgt spid="21"/>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left)">
                                      <p:cBhvr>
                                        <p:cTn id="58" dur="500"/>
                                        <p:tgtEl>
                                          <p:spTgt spid="33"/>
                                        </p:tgtEl>
                                      </p:cBhvr>
                                    </p:animEffect>
                                  </p:childTnLst>
                                </p:cTn>
                              </p:par>
                            </p:childTnLst>
                          </p:cTn>
                        </p:par>
                        <p:par>
                          <p:cTn id="59" fill="hold">
                            <p:stCondLst>
                              <p:cond delay="1500"/>
                            </p:stCondLst>
                            <p:childTnLst>
                              <p:par>
                                <p:cTn id="60" presetID="22" presetClass="entr" presetSubtype="8" fill="hold" grpId="0" nodeType="after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left)">
                                      <p:cBhvr>
                                        <p:cTn id="62" dur="500"/>
                                        <p:tgtEl>
                                          <p:spTgt spid="34"/>
                                        </p:tgtEl>
                                      </p:cBhvr>
                                    </p:animEffect>
                                  </p:childTnLst>
                                </p:cTn>
                              </p:par>
                            </p:childTnLst>
                          </p:cTn>
                        </p:par>
                        <p:par>
                          <p:cTn id="63" fill="hold">
                            <p:stCondLst>
                              <p:cond delay="2000"/>
                            </p:stCondLst>
                            <p:childTnLst>
                              <p:par>
                                <p:cTn id="64" presetID="22" presetClass="entr" presetSubtype="8" fill="hold" grpId="0" nodeType="after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wipe(left)">
                                      <p:cBhvr>
                                        <p:cTn id="66" dur="500"/>
                                        <p:tgtEl>
                                          <p:spTgt spid="35"/>
                                        </p:tgtEl>
                                      </p:cBhvr>
                                    </p:animEffect>
                                  </p:childTnLst>
                                </p:cTn>
                              </p:par>
                            </p:childTnLst>
                          </p:cTn>
                        </p:par>
                        <p:par>
                          <p:cTn id="67" fill="hold">
                            <p:stCondLst>
                              <p:cond delay="2500"/>
                            </p:stCondLst>
                            <p:childTnLst>
                              <p:par>
                                <p:cTn id="68" presetID="22" presetClass="entr" presetSubtype="8" fill="hold" grpId="0" nodeType="after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left)">
                                      <p:cBhvr>
                                        <p:cTn id="70" dur="500"/>
                                        <p:tgtEl>
                                          <p:spTgt spid="36"/>
                                        </p:tgtEl>
                                      </p:cBhvr>
                                    </p:animEffect>
                                  </p:childTnLst>
                                </p:cTn>
                              </p:par>
                            </p:childTnLst>
                          </p:cTn>
                        </p:par>
                        <p:par>
                          <p:cTn id="71" fill="hold">
                            <p:stCondLst>
                              <p:cond delay="3000"/>
                            </p:stCondLst>
                            <p:childTnLst>
                              <p:par>
                                <p:cTn id="72" presetID="22" presetClass="entr" presetSubtype="8" fill="hold" grpId="0" nodeType="after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wipe(left)">
                                      <p:cBhvr>
                                        <p:cTn id="74" dur="500"/>
                                        <p:tgtEl>
                                          <p:spTgt spid="37"/>
                                        </p:tgtEl>
                                      </p:cBhvr>
                                    </p:animEffect>
                                  </p:childTnLst>
                                </p:cTn>
                              </p:par>
                            </p:childTnLst>
                          </p:cTn>
                        </p:par>
                        <p:par>
                          <p:cTn id="75" fill="hold">
                            <p:stCondLst>
                              <p:cond delay="3500"/>
                            </p:stCondLst>
                            <p:childTnLst>
                              <p:par>
                                <p:cTn id="76" presetID="22" presetClass="entr" presetSubtype="8" fill="hold" grpId="0"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left)">
                                      <p:cBhvr>
                                        <p:cTn id="78" dur="500"/>
                                        <p:tgtEl>
                                          <p:spTgt spid="38"/>
                                        </p:tgtEl>
                                      </p:cBhvr>
                                    </p:animEffect>
                                  </p:childTnLst>
                                </p:cTn>
                              </p:par>
                            </p:childTnLst>
                          </p:cTn>
                        </p:par>
                        <p:par>
                          <p:cTn id="79" fill="hold">
                            <p:stCondLst>
                              <p:cond delay="4000"/>
                            </p:stCondLst>
                            <p:childTnLst>
                              <p:par>
                                <p:cTn id="80" presetID="22" presetClass="entr" presetSubtype="8" fill="hold" grpId="0" nodeType="after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wipe(left)">
                                      <p:cBhvr>
                                        <p:cTn id="82" dur="500"/>
                                        <p:tgtEl>
                                          <p:spTgt spid="3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wipe(right)">
                                      <p:cBhvr>
                                        <p:cTn id="87" dur="500"/>
                                        <p:tgtEl>
                                          <p:spTgt spid="30"/>
                                        </p:tgtEl>
                                      </p:cBhvr>
                                    </p:animEffect>
                                  </p:childTnLst>
                                </p:cTn>
                              </p:par>
                              <p:par>
                                <p:cTn id="88" presetID="22" presetClass="entr" presetSubtype="2" fill="hold" grpId="0"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wipe(right)">
                                      <p:cBhvr>
                                        <p:cTn id="90" dur="500"/>
                                        <p:tgtEl>
                                          <p:spTgt spid="56"/>
                                        </p:tgtEl>
                                      </p:cBhvr>
                                    </p:animEffect>
                                  </p:childTnLst>
                                </p:cTn>
                              </p:par>
                            </p:childTnLst>
                          </p:cTn>
                        </p:par>
                        <p:par>
                          <p:cTn id="91" fill="hold">
                            <p:stCondLst>
                              <p:cond delay="500"/>
                            </p:stCondLst>
                            <p:childTnLst>
                              <p:par>
                                <p:cTn id="92" presetID="22" presetClass="entr" presetSubtype="2" fill="hold" grpId="0" nodeType="afterEffect">
                                  <p:stCondLst>
                                    <p:cond delay="0"/>
                                  </p:stCondLst>
                                  <p:childTnLst>
                                    <p:set>
                                      <p:cBhvr>
                                        <p:cTn id="93" dur="1" fill="hold">
                                          <p:stCondLst>
                                            <p:cond delay="0"/>
                                          </p:stCondLst>
                                        </p:cTn>
                                        <p:tgtEl>
                                          <p:spTgt spid="50"/>
                                        </p:tgtEl>
                                        <p:attrNameLst>
                                          <p:attrName>style.visibility</p:attrName>
                                        </p:attrNameLst>
                                      </p:cBhvr>
                                      <p:to>
                                        <p:strVal val="visible"/>
                                      </p:to>
                                    </p:set>
                                    <p:animEffect transition="in" filter="wipe(right)">
                                      <p:cBhvr>
                                        <p:cTn id="94" dur="500"/>
                                        <p:tgtEl>
                                          <p:spTgt spid="50"/>
                                        </p:tgtEl>
                                      </p:cBhvr>
                                    </p:animEffect>
                                  </p:childTnLst>
                                </p:cTn>
                              </p:par>
                            </p:childTnLst>
                          </p:cTn>
                        </p:par>
                        <p:par>
                          <p:cTn id="95" fill="hold">
                            <p:stCondLst>
                              <p:cond delay="1000"/>
                            </p:stCondLst>
                            <p:childTnLst>
                              <p:par>
                                <p:cTn id="96" presetID="22" presetClass="entr" presetSubtype="2" fill="hold" grpId="0" nodeType="afterEffect">
                                  <p:stCondLst>
                                    <p:cond delay="0"/>
                                  </p:stCondLst>
                                  <p:childTnLst>
                                    <p:set>
                                      <p:cBhvr>
                                        <p:cTn id="97" dur="1" fill="hold">
                                          <p:stCondLst>
                                            <p:cond delay="0"/>
                                          </p:stCondLst>
                                        </p:cTn>
                                        <p:tgtEl>
                                          <p:spTgt spid="59"/>
                                        </p:tgtEl>
                                        <p:attrNameLst>
                                          <p:attrName>style.visibility</p:attrName>
                                        </p:attrNameLst>
                                      </p:cBhvr>
                                      <p:to>
                                        <p:strVal val="visible"/>
                                      </p:to>
                                    </p:set>
                                    <p:animEffect transition="in" filter="wipe(right)">
                                      <p:cBhvr>
                                        <p:cTn id="98" dur="500"/>
                                        <p:tgtEl>
                                          <p:spTgt spid="59"/>
                                        </p:tgtEl>
                                      </p:cBhvr>
                                    </p:animEffect>
                                  </p:childTnLst>
                                </p:cTn>
                              </p:par>
                            </p:childTnLst>
                          </p:cTn>
                        </p:par>
                        <p:par>
                          <p:cTn id="99" fill="hold">
                            <p:stCondLst>
                              <p:cond delay="1500"/>
                            </p:stCondLst>
                            <p:childTnLst>
                              <p:par>
                                <p:cTn id="100" presetID="22" presetClass="entr" presetSubtype="2" fill="hold" grpId="0" nodeType="afterEffect">
                                  <p:stCondLst>
                                    <p:cond delay="0"/>
                                  </p:stCondLst>
                                  <p:childTnLst>
                                    <p:set>
                                      <p:cBhvr>
                                        <p:cTn id="101" dur="1" fill="hold">
                                          <p:stCondLst>
                                            <p:cond delay="0"/>
                                          </p:stCondLst>
                                        </p:cTn>
                                        <p:tgtEl>
                                          <p:spTgt spid="60"/>
                                        </p:tgtEl>
                                        <p:attrNameLst>
                                          <p:attrName>style.visibility</p:attrName>
                                        </p:attrNameLst>
                                      </p:cBhvr>
                                      <p:to>
                                        <p:strVal val="visible"/>
                                      </p:to>
                                    </p:set>
                                    <p:animEffect transition="in" filter="wipe(right)">
                                      <p:cBhvr>
                                        <p:cTn id="102" dur="500"/>
                                        <p:tgtEl>
                                          <p:spTgt spid="60"/>
                                        </p:tgtEl>
                                      </p:cBhvr>
                                    </p:animEffect>
                                  </p:childTnLst>
                                </p:cTn>
                              </p:par>
                            </p:childTnLst>
                          </p:cTn>
                        </p:par>
                        <p:par>
                          <p:cTn id="103" fill="hold">
                            <p:stCondLst>
                              <p:cond delay="2000"/>
                            </p:stCondLst>
                            <p:childTnLst>
                              <p:par>
                                <p:cTn id="104" presetID="22" presetClass="entr" presetSubtype="2" fill="hold" grpId="0" nodeType="afterEffect">
                                  <p:stCondLst>
                                    <p:cond delay="0"/>
                                  </p:stCondLst>
                                  <p:childTnLst>
                                    <p:set>
                                      <p:cBhvr>
                                        <p:cTn id="105" dur="1" fill="hold">
                                          <p:stCondLst>
                                            <p:cond delay="0"/>
                                          </p:stCondLst>
                                        </p:cTn>
                                        <p:tgtEl>
                                          <p:spTgt spid="61"/>
                                        </p:tgtEl>
                                        <p:attrNameLst>
                                          <p:attrName>style.visibility</p:attrName>
                                        </p:attrNameLst>
                                      </p:cBhvr>
                                      <p:to>
                                        <p:strVal val="visible"/>
                                      </p:to>
                                    </p:set>
                                    <p:animEffect transition="in" filter="wipe(right)">
                                      <p:cBhvr>
                                        <p:cTn id="106" dur="500"/>
                                        <p:tgtEl>
                                          <p:spTgt spid="61"/>
                                        </p:tgtEl>
                                      </p:cBhvr>
                                    </p:animEffect>
                                  </p:childTnLst>
                                </p:cTn>
                              </p:par>
                            </p:childTnLst>
                          </p:cTn>
                        </p:par>
                        <p:par>
                          <p:cTn id="107" fill="hold">
                            <p:stCondLst>
                              <p:cond delay="2500"/>
                            </p:stCondLst>
                            <p:childTnLst>
                              <p:par>
                                <p:cTn id="108" presetID="22" presetClass="entr" presetSubtype="2" fill="hold" grpId="0" nodeType="afterEffect">
                                  <p:stCondLst>
                                    <p:cond delay="0"/>
                                  </p:stCondLst>
                                  <p:childTnLst>
                                    <p:set>
                                      <p:cBhvr>
                                        <p:cTn id="109" dur="1" fill="hold">
                                          <p:stCondLst>
                                            <p:cond delay="0"/>
                                          </p:stCondLst>
                                        </p:cTn>
                                        <p:tgtEl>
                                          <p:spTgt spid="62"/>
                                        </p:tgtEl>
                                        <p:attrNameLst>
                                          <p:attrName>style.visibility</p:attrName>
                                        </p:attrNameLst>
                                      </p:cBhvr>
                                      <p:to>
                                        <p:strVal val="visible"/>
                                      </p:to>
                                    </p:set>
                                    <p:animEffect transition="in" filter="wipe(right)">
                                      <p:cBhvr>
                                        <p:cTn id="110" dur="500"/>
                                        <p:tgtEl>
                                          <p:spTgt spid="62"/>
                                        </p:tgtEl>
                                      </p:cBhvr>
                                    </p:animEffect>
                                  </p:childTnLst>
                                </p:cTn>
                              </p:par>
                            </p:childTnLst>
                          </p:cTn>
                        </p:par>
                        <p:par>
                          <p:cTn id="111" fill="hold">
                            <p:stCondLst>
                              <p:cond delay="3000"/>
                            </p:stCondLst>
                            <p:childTnLst>
                              <p:par>
                                <p:cTn id="112" presetID="22" presetClass="entr" presetSubtype="2" fill="hold" grpId="0" nodeType="afterEffect">
                                  <p:stCondLst>
                                    <p:cond delay="0"/>
                                  </p:stCondLst>
                                  <p:childTnLst>
                                    <p:set>
                                      <p:cBhvr>
                                        <p:cTn id="113" dur="1" fill="hold">
                                          <p:stCondLst>
                                            <p:cond delay="0"/>
                                          </p:stCondLst>
                                        </p:cTn>
                                        <p:tgtEl>
                                          <p:spTgt spid="63"/>
                                        </p:tgtEl>
                                        <p:attrNameLst>
                                          <p:attrName>style.visibility</p:attrName>
                                        </p:attrNameLst>
                                      </p:cBhvr>
                                      <p:to>
                                        <p:strVal val="visible"/>
                                      </p:to>
                                    </p:set>
                                    <p:animEffect transition="in" filter="wipe(right)">
                                      <p:cBhvr>
                                        <p:cTn id="114" dur="500"/>
                                        <p:tgtEl>
                                          <p:spTgt spid="63"/>
                                        </p:tgtEl>
                                      </p:cBhvr>
                                    </p:animEffect>
                                  </p:childTnLst>
                                </p:cTn>
                              </p:par>
                            </p:childTnLst>
                          </p:cTn>
                        </p:par>
                        <p:par>
                          <p:cTn id="115" fill="hold">
                            <p:stCondLst>
                              <p:cond delay="3500"/>
                            </p:stCondLst>
                            <p:childTnLst>
                              <p:par>
                                <p:cTn id="116" presetID="22" presetClass="entr" presetSubtype="2" fill="hold" grpId="0" nodeType="afterEffect">
                                  <p:stCondLst>
                                    <p:cond delay="0"/>
                                  </p:stCondLst>
                                  <p:childTnLst>
                                    <p:set>
                                      <p:cBhvr>
                                        <p:cTn id="117" dur="1" fill="hold">
                                          <p:stCondLst>
                                            <p:cond delay="0"/>
                                          </p:stCondLst>
                                        </p:cTn>
                                        <p:tgtEl>
                                          <p:spTgt spid="64"/>
                                        </p:tgtEl>
                                        <p:attrNameLst>
                                          <p:attrName>style.visibility</p:attrName>
                                        </p:attrNameLst>
                                      </p:cBhvr>
                                      <p:to>
                                        <p:strVal val="visible"/>
                                      </p:to>
                                    </p:set>
                                    <p:animEffect transition="in" filter="wipe(right)">
                                      <p:cBhvr>
                                        <p:cTn id="118" dur="500"/>
                                        <p:tgtEl>
                                          <p:spTgt spid="64"/>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2" fill="hold" grpId="0" nodeType="clickEffect">
                                  <p:stCondLst>
                                    <p:cond delay="0"/>
                                  </p:stCondLst>
                                  <p:childTnLst>
                                    <p:set>
                                      <p:cBhvr>
                                        <p:cTn id="122" dur="1" fill="hold">
                                          <p:stCondLst>
                                            <p:cond delay="0"/>
                                          </p:stCondLst>
                                        </p:cTn>
                                        <p:tgtEl>
                                          <p:spTgt spid="68"/>
                                        </p:tgtEl>
                                        <p:attrNameLst>
                                          <p:attrName>style.visibility</p:attrName>
                                        </p:attrNameLst>
                                      </p:cBhvr>
                                      <p:to>
                                        <p:strVal val="visible"/>
                                      </p:to>
                                    </p:set>
                                    <p:animEffect transition="in" filter="wipe(right)">
                                      <p:cBhvr>
                                        <p:cTn id="123" dur="500"/>
                                        <p:tgtEl>
                                          <p:spTgt spid="68"/>
                                        </p:tgtEl>
                                      </p:cBhvr>
                                    </p:animEffect>
                                  </p:childTnLst>
                                </p:cTn>
                              </p:par>
                              <p:par>
                                <p:cTn id="124" presetID="22" presetClass="entr" presetSubtype="2" fill="hold"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wipe(right)">
                                      <p:cBhvr>
                                        <p:cTn id="126" dur="500"/>
                                        <p:tgtEl>
                                          <p:spTgt spid="52"/>
                                        </p:tgtEl>
                                      </p:cBhvr>
                                    </p:animEffect>
                                  </p:childTnLst>
                                </p:cTn>
                              </p:par>
                            </p:childTnLst>
                          </p:cTn>
                        </p:par>
                        <p:par>
                          <p:cTn id="127" fill="hold">
                            <p:stCondLst>
                              <p:cond delay="500"/>
                            </p:stCondLst>
                            <p:childTnLst>
                              <p:par>
                                <p:cTn id="128" presetID="22" presetClass="entr" presetSubtype="2" fill="hold" grpId="0" nodeType="afterEffect">
                                  <p:stCondLst>
                                    <p:cond delay="0"/>
                                  </p:stCondLst>
                                  <p:childTnLst>
                                    <p:set>
                                      <p:cBhvr>
                                        <p:cTn id="129" dur="1" fill="hold">
                                          <p:stCondLst>
                                            <p:cond delay="0"/>
                                          </p:stCondLst>
                                        </p:cTn>
                                        <p:tgtEl>
                                          <p:spTgt spid="54"/>
                                        </p:tgtEl>
                                        <p:attrNameLst>
                                          <p:attrName>style.visibility</p:attrName>
                                        </p:attrNameLst>
                                      </p:cBhvr>
                                      <p:to>
                                        <p:strVal val="visible"/>
                                      </p:to>
                                    </p:set>
                                    <p:animEffect transition="in" filter="wipe(right)">
                                      <p:cBhvr>
                                        <p:cTn id="130" dur="500"/>
                                        <p:tgtEl>
                                          <p:spTgt spid="54"/>
                                        </p:tgtEl>
                                      </p:cBhvr>
                                    </p:animEffect>
                                  </p:childTnLst>
                                </p:cTn>
                              </p:par>
                            </p:childTnLst>
                          </p:cTn>
                        </p:par>
                      </p:childTnLst>
                    </p:cTn>
                  </p:par>
                  <p:par>
                    <p:cTn id="131" fill="hold">
                      <p:stCondLst>
                        <p:cond delay="indefinite"/>
                      </p:stCondLst>
                      <p:childTnLst>
                        <p:par>
                          <p:cTn id="132" fill="hold">
                            <p:stCondLst>
                              <p:cond delay="0"/>
                            </p:stCondLst>
                            <p:childTnLst>
                              <p:par>
                                <p:cTn id="133" presetID="16" presetClass="entr" presetSubtype="21" fill="hold" grpId="0" nodeType="clickEffect">
                                  <p:stCondLst>
                                    <p:cond delay="0"/>
                                  </p:stCondLst>
                                  <p:childTnLst>
                                    <p:set>
                                      <p:cBhvr>
                                        <p:cTn id="134" dur="1" fill="hold">
                                          <p:stCondLst>
                                            <p:cond delay="0"/>
                                          </p:stCondLst>
                                        </p:cTn>
                                        <p:tgtEl>
                                          <p:spTgt spid="81"/>
                                        </p:tgtEl>
                                        <p:attrNameLst>
                                          <p:attrName>style.visibility</p:attrName>
                                        </p:attrNameLst>
                                      </p:cBhvr>
                                      <p:to>
                                        <p:strVal val="visible"/>
                                      </p:to>
                                    </p:set>
                                    <p:animEffect transition="in" filter="barn(inVertical)">
                                      <p:cBhvr>
                                        <p:cTn id="135"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18" grpId="0" animBg="1"/>
      <p:bldP spid="14" grpId="0" animBg="1"/>
      <p:bldP spid="24" grpId="0" animBg="1"/>
      <p:bldP spid="16" grpId="0" animBg="1"/>
      <p:bldP spid="27" grpId="0" animBg="1"/>
      <p:bldP spid="28" grpId="0" animBg="1"/>
      <p:bldP spid="31" grpId="0" animBg="1"/>
      <p:bldP spid="21" grpId="0" animBg="1"/>
      <p:bldP spid="33" grpId="0" animBg="1"/>
      <p:bldP spid="34" grpId="0" animBg="1"/>
      <p:bldP spid="35" grpId="0" animBg="1"/>
      <p:bldP spid="36" grpId="0" animBg="1"/>
      <p:bldP spid="37" grpId="0" animBg="1"/>
      <p:bldP spid="38" grpId="0" animBg="1"/>
      <p:bldP spid="39" grpId="0" animBg="1"/>
      <p:bldP spid="56" grpId="0" animBg="1"/>
      <p:bldP spid="50" grpId="0" animBg="1"/>
      <p:bldP spid="59" grpId="0" animBg="1"/>
      <p:bldP spid="60" grpId="0" animBg="1"/>
      <p:bldP spid="61" grpId="0" animBg="1"/>
      <p:bldP spid="62" grpId="0" animBg="1"/>
      <p:bldP spid="63" grpId="0" animBg="1"/>
      <p:bldP spid="64" grpId="0" animBg="1"/>
      <p:bldP spid="68" grpId="0" animBg="1"/>
      <p:bldP spid="54" grpId="0" animBg="1"/>
      <p:bldP spid="81"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文档加载器，用于把磁盘或者网络中的数据加载进程序</a:t>
            </a:r>
            <a:endParaRPr lang="en-US" altLang="zh-CN" dirty="0">
              <a:solidFill>
                <a:srgbClr val="262626"/>
              </a:solidFill>
              <a:latin typeface="阿里巴巴普惠体"/>
              <a:ea typeface="阿里巴巴普惠体"/>
            </a:endParaRPr>
          </a:p>
        </p:txBody>
      </p:sp>
      <p:sp>
        <p:nvSpPr>
          <p:cNvPr id="41" name="内容占位符 1">
            <a:extLst>
              <a:ext uri="{FF2B5EF4-FFF2-40B4-BE49-F238E27FC236}">
                <a16:creationId xmlns:a16="http://schemas.microsoft.com/office/drawing/2014/main" id="{2838E566-2120-4F47-AB60-808CE15D9C55}"/>
              </a:ext>
            </a:extLst>
          </p:cNvPr>
          <p:cNvSpPr txBox="1">
            <a:spLocks/>
          </p:cNvSpPr>
          <p:nvPr/>
        </p:nvSpPr>
        <p:spPr>
          <a:xfrm>
            <a:off x="576198" y="1651501"/>
            <a:ext cx="7501004" cy="26941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buFont typeface="Wingdings" panose="05000000000000000000" pitchFamily="2" charset="2"/>
              <a:buChar char="l"/>
              <a:defRPr/>
            </a:pPr>
            <a:r>
              <a:rPr lang="en-US" altLang="zh-CN" dirty="0"/>
              <a:t>FileSystemDocumentLoader, </a:t>
            </a:r>
            <a:r>
              <a:rPr lang="zh-CN" altLang="en-US" dirty="0"/>
              <a:t>根据本地磁盘绝对路径加载</a:t>
            </a:r>
            <a:endParaRPr lang="en-US" altLang="zh-CN" dirty="0"/>
          </a:p>
          <a:p>
            <a:pPr lvl="0">
              <a:lnSpc>
                <a:spcPct val="150000"/>
              </a:lnSpc>
              <a:buFont typeface="Wingdings" panose="05000000000000000000" pitchFamily="2" charset="2"/>
              <a:buChar char="l"/>
              <a:defRPr/>
            </a:pPr>
            <a:r>
              <a:rPr lang="en-US" altLang="zh-CN" dirty="0" err="1"/>
              <a:t>ClassPathDocumentLoader</a:t>
            </a:r>
            <a:r>
              <a:rPr lang="zh-CN" altLang="en-US" dirty="0"/>
              <a:t>，相对于类路径加载</a:t>
            </a:r>
            <a:endParaRPr lang="en-US" altLang="zh-CN" dirty="0"/>
          </a:p>
          <a:p>
            <a:pPr lvl="0">
              <a:lnSpc>
                <a:spcPct val="150000"/>
              </a:lnSpc>
              <a:buFont typeface="Wingdings" panose="05000000000000000000" pitchFamily="2" charset="2"/>
              <a:buChar char="l"/>
              <a:defRPr/>
            </a:pPr>
            <a:r>
              <a:rPr lang="en-US" altLang="zh-CN" dirty="0" err="1"/>
              <a:t>UrlDocumentLoader</a:t>
            </a:r>
            <a:r>
              <a:rPr lang="zh-CN" altLang="en-US" dirty="0"/>
              <a:t>，根据</a:t>
            </a:r>
            <a:r>
              <a:rPr lang="en-US" altLang="zh-CN" dirty="0" err="1"/>
              <a:t>url</a:t>
            </a:r>
            <a:r>
              <a:rPr lang="zh-CN" altLang="en-US" dirty="0"/>
              <a:t>路径加载</a:t>
            </a:r>
            <a:endParaRPr lang="en-US" altLang="zh-CN" dirty="0"/>
          </a:p>
          <a:p>
            <a:pPr lvl="0">
              <a:lnSpc>
                <a:spcPct val="150000"/>
              </a:lnSpc>
              <a:buFont typeface="Wingdings" panose="05000000000000000000" pitchFamily="2" charset="2"/>
              <a:buChar char="l"/>
              <a:defRPr/>
            </a:pPr>
            <a:r>
              <a:rPr lang="en-US" altLang="zh-CN" dirty="0">
                <a:solidFill>
                  <a:srgbClr val="2F2F2F"/>
                </a:solidFill>
              </a:rPr>
              <a:t>……</a:t>
            </a:r>
          </a:p>
        </p:txBody>
      </p:sp>
    </p:spTree>
    <p:extLst>
      <p:ext uri="{BB962C8B-B14F-4D97-AF65-F5344CB8AC3E}">
        <p14:creationId xmlns:p14="http://schemas.microsoft.com/office/powerpoint/2010/main" val="8073749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dirty="0">
                <a:solidFill>
                  <a:srgbClr val="FFFFFF"/>
                </a:solidFill>
                <a:latin typeface="Source Code Pro"/>
              </a:rPr>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dirty="0">
                <a:solidFill>
                  <a:srgbClr val="FFFFFF"/>
                </a:solidFill>
                <a:latin typeface="Source Code Pro"/>
              </a:rPr>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文档加载器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Loader</a:t>
            </a:r>
            <a:endParaRPr lang="zh-CN" altLang="en-US" sz="1000" dirty="0">
              <a:solidFill>
                <a:srgbClr val="FFFFFF"/>
              </a:solidFill>
              <a:latin typeface="Source Code Pro"/>
            </a:endParaRPr>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a:t>
            </a:r>
            <a:r>
              <a:rPr lang="zh-CN" altLang="en-US" sz="1000">
                <a:solidFill>
                  <a:srgbClr val="FFFFFF"/>
                </a:solidFill>
                <a:latin typeface="Source Code Pro"/>
              </a:rPr>
              <a:t>解析器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Parser</a:t>
            </a:r>
            <a:endParaRPr lang="zh-CN" altLang="en-US" sz="1000" dirty="0">
              <a:solidFill>
                <a:srgbClr val="FFFFFF"/>
              </a:solidFill>
              <a:latin typeface="Source Code Pro"/>
            </a:endParaRPr>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文档</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a:t>
            </a:r>
            <a:endParaRPr lang="zh-CN" altLang="en-US" sz="1000" dirty="0">
              <a:solidFill>
                <a:srgbClr val="FFFFFF"/>
              </a:solidFill>
              <a:latin typeface="Source Code Pro"/>
            </a:endParaRPr>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文档分割器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Splitter</a:t>
            </a:r>
            <a:endParaRPr lang="zh-CN" altLang="en-US" sz="1000" dirty="0">
              <a:solidFill>
                <a:srgbClr val="FFFFFF"/>
              </a:solidFill>
              <a:latin typeface="Source Code Pro"/>
            </a:endParaRPr>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向量模型</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EmbeddingModel</a:t>
            </a:r>
            <a:endParaRPr lang="zh-CN" altLang="en-US" sz="1000" dirty="0">
              <a:solidFill>
                <a:srgbClr val="FFFFFF"/>
              </a:solidFill>
              <a:latin typeface="Source Code Pro"/>
            </a:endParaRPr>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向量数据库操作对象</a:t>
            </a:r>
            <a:r>
              <a:rPr lang="en-US" altLang="zh-CN" sz="1000" dirty="0" err="1">
                <a:solidFill>
                  <a:srgbClr val="FFFFFF"/>
                </a:solidFill>
                <a:latin typeface="Source Code Pro"/>
              </a:rPr>
              <a:t>EmbeddingStore</a:t>
            </a:r>
            <a:endParaRPr lang="zh-CN" altLang="en-US" sz="1000" dirty="0">
              <a:solidFill>
                <a:srgbClr val="FFFFFF"/>
              </a:solidFill>
              <a:latin typeface="Source Code Pro"/>
            </a:endParaRPr>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2400" dirty="0" err="1">
                <a:solidFill>
                  <a:srgbClr val="C00000"/>
                </a:solidFill>
                <a:latin typeface="Source Code Pro"/>
              </a:rPr>
              <a:t>EmbeddingStoreIngestor</a:t>
            </a:r>
            <a:endParaRPr lang="zh-CN" altLang="en-US" sz="2400" dirty="0">
              <a:solidFill>
                <a:srgbClr val="C00000"/>
              </a:solidFill>
              <a:latin typeface="Source Code Pro"/>
            </a:endParaRPr>
          </a:p>
        </p:txBody>
      </p:sp>
    </p:spTree>
    <p:extLst>
      <p:ext uri="{BB962C8B-B14F-4D97-AF65-F5344CB8AC3E}">
        <p14:creationId xmlns:p14="http://schemas.microsoft.com/office/powerpoint/2010/main" val="120916249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文档解析器，用于解析使用文档加载器加载进内存的内容，把非纯文本数据转化成纯文本</a:t>
            </a:r>
            <a:endParaRPr lang="en-US" altLang="zh-CN" dirty="0">
              <a:solidFill>
                <a:srgbClr val="262626"/>
              </a:solidFill>
              <a:latin typeface="阿里巴巴普惠体"/>
              <a:ea typeface="阿里巴巴普惠体"/>
            </a:endParaRPr>
          </a:p>
        </p:txBody>
      </p:sp>
      <p:sp>
        <p:nvSpPr>
          <p:cNvPr id="41" name="内容占位符 1">
            <a:extLst>
              <a:ext uri="{FF2B5EF4-FFF2-40B4-BE49-F238E27FC236}">
                <a16:creationId xmlns:a16="http://schemas.microsoft.com/office/drawing/2014/main" id="{2838E566-2120-4F47-AB60-808CE15D9C55}"/>
              </a:ext>
            </a:extLst>
          </p:cNvPr>
          <p:cNvSpPr txBox="1">
            <a:spLocks/>
          </p:cNvSpPr>
          <p:nvPr/>
        </p:nvSpPr>
        <p:spPr>
          <a:xfrm>
            <a:off x="576196" y="1622925"/>
            <a:ext cx="9377429" cy="26941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589" indent="-228589" defTabSz="914354">
              <a:lnSpc>
                <a:spcPct val="150000"/>
              </a:lnSpc>
              <a:buFont typeface="Wingdings" panose="05000000000000000000" pitchFamily="2" charset="2"/>
              <a:buChar char="l"/>
              <a:defRPr/>
            </a:pPr>
            <a:r>
              <a:rPr lang="en-US" altLang="zh-CN" dirty="0" err="1">
                <a:solidFill>
                  <a:srgbClr val="2F2F2F"/>
                </a:solidFill>
                <a:latin typeface="Source Code Pro"/>
              </a:rPr>
              <a:t>TextDocumentParser</a:t>
            </a:r>
            <a:r>
              <a:rPr lang="zh-CN" altLang="en-US" dirty="0">
                <a:solidFill>
                  <a:srgbClr val="2F2F2F"/>
                </a:solidFill>
                <a:latin typeface="Source Code Pro"/>
              </a:rPr>
              <a:t>，解析纯文本格式的文件</a:t>
            </a:r>
            <a:endParaRPr lang="en-US" altLang="zh-CN" dirty="0">
              <a:solidFill>
                <a:srgbClr val="2F2F2F"/>
              </a:solidFill>
              <a:latin typeface="Source Code Pro"/>
            </a:endParaRPr>
          </a:p>
          <a:p>
            <a:pPr lvl="0">
              <a:lnSpc>
                <a:spcPct val="150000"/>
              </a:lnSpc>
              <a:buFont typeface="Wingdings" panose="05000000000000000000" pitchFamily="2" charset="2"/>
              <a:buChar char="l"/>
              <a:defRPr/>
            </a:pPr>
            <a:r>
              <a:rPr lang="en-US" altLang="zh-CN" dirty="0" err="1"/>
              <a:t>ApachePdfBoxDocumentParser</a:t>
            </a:r>
            <a:r>
              <a:rPr lang="zh-CN" altLang="en-US" dirty="0"/>
              <a:t>，解析</a:t>
            </a:r>
            <a:r>
              <a:rPr lang="en-US" altLang="zh-CN" dirty="0"/>
              <a:t>pdf</a:t>
            </a:r>
            <a:r>
              <a:rPr lang="zh-CN" altLang="en-US" dirty="0"/>
              <a:t>格式文件</a:t>
            </a:r>
            <a:endParaRPr lang="en-US" altLang="zh-CN" dirty="0"/>
          </a:p>
          <a:p>
            <a:pPr lvl="0">
              <a:lnSpc>
                <a:spcPct val="150000"/>
              </a:lnSpc>
              <a:buFont typeface="Wingdings" panose="05000000000000000000" pitchFamily="2" charset="2"/>
              <a:buChar char="l"/>
              <a:defRPr/>
            </a:pPr>
            <a:r>
              <a:rPr lang="en-US" altLang="zh-CN" dirty="0" err="1"/>
              <a:t>ApachePoiDocumentParser</a:t>
            </a:r>
            <a:r>
              <a:rPr lang="zh-CN" altLang="en-US" dirty="0"/>
              <a:t>，解析微软的</a:t>
            </a:r>
            <a:r>
              <a:rPr lang="en-US" altLang="zh-CN" dirty="0"/>
              <a:t>office</a:t>
            </a:r>
            <a:r>
              <a:rPr lang="zh-CN" altLang="en-US" dirty="0"/>
              <a:t>文件，例如</a:t>
            </a:r>
            <a:r>
              <a:rPr lang="en-US" altLang="zh-CN" dirty="0"/>
              <a:t>DOC</a:t>
            </a:r>
            <a:r>
              <a:rPr lang="zh-CN" altLang="en-US" dirty="0"/>
              <a:t>、</a:t>
            </a:r>
            <a:r>
              <a:rPr lang="en-US" altLang="zh-CN" dirty="0"/>
              <a:t>PPT</a:t>
            </a:r>
            <a:r>
              <a:rPr lang="zh-CN" altLang="en-US" dirty="0"/>
              <a:t>、</a:t>
            </a:r>
            <a:r>
              <a:rPr lang="en-US" altLang="zh-CN" dirty="0"/>
              <a:t>XLS</a:t>
            </a:r>
          </a:p>
          <a:p>
            <a:pPr lvl="0">
              <a:lnSpc>
                <a:spcPct val="150000"/>
              </a:lnSpc>
              <a:buFont typeface="Wingdings" panose="05000000000000000000" pitchFamily="2" charset="2"/>
              <a:buChar char="l"/>
              <a:defRPr/>
            </a:pPr>
            <a:r>
              <a:rPr lang="en-US" altLang="zh-CN" dirty="0" err="1"/>
              <a:t>ApacheTikaDocumentParser</a:t>
            </a:r>
            <a:r>
              <a:rPr lang="zh-CN" altLang="en-US" dirty="0"/>
              <a:t>（默认），几乎可以解析所有格式的文件</a:t>
            </a:r>
            <a:endParaRPr lang="en-US" altLang="zh-CN" dirty="0">
              <a:solidFill>
                <a:srgbClr val="2F2F2F"/>
              </a:solidFill>
              <a:latin typeface="Source Code Pro"/>
            </a:endParaRPr>
          </a:p>
        </p:txBody>
      </p:sp>
      <p:sp>
        <p:nvSpPr>
          <p:cNvPr id="5" name="内容占位符 1">
            <a:extLst>
              <a:ext uri="{FF2B5EF4-FFF2-40B4-BE49-F238E27FC236}">
                <a16:creationId xmlns:a16="http://schemas.microsoft.com/office/drawing/2014/main" id="{901481A1-A843-4C65-BFA2-83F867B9E3BF}"/>
              </a:ext>
            </a:extLst>
          </p:cNvPr>
          <p:cNvSpPr txBox="1">
            <a:spLocks/>
          </p:cNvSpPr>
          <p:nvPr/>
        </p:nvSpPr>
        <p:spPr>
          <a:xfrm>
            <a:off x="576197" y="4163821"/>
            <a:ext cx="2710129" cy="26941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a:solidFill>
                  <a:srgbClr val="2F2F2F"/>
                </a:solidFill>
                <a:latin typeface="Source Code Pro"/>
              </a:rPr>
              <a:t>1.</a:t>
            </a:r>
            <a:r>
              <a:rPr lang="zh-CN" altLang="en-US" dirty="0">
                <a:solidFill>
                  <a:srgbClr val="2F2F2F"/>
                </a:solidFill>
                <a:latin typeface="Source Code Pro"/>
              </a:rPr>
              <a:t>准备</a:t>
            </a:r>
            <a:r>
              <a:rPr lang="en-US" altLang="zh-CN" dirty="0">
                <a:solidFill>
                  <a:srgbClr val="2F2F2F"/>
                </a:solidFill>
                <a:latin typeface="Source Code Pro"/>
              </a:rPr>
              <a:t>pdf</a:t>
            </a:r>
            <a:r>
              <a:rPr lang="zh-CN" altLang="en-US" dirty="0">
                <a:solidFill>
                  <a:srgbClr val="2F2F2F"/>
                </a:solidFill>
                <a:latin typeface="Source Code Pro"/>
              </a:rPr>
              <a:t>格式的数据</a:t>
            </a:r>
            <a:endParaRPr lang="en-US" altLang="zh-CN" dirty="0">
              <a:solidFill>
                <a:srgbClr val="2F2F2F"/>
              </a:solidFill>
              <a:latin typeface="Source Code Pro"/>
            </a:endParaRPr>
          </a:p>
          <a:p>
            <a:pPr marL="0" indent="0" defTabSz="914354">
              <a:lnSpc>
                <a:spcPct val="150000"/>
              </a:lnSpc>
              <a:buNone/>
              <a:defRPr/>
            </a:pPr>
            <a:r>
              <a:rPr lang="en-US" altLang="zh-CN" dirty="0">
                <a:solidFill>
                  <a:srgbClr val="2F2F2F"/>
                </a:solidFill>
                <a:latin typeface="Source Code Pro"/>
              </a:rPr>
              <a:t>2.</a:t>
            </a:r>
            <a:r>
              <a:rPr lang="zh-CN" altLang="en-US" dirty="0">
                <a:solidFill>
                  <a:srgbClr val="2F2F2F"/>
                </a:solidFill>
                <a:latin typeface="Source Code Pro"/>
              </a:rPr>
              <a:t>引入依赖</a:t>
            </a:r>
            <a:endParaRPr lang="en-US" altLang="zh-CN" dirty="0">
              <a:solidFill>
                <a:srgbClr val="2F2F2F"/>
              </a:solidFill>
              <a:latin typeface="Source Code Pro"/>
            </a:endParaRPr>
          </a:p>
          <a:p>
            <a:pPr marL="0" indent="0" defTabSz="914354">
              <a:lnSpc>
                <a:spcPct val="150000"/>
              </a:lnSpc>
              <a:buNone/>
              <a:defRPr/>
            </a:pPr>
            <a:r>
              <a:rPr lang="en-US" altLang="zh-CN" dirty="0">
                <a:solidFill>
                  <a:srgbClr val="2F2F2F"/>
                </a:solidFill>
                <a:latin typeface="Source Code Pro"/>
              </a:rPr>
              <a:t>3.</a:t>
            </a:r>
            <a:r>
              <a:rPr lang="zh-CN" altLang="en-US" dirty="0">
                <a:solidFill>
                  <a:srgbClr val="2F2F2F"/>
                </a:solidFill>
                <a:latin typeface="Source Code Pro"/>
              </a:rPr>
              <a:t>指定解析器</a:t>
            </a:r>
            <a:endParaRPr lang="en-US" altLang="zh-CN" dirty="0">
              <a:solidFill>
                <a:srgbClr val="2F2F2F"/>
              </a:solidFill>
              <a:latin typeface="Source Code Pro"/>
            </a:endParaRPr>
          </a:p>
        </p:txBody>
      </p:sp>
      <p:grpSp>
        <p:nvGrpSpPr>
          <p:cNvPr id="14" name="组合 13">
            <a:extLst>
              <a:ext uri="{FF2B5EF4-FFF2-40B4-BE49-F238E27FC236}">
                <a16:creationId xmlns:a16="http://schemas.microsoft.com/office/drawing/2014/main" id="{27B5C169-0F18-4B19-8C05-0C48A4986F5B}"/>
              </a:ext>
            </a:extLst>
          </p:cNvPr>
          <p:cNvGrpSpPr/>
          <p:nvPr/>
        </p:nvGrpSpPr>
        <p:grpSpPr>
          <a:xfrm>
            <a:off x="3461219" y="4317104"/>
            <a:ext cx="6492407" cy="1731506"/>
            <a:chOff x="3461216" y="4317104"/>
            <a:chExt cx="6492407" cy="1731505"/>
          </a:xfrm>
        </p:grpSpPr>
        <p:grpSp>
          <p:nvGrpSpPr>
            <p:cNvPr id="6" name="组合 5">
              <a:extLst>
                <a:ext uri="{FF2B5EF4-FFF2-40B4-BE49-F238E27FC236}">
                  <a16:creationId xmlns:a16="http://schemas.microsoft.com/office/drawing/2014/main" id="{7E4885E0-9495-4EDF-9437-2042526EACE1}"/>
                </a:ext>
              </a:extLst>
            </p:cNvPr>
            <p:cNvGrpSpPr/>
            <p:nvPr/>
          </p:nvGrpSpPr>
          <p:grpSpPr>
            <a:xfrm>
              <a:off x="3461216" y="4317104"/>
              <a:ext cx="6492407" cy="1731505"/>
              <a:chOff x="5459324" y="2870861"/>
              <a:chExt cx="6492407" cy="1731505"/>
            </a:xfrm>
          </p:grpSpPr>
          <p:sp>
            <p:nvSpPr>
              <p:cNvPr id="7" name="矩形: 圆角 6">
                <a:extLst>
                  <a:ext uri="{FF2B5EF4-FFF2-40B4-BE49-F238E27FC236}">
                    <a16:creationId xmlns:a16="http://schemas.microsoft.com/office/drawing/2014/main" id="{8C7941CA-F372-4E74-81A7-C31AB78EA30E}"/>
                  </a:ext>
                </a:extLst>
              </p:cNvPr>
              <p:cNvSpPr/>
              <p:nvPr/>
            </p:nvSpPr>
            <p:spPr>
              <a:xfrm>
                <a:off x="5459324" y="2870861"/>
                <a:ext cx="6492407" cy="173150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8" name="任意多边形: 形状 7">
                <a:extLst>
                  <a:ext uri="{FF2B5EF4-FFF2-40B4-BE49-F238E27FC236}">
                    <a16:creationId xmlns:a16="http://schemas.microsoft.com/office/drawing/2014/main" id="{648749F0-1EDE-4CEA-8977-FEEA82E0E13F}"/>
                  </a:ext>
                </a:extLst>
              </p:cNvPr>
              <p:cNvSpPr/>
              <p:nvPr/>
            </p:nvSpPr>
            <p:spPr>
              <a:xfrm>
                <a:off x="5459324" y="2892599"/>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9" name="组合 8">
                <a:extLst>
                  <a:ext uri="{FF2B5EF4-FFF2-40B4-BE49-F238E27FC236}">
                    <a16:creationId xmlns:a16="http://schemas.microsoft.com/office/drawing/2014/main" id="{4E06B4DB-8378-45AD-AB9D-7B69F69ACA35}"/>
                  </a:ext>
                </a:extLst>
              </p:cNvPr>
              <p:cNvGrpSpPr/>
              <p:nvPr/>
            </p:nvGrpSpPr>
            <p:grpSpPr>
              <a:xfrm>
                <a:off x="5625076" y="2978069"/>
                <a:ext cx="771634" cy="133081"/>
                <a:chOff x="2016841" y="2587412"/>
                <a:chExt cx="730275" cy="133081"/>
              </a:xfrm>
            </p:grpSpPr>
            <p:sp>
              <p:nvSpPr>
                <p:cNvPr id="11" name="椭圆 10">
                  <a:extLst>
                    <a:ext uri="{FF2B5EF4-FFF2-40B4-BE49-F238E27FC236}">
                      <a16:creationId xmlns:a16="http://schemas.microsoft.com/office/drawing/2014/main" id="{F3F51F3F-5279-4B2B-859F-6B03712E7868}"/>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2" name="椭圆 11">
                  <a:extLst>
                    <a:ext uri="{FF2B5EF4-FFF2-40B4-BE49-F238E27FC236}">
                      <a16:creationId xmlns:a16="http://schemas.microsoft.com/office/drawing/2014/main" id="{F18E78B5-153A-469C-98E2-8B74A03807E3}"/>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3" name="椭圆 12">
                  <a:extLst>
                    <a:ext uri="{FF2B5EF4-FFF2-40B4-BE49-F238E27FC236}">
                      <a16:creationId xmlns:a16="http://schemas.microsoft.com/office/drawing/2014/main" id="{32EB2B02-5202-491F-B3D8-C38A091E9EE8}"/>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grpSp>
        <p:sp>
          <p:nvSpPr>
            <p:cNvPr id="2" name="Rectangle 1">
              <a:extLst>
                <a:ext uri="{FF2B5EF4-FFF2-40B4-BE49-F238E27FC236}">
                  <a16:creationId xmlns:a16="http://schemas.microsoft.com/office/drawing/2014/main" id="{8B0517B4-D4EB-4B82-B089-DBD20F270955}"/>
                </a:ext>
              </a:extLst>
            </p:cNvPr>
            <p:cNvSpPr>
              <a:spLocks noChangeArrowheads="1"/>
            </p:cNvSpPr>
            <p:nvPr/>
          </p:nvSpPr>
          <p:spPr bwMode="auto">
            <a:xfrm>
              <a:off x="3626968" y="4759644"/>
              <a:ext cx="5647662" cy="109260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&gt;dev.langchain4j&lt;/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&gt;langchain4j-document-parser-apache-pdfbox&lt;/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&gt;1.0.1-beta6&lt;/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endParaRPr lang="zh-CN" altLang="zh-CN" sz="2400" dirty="0">
                <a:latin typeface="Arial" panose="020B0604020202020204" pitchFamily="34" charset="0"/>
              </a:endParaRPr>
            </a:p>
          </p:txBody>
        </p:sp>
      </p:grpSp>
      <p:sp>
        <p:nvSpPr>
          <p:cNvPr id="4" name="Rectangle 2">
            <a:extLst>
              <a:ext uri="{FF2B5EF4-FFF2-40B4-BE49-F238E27FC236}">
                <a16:creationId xmlns:a16="http://schemas.microsoft.com/office/drawing/2014/main" id="{5A98A719-F7CA-4AFF-B547-5F15A2F9518D}"/>
              </a:ext>
            </a:extLst>
          </p:cNvPr>
          <p:cNvSpPr>
            <a:spLocks noChangeArrowheads="1"/>
          </p:cNvSpPr>
          <p:nvPr/>
        </p:nvSpPr>
        <p:spPr bwMode="auto">
          <a:xfrm>
            <a:off x="3461216" y="6229215"/>
            <a:ext cx="7324725" cy="292388"/>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000000"/>
                </a:solidFill>
                <a:latin typeface="Arial Unicode MS"/>
                <a:ea typeface="JetBrains Mono"/>
              </a:rPr>
              <a:t>ClassPathDocumentLoader</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loadDocuments</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en-US" sz="1300" dirty="0">
                <a:solidFill>
                  <a:srgbClr val="067D17"/>
                </a:solidFill>
                <a:latin typeface="Arial Unicode MS"/>
                <a:ea typeface="JetBrains Mono"/>
              </a:rPr>
              <a:t>文档路径</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a:t>
            </a:r>
            <a:r>
              <a:rPr lang="zh-CN" altLang="zh-CN" sz="1300" dirty="0">
                <a:solidFill>
                  <a:srgbClr val="0033B3"/>
                </a:solidFill>
                <a:latin typeface="Arial Unicode MS"/>
                <a:ea typeface="JetBrains Mono"/>
              </a:rPr>
              <a:t>new </a:t>
            </a:r>
            <a:r>
              <a:rPr lang="zh-CN" altLang="zh-CN" sz="1300" dirty="0">
                <a:solidFill>
                  <a:srgbClr val="080808"/>
                </a:solidFill>
                <a:latin typeface="Arial Unicode MS"/>
                <a:ea typeface="JetBrains Mono"/>
              </a:rPr>
              <a:t>ApachePdfBoxDocumentParser());</a:t>
            </a:r>
            <a:endParaRPr lang="zh-CN" altLang="zh-CN" sz="2400" dirty="0">
              <a:latin typeface="Arial" panose="020B0604020202020204" pitchFamily="34" charset="0"/>
            </a:endParaRPr>
          </a:p>
        </p:txBody>
      </p:sp>
    </p:spTree>
    <p:extLst>
      <p:ext uri="{BB962C8B-B14F-4D97-AF65-F5344CB8AC3E}">
        <p14:creationId xmlns:p14="http://schemas.microsoft.com/office/powerpoint/2010/main" val="2231024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 grpId="0"/>
      <p:bldP spid="4"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dirty="0">
                <a:solidFill>
                  <a:srgbClr val="FFFFFF"/>
                </a:solidFill>
                <a:latin typeface="Source Code Pro"/>
              </a:rPr>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dirty="0">
                <a:solidFill>
                  <a:srgbClr val="FFFFFF"/>
                </a:solidFill>
                <a:latin typeface="Source Code Pro"/>
              </a:rPr>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文档加载器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Loader</a:t>
            </a:r>
            <a:endParaRPr lang="zh-CN" altLang="en-US" sz="1000" dirty="0">
              <a:solidFill>
                <a:srgbClr val="FFFFFF"/>
              </a:solidFill>
              <a:latin typeface="Source Code Pro"/>
            </a:endParaRPr>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a:t>
            </a:r>
            <a:r>
              <a:rPr lang="zh-CN" altLang="en-US" sz="1000">
                <a:solidFill>
                  <a:srgbClr val="FFFFFF"/>
                </a:solidFill>
                <a:latin typeface="Source Code Pro"/>
              </a:rPr>
              <a:t>解析器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Parser</a:t>
            </a:r>
            <a:endParaRPr lang="zh-CN" altLang="en-US" sz="1000" dirty="0">
              <a:solidFill>
                <a:srgbClr val="FFFFFF"/>
              </a:solidFill>
              <a:latin typeface="Source Code Pro"/>
            </a:endParaRPr>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文档</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a:t>
            </a:r>
            <a:endParaRPr lang="zh-CN" altLang="en-US" sz="1000" dirty="0">
              <a:solidFill>
                <a:srgbClr val="FFFFFF"/>
              </a:solidFill>
              <a:latin typeface="Source Code Pro"/>
            </a:endParaRPr>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文档分割器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Splitter</a:t>
            </a:r>
            <a:endParaRPr lang="zh-CN" altLang="en-US" sz="1000" dirty="0">
              <a:solidFill>
                <a:srgbClr val="FFFFFF"/>
              </a:solidFill>
              <a:latin typeface="Source Code Pro"/>
            </a:endParaRPr>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向量模型</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EmbeddingModel</a:t>
            </a:r>
            <a:endParaRPr lang="zh-CN" altLang="en-US" sz="1000" dirty="0">
              <a:solidFill>
                <a:srgbClr val="FFFFFF"/>
              </a:solidFill>
              <a:latin typeface="Source Code Pro"/>
            </a:endParaRPr>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向量数据库操作对象</a:t>
            </a:r>
            <a:r>
              <a:rPr lang="en-US" altLang="zh-CN" sz="1000" dirty="0" err="1">
                <a:solidFill>
                  <a:srgbClr val="FFFFFF"/>
                </a:solidFill>
                <a:latin typeface="Source Code Pro"/>
              </a:rPr>
              <a:t>EmbeddingStore</a:t>
            </a:r>
            <a:endParaRPr lang="zh-CN" altLang="en-US" sz="1000" dirty="0">
              <a:solidFill>
                <a:srgbClr val="FFFFFF"/>
              </a:solidFill>
              <a:latin typeface="Source Code Pro"/>
            </a:endParaRPr>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2400" dirty="0" err="1">
                <a:solidFill>
                  <a:srgbClr val="C00000"/>
                </a:solidFill>
                <a:latin typeface="Source Code Pro"/>
              </a:rPr>
              <a:t>EmbeddingStoreIngestor</a:t>
            </a:r>
            <a:endParaRPr lang="zh-CN" altLang="en-US" sz="2400" dirty="0">
              <a:solidFill>
                <a:srgbClr val="C00000"/>
              </a:solidFill>
              <a:latin typeface="Source Code Pro"/>
            </a:endParaRPr>
          </a:p>
        </p:txBody>
      </p:sp>
    </p:spTree>
    <p:extLst>
      <p:ext uri="{BB962C8B-B14F-4D97-AF65-F5344CB8AC3E}">
        <p14:creationId xmlns:p14="http://schemas.microsoft.com/office/powerpoint/2010/main" val="31017449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文档分割器，用于把一个大的文档，切割成一个一个的小片段</a:t>
            </a:r>
            <a:endParaRPr lang="en-US" altLang="zh-CN" dirty="0">
              <a:solidFill>
                <a:srgbClr val="262626"/>
              </a:solidFill>
              <a:latin typeface="阿里巴巴普惠体"/>
              <a:ea typeface="阿里巴巴普惠体"/>
            </a:endParaRPr>
          </a:p>
        </p:txBody>
      </p:sp>
      <p:sp>
        <p:nvSpPr>
          <p:cNvPr id="15" name="内容占位符 1">
            <a:extLst>
              <a:ext uri="{FF2B5EF4-FFF2-40B4-BE49-F238E27FC236}">
                <a16:creationId xmlns:a16="http://schemas.microsoft.com/office/drawing/2014/main" id="{DDAD6B82-BB7A-430E-8EEB-BC193082F643}"/>
              </a:ext>
            </a:extLst>
          </p:cNvPr>
          <p:cNvSpPr txBox="1">
            <a:spLocks/>
          </p:cNvSpPr>
          <p:nvPr/>
        </p:nvSpPr>
        <p:spPr>
          <a:xfrm>
            <a:off x="576198" y="1622927"/>
            <a:ext cx="7443855" cy="41873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589" indent="-228589" defTabSz="914354">
              <a:lnSpc>
                <a:spcPct val="150000"/>
              </a:lnSpc>
              <a:buFont typeface="Wingdings" panose="05000000000000000000" pitchFamily="2" charset="2"/>
              <a:buChar char="l"/>
              <a:defRPr/>
            </a:pPr>
            <a:r>
              <a:rPr lang="en-US" altLang="zh-CN" sz="1600" dirty="0" err="1">
                <a:solidFill>
                  <a:srgbClr val="2F2F2F"/>
                </a:solidFill>
                <a:latin typeface="Source Code Pro"/>
              </a:rPr>
              <a:t>DocuemntByParagraphSplitter</a:t>
            </a:r>
            <a:r>
              <a:rPr lang="zh-CN" altLang="en-US" sz="1600" dirty="0">
                <a:solidFill>
                  <a:srgbClr val="2F2F2F"/>
                </a:solidFill>
                <a:latin typeface="Source Code Pro"/>
              </a:rPr>
              <a:t>，按照段落分割文本</a:t>
            </a:r>
            <a:endParaRPr lang="en-US" altLang="zh-CN" sz="1600" dirty="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dirty="0" err="1">
                <a:solidFill>
                  <a:srgbClr val="2F2F2F"/>
                </a:solidFill>
                <a:latin typeface="Source Code Pro"/>
              </a:rPr>
              <a:t>DocumentByLineSplitter</a:t>
            </a:r>
            <a:r>
              <a:rPr lang="zh-CN" altLang="en-US" sz="1600" dirty="0">
                <a:solidFill>
                  <a:srgbClr val="2F2F2F"/>
                </a:solidFill>
                <a:latin typeface="Source Code Pro"/>
              </a:rPr>
              <a:t>，按照行分割文本</a:t>
            </a:r>
            <a:endParaRPr lang="en-US" altLang="zh-CN" sz="1600" dirty="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dirty="0" err="1">
                <a:solidFill>
                  <a:srgbClr val="2F2F2F"/>
                </a:solidFill>
                <a:latin typeface="Source Code Pro"/>
              </a:rPr>
              <a:t>DocumentBySentenceSplitter</a:t>
            </a:r>
            <a:r>
              <a:rPr lang="zh-CN" altLang="en-US" sz="1600" dirty="0">
                <a:solidFill>
                  <a:srgbClr val="2F2F2F"/>
                </a:solidFill>
                <a:latin typeface="Source Code Pro"/>
              </a:rPr>
              <a:t>，按照句子分割文本</a:t>
            </a:r>
            <a:endParaRPr lang="en-US" altLang="zh-CN" sz="1600" dirty="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dirty="0" err="1">
                <a:solidFill>
                  <a:srgbClr val="2F2F2F"/>
                </a:solidFill>
                <a:latin typeface="Source Code Pro"/>
              </a:rPr>
              <a:t>DocumentByWordSplitter</a:t>
            </a:r>
            <a:r>
              <a:rPr lang="zh-CN" altLang="en-US" sz="1600" dirty="0">
                <a:solidFill>
                  <a:srgbClr val="2F2F2F"/>
                </a:solidFill>
                <a:latin typeface="Source Code Pro"/>
              </a:rPr>
              <a:t>，按照词分割文本</a:t>
            </a:r>
            <a:endParaRPr lang="en-US" altLang="zh-CN" sz="1600" dirty="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dirty="0" err="1">
                <a:solidFill>
                  <a:srgbClr val="2F2F2F"/>
                </a:solidFill>
                <a:latin typeface="Source Code Pro"/>
              </a:rPr>
              <a:t>DocumentByCharacterSplitter</a:t>
            </a:r>
            <a:r>
              <a:rPr lang="zh-CN" altLang="en-US" sz="1600" dirty="0">
                <a:solidFill>
                  <a:srgbClr val="2F2F2F"/>
                </a:solidFill>
                <a:latin typeface="Source Code Pro"/>
              </a:rPr>
              <a:t>，按照固定数量的字符分割文本</a:t>
            </a:r>
            <a:endParaRPr lang="en-US" altLang="zh-CN" sz="1600" dirty="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dirty="0" err="1">
                <a:solidFill>
                  <a:srgbClr val="2F2F2F"/>
                </a:solidFill>
                <a:latin typeface="Source Code Pro"/>
              </a:rPr>
              <a:t>DocumentByRegexSplitter</a:t>
            </a:r>
            <a:r>
              <a:rPr lang="zh-CN" altLang="en-US" sz="1600" dirty="0">
                <a:solidFill>
                  <a:srgbClr val="2F2F2F"/>
                </a:solidFill>
                <a:latin typeface="Source Code Pro"/>
              </a:rPr>
              <a:t>，按照正则表达式分割文本</a:t>
            </a:r>
            <a:endParaRPr lang="en-US" altLang="zh-CN" sz="1600" dirty="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dirty="0" err="1">
                <a:solidFill>
                  <a:srgbClr val="2F2F2F"/>
                </a:solidFill>
                <a:latin typeface="Source Code Pro"/>
              </a:rPr>
              <a:t>DocumentSplitters.recursive</a:t>
            </a:r>
            <a:r>
              <a:rPr lang="en-US" altLang="zh-CN" sz="1600" dirty="0">
                <a:solidFill>
                  <a:srgbClr val="2F2F2F"/>
                </a:solidFill>
                <a:latin typeface="Source Code Pro"/>
              </a:rPr>
              <a:t>(…)(</a:t>
            </a:r>
            <a:r>
              <a:rPr lang="zh-CN" altLang="en-US" sz="1600" dirty="0">
                <a:solidFill>
                  <a:srgbClr val="2F2F2F"/>
                </a:solidFill>
                <a:latin typeface="Source Code Pro"/>
              </a:rPr>
              <a:t>默认</a:t>
            </a:r>
            <a:r>
              <a:rPr lang="en-US" altLang="zh-CN" sz="1600" dirty="0">
                <a:solidFill>
                  <a:srgbClr val="2F2F2F"/>
                </a:solidFill>
                <a:latin typeface="Source Code Pro"/>
              </a:rPr>
              <a:t>)</a:t>
            </a:r>
            <a:r>
              <a:rPr lang="zh-CN" altLang="en-US" sz="1600" dirty="0">
                <a:solidFill>
                  <a:srgbClr val="2F2F2F"/>
                </a:solidFill>
                <a:latin typeface="Source Code Pro"/>
              </a:rPr>
              <a:t>，递归分割器</a:t>
            </a:r>
            <a:r>
              <a:rPr lang="en-US" altLang="zh-CN" sz="1600" dirty="0">
                <a:solidFill>
                  <a:srgbClr val="2F2F2F"/>
                </a:solidFill>
                <a:latin typeface="Source Code Pro"/>
              </a:rPr>
              <a:t>,</a:t>
            </a:r>
            <a:r>
              <a:rPr lang="zh-CN" altLang="en-US" sz="1600" dirty="0">
                <a:solidFill>
                  <a:srgbClr val="2F2F2F"/>
                </a:solidFill>
                <a:latin typeface="Source Code Pro"/>
              </a:rPr>
              <a:t>优先段落分割，再按照行分割，再按照句子分割，再按照词分割</a:t>
            </a:r>
            <a:endParaRPr lang="en-US" altLang="zh-CN" sz="1600" dirty="0">
              <a:solidFill>
                <a:srgbClr val="2F2F2F"/>
              </a:solidFill>
              <a:latin typeface="Source Code Pro"/>
            </a:endParaRPr>
          </a:p>
        </p:txBody>
      </p:sp>
      <p:pic>
        <p:nvPicPr>
          <p:cNvPr id="16" name="图片 15">
            <a:extLst>
              <a:ext uri="{FF2B5EF4-FFF2-40B4-BE49-F238E27FC236}">
                <a16:creationId xmlns:a16="http://schemas.microsoft.com/office/drawing/2014/main" id="{0325529E-D9D6-49FE-BD08-BAE0A09844D5}"/>
              </a:ext>
            </a:extLst>
          </p:cNvPr>
          <p:cNvPicPr>
            <a:picLocks noChangeAspect="1"/>
          </p:cNvPicPr>
          <p:nvPr/>
        </p:nvPicPr>
        <p:blipFill>
          <a:blip r:embed="rId2"/>
          <a:stretch>
            <a:fillRect/>
          </a:stretch>
        </p:blipFill>
        <p:spPr>
          <a:xfrm>
            <a:off x="7136947" y="1095378"/>
            <a:ext cx="4883604" cy="3521769"/>
          </a:xfrm>
          <a:prstGeom prst="rect">
            <a:avLst/>
          </a:prstGeom>
          <a:ln w="6350">
            <a:solidFill>
              <a:schemeClr val="bg1">
                <a:lumMod val="75000"/>
              </a:schemeClr>
            </a:solidFill>
          </a:ln>
        </p:spPr>
      </p:pic>
      <p:sp>
        <p:nvSpPr>
          <p:cNvPr id="6" name="矩形 5">
            <a:extLst>
              <a:ext uri="{FF2B5EF4-FFF2-40B4-BE49-F238E27FC236}">
                <a16:creationId xmlns:a16="http://schemas.microsoft.com/office/drawing/2014/main" id="{E8789CDD-7AE6-4821-8812-AB88AC80EEF0}"/>
              </a:ext>
            </a:extLst>
          </p:cNvPr>
          <p:cNvSpPr/>
          <p:nvPr/>
        </p:nvSpPr>
        <p:spPr>
          <a:xfrm>
            <a:off x="7151831" y="1383492"/>
            <a:ext cx="4868720" cy="407601"/>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 name="矩形 6">
            <a:extLst>
              <a:ext uri="{FF2B5EF4-FFF2-40B4-BE49-F238E27FC236}">
                <a16:creationId xmlns:a16="http://schemas.microsoft.com/office/drawing/2014/main" id="{A9188C6D-A35E-4068-9150-16C84D6904FB}"/>
              </a:ext>
            </a:extLst>
          </p:cNvPr>
          <p:cNvSpPr/>
          <p:nvPr/>
        </p:nvSpPr>
        <p:spPr>
          <a:xfrm>
            <a:off x="7151831" y="1875406"/>
            <a:ext cx="4868720" cy="519002"/>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 name="矩形 7">
            <a:extLst>
              <a:ext uri="{FF2B5EF4-FFF2-40B4-BE49-F238E27FC236}">
                <a16:creationId xmlns:a16="http://schemas.microsoft.com/office/drawing/2014/main" id="{8D2E30C4-21A1-410B-95BD-EFE81D195913}"/>
              </a:ext>
            </a:extLst>
          </p:cNvPr>
          <p:cNvSpPr/>
          <p:nvPr/>
        </p:nvSpPr>
        <p:spPr>
          <a:xfrm>
            <a:off x="7151831" y="2511261"/>
            <a:ext cx="4868720" cy="519002"/>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 name="矩形 8">
            <a:extLst>
              <a:ext uri="{FF2B5EF4-FFF2-40B4-BE49-F238E27FC236}">
                <a16:creationId xmlns:a16="http://schemas.microsoft.com/office/drawing/2014/main" id="{70DB8EB0-5D2F-4185-ACF2-51F8E0D1C221}"/>
              </a:ext>
            </a:extLst>
          </p:cNvPr>
          <p:cNvSpPr/>
          <p:nvPr/>
        </p:nvSpPr>
        <p:spPr>
          <a:xfrm>
            <a:off x="7151831" y="3123669"/>
            <a:ext cx="4868720" cy="519002"/>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0" name="矩形 9">
            <a:extLst>
              <a:ext uri="{FF2B5EF4-FFF2-40B4-BE49-F238E27FC236}">
                <a16:creationId xmlns:a16="http://schemas.microsoft.com/office/drawing/2014/main" id="{D1E26D5A-7B94-4BC2-BF78-9CCB3DF7319F}"/>
              </a:ext>
            </a:extLst>
          </p:cNvPr>
          <p:cNvSpPr/>
          <p:nvPr/>
        </p:nvSpPr>
        <p:spPr>
          <a:xfrm>
            <a:off x="7151831" y="3718143"/>
            <a:ext cx="4868720" cy="401370"/>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1" name="矩形 10">
            <a:extLst>
              <a:ext uri="{FF2B5EF4-FFF2-40B4-BE49-F238E27FC236}">
                <a16:creationId xmlns:a16="http://schemas.microsoft.com/office/drawing/2014/main" id="{1F58D52F-2222-45A6-9A15-4B4426E7767F}"/>
              </a:ext>
            </a:extLst>
          </p:cNvPr>
          <p:cNvSpPr/>
          <p:nvPr/>
        </p:nvSpPr>
        <p:spPr>
          <a:xfrm>
            <a:off x="7151831" y="4167645"/>
            <a:ext cx="4868720" cy="401370"/>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nvGrpSpPr>
          <p:cNvPr id="21" name="组合 20">
            <a:extLst>
              <a:ext uri="{FF2B5EF4-FFF2-40B4-BE49-F238E27FC236}">
                <a16:creationId xmlns:a16="http://schemas.microsoft.com/office/drawing/2014/main" id="{C103D95E-0C82-4DCB-B090-FA8F74447065}"/>
              </a:ext>
            </a:extLst>
          </p:cNvPr>
          <p:cNvGrpSpPr/>
          <p:nvPr/>
        </p:nvGrpSpPr>
        <p:grpSpPr>
          <a:xfrm>
            <a:off x="7058664" y="4976354"/>
            <a:ext cx="5055053" cy="1800520"/>
            <a:chOff x="7058664" y="4976354"/>
            <a:chExt cx="5055053" cy="1800520"/>
          </a:xfrm>
        </p:grpSpPr>
        <p:sp>
          <p:nvSpPr>
            <p:cNvPr id="2" name="矩形 1">
              <a:extLst>
                <a:ext uri="{FF2B5EF4-FFF2-40B4-BE49-F238E27FC236}">
                  <a16:creationId xmlns:a16="http://schemas.microsoft.com/office/drawing/2014/main" id="{4F310254-80EB-4311-8CCF-F7D14FE87D23}"/>
                </a:ext>
              </a:extLst>
            </p:cNvPr>
            <p:cNvSpPr/>
            <p:nvPr/>
          </p:nvSpPr>
          <p:spPr>
            <a:xfrm>
              <a:off x="7058664" y="4976354"/>
              <a:ext cx="5055053" cy="1800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A12B0157-73D1-42A4-A95B-E477EB4A5F53}"/>
                </a:ext>
              </a:extLst>
            </p:cNvPr>
            <p:cNvSpPr/>
            <p:nvPr/>
          </p:nvSpPr>
          <p:spPr>
            <a:xfrm>
              <a:off x="7058664" y="4976354"/>
              <a:ext cx="1950492" cy="2906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t>文本片段</a:t>
              </a:r>
              <a:r>
                <a:rPr lang="en-US" altLang="zh-CN" sz="1200" dirty="0"/>
                <a:t>:</a:t>
              </a:r>
              <a:r>
                <a:rPr lang="zh-CN" altLang="en-US" sz="1200" dirty="0"/>
                <a:t>最大</a:t>
              </a:r>
              <a:r>
                <a:rPr lang="en-US" altLang="zh-CN" sz="1200" dirty="0"/>
                <a:t>300</a:t>
              </a:r>
              <a:r>
                <a:rPr lang="zh-CN" altLang="en-US" sz="1200" dirty="0"/>
                <a:t>个字符</a:t>
              </a:r>
            </a:p>
          </p:txBody>
        </p:sp>
      </p:grpSp>
      <p:pic>
        <p:nvPicPr>
          <p:cNvPr id="14" name="图片 13">
            <a:extLst>
              <a:ext uri="{FF2B5EF4-FFF2-40B4-BE49-F238E27FC236}">
                <a16:creationId xmlns:a16="http://schemas.microsoft.com/office/drawing/2014/main" id="{C4D75EBD-FA8B-42D2-838C-2897A542C6ED}"/>
              </a:ext>
            </a:extLst>
          </p:cNvPr>
          <p:cNvPicPr>
            <a:picLocks noChangeAspect="1"/>
          </p:cNvPicPr>
          <p:nvPr/>
        </p:nvPicPr>
        <p:blipFill>
          <a:blip r:embed="rId3"/>
          <a:stretch>
            <a:fillRect/>
          </a:stretch>
        </p:blipFill>
        <p:spPr>
          <a:xfrm>
            <a:off x="7127422" y="5917344"/>
            <a:ext cx="4953000" cy="561975"/>
          </a:xfrm>
          <a:prstGeom prst="rect">
            <a:avLst/>
          </a:prstGeom>
        </p:spPr>
      </p:pic>
      <p:pic>
        <p:nvPicPr>
          <p:cNvPr id="18" name="图片 17">
            <a:extLst>
              <a:ext uri="{FF2B5EF4-FFF2-40B4-BE49-F238E27FC236}">
                <a16:creationId xmlns:a16="http://schemas.microsoft.com/office/drawing/2014/main" id="{5C16D0FC-718B-48BC-97EA-CA2A32928DBC}"/>
              </a:ext>
            </a:extLst>
          </p:cNvPr>
          <p:cNvPicPr>
            <a:picLocks noChangeAspect="1"/>
          </p:cNvPicPr>
          <p:nvPr/>
        </p:nvPicPr>
        <p:blipFill>
          <a:blip r:embed="rId4"/>
          <a:stretch>
            <a:fillRect/>
          </a:stretch>
        </p:blipFill>
        <p:spPr>
          <a:xfrm>
            <a:off x="7136947" y="5362577"/>
            <a:ext cx="4943475" cy="447675"/>
          </a:xfrm>
          <a:prstGeom prst="rect">
            <a:avLst/>
          </a:prstGeom>
        </p:spPr>
      </p:pic>
      <p:pic>
        <p:nvPicPr>
          <p:cNvPr id="20" name="图片 19">
            <a:extLst>
              <a:ext uri="{FF2B5EF4-FFF2-40B4-BE49-F238E27FC236}">
                <a16:creationId xmlns:a16="http://schemas.microsoft.com/office/drawing/2014/main" id="{366C1BAF-FEC5-4099-BFAD-1536B0C37C73}"/>
              </a:ext>
            </a:extLst>
          </p:cNvPr>
          <p:cNvPicPr>
            <a:picLocks noChangeAspect="1"/>
          </p:cNvPicPr>
          <p:nvPr/>
        </p:nvPicPr>
        <p:blipFill>
          <a:blip r:embed="rId5"/>
          <a:stretch>
            <a:fillRect/>
          </a:stretch>
        </p:blipFill>
        <p:spPr>
          <a:xfrm>
            <a:off x="7132184" y="6586412"/>
            <a:ext cx="4943475" cy="581025"/>
          </a:xfrm>
          <a:prstGeom prst="rect">
            <a:avLst/>
          </a:prstGeom>
        </p:spPr>
      </p:pic>
      <p:sp>
        <p:nvSpPr>
          <p:cNvPr id="22" name="文本框 21">
            <a:extLst>
              <a:ext uri="{FF2B5EF4-FFF2-40B4-BE49-F238E27FC236}">
                <a16:creationId xmlns:a16="http://schemas.microsoft.com/office/drawing/2014/main" id="{39DE98F3-DEC5-46AC-9874-07A4BF452861}"/>
              </a:ext>
            </a:extLst>
          </p:cNvPr>
          <p:cNvSpPr txBox="1"/>
          <p:nvPr/>
        </p:nvSpPr>
        <p:spPr>
          <a:xfrm>
            <a:off x="2260593" y="5629012"/>
            <a:ext cx="737702" cy="461665"/>
          </a:xfrm>
          <a:prstGeom prst="rect">
            <a:avLst/>
          </a:prstGeom>
          <a:noFill/>
        </p:spPr>
        <p:txBody>
          <a:bodyPr wrap="none" rtlCol="0">
            <a:spAutoFit/>
          </a:bodyPr>
          <a:lstStyle/>
          <a:p>
            <a:r>
              <a:rPr lang="en-US" altLang="zh-CN" sz="2400" b="1" dirty="0">
                <a:solidFill>
                  <a:srgbClr val="C00000"/>
                </a:solidFill>
              </a:rPr>
              <a:t>300</a:t>
            </a:r>
            <a:endParaRPr lang="zh-CN" altLang="en-US" sz="2400" b="1" dirty="0">
              <a:solidFill>
                <a:srgbClr val="C00000"/>
              </a:solidFill>
            </a:endParaRPr>
          </a:p>
        </p:txBody>
      </p:sp>
    </p:spTree>
    <p:extLst>
      <p:ext uri="{BB962C8B-B14F-4D97-AF65-F5344CB8AC3E}">
        <p14:creationId xmlns:p14="http://schemas.microsoft.com/office/powerpoint/2010/main" val="286989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3"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down)">
                                      <p:cBhvr>
                                        <p:cTn id="29" dur="500"/>
                                        <p:tgtEl>
                                          <p:spTgt spid="9"/>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1000"/>
                                        <p:tgtEl>
                                          <p:spTgt spid="21"/>
                                        </p:tgtEl>
                                      </p:cBhvr>
                                    </p:animEffect>
                                    <p:anim calcmode="lin" valueType="num">
                                      <p:cBhvr>
                                        <p:cTn id="41" dur="1000" fill="hold"/>
                                        <p:tgtEl>
                                          <p:spTgt spid="21"/>
                                        </p:tgtEl>
                                        <p:attrNameLst>
                                          <p:attrName>ppt_x</p:attrName>
                                        </p:attrNameLst>
                                      </p:cBhvr>
                                      <p:tavLst>
                                        <p:tav tm="0">
                                          <p:val>
                                            <p:strVal val="#ppt_x"/>
                                          </p:val>
                                        </p:tav>
                                        <p:tav tm="100000">
                                          <p:val>
                                            <p:strVal val="#ppt_x"/>
                                          </p:val>
                                        </p:tav>
                                      </p:tavLst>
                                    </p:anim>
                                    <p:anim calcmode="lin" valueType="num">
                                      <p:cBhvr>
                                        <p:cTn id="4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42" presetClass="entr" presetSubtype="0" fill="hold" nodeType="after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ppt_x</p:attrName>
                                        </p:attrNameLst>
                                      </p:cBhvr>
                                      <p:tavLst>
                                        <p:tav tm="0">
                                          <p:val>
                                            <p:strVal val="#ppt_x"/>
                                          </p:val>
                                        </p:tav>
                                        <p:tav tm="100000">
                                          <p:val>
                                            <p:strVal val="#ppt_x"/>
                                          </p:val>
                                        </p:tav>
                                      </p:tavLst>
                                    </p:anim>
                                    <p:anim calcmode="lin" valueType="num">
                                      <p:cBhvr>
                                        <p:cTn id="5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1000"/>
                                        <p:tgtEl>
                                          <p:spTgt spid="20"/>
                                        </p:tgtEl>
                                      </p:cBhvr>
                                    </p:animEffect>
                                    <p:anim calcmode="lin" valueType="num">
                                      <p:cBhvr>
                                        <p:cTn id="61" dur="1000" fill="hold"/>
                                        <p:tgtEl>
                                          <p:spTgt spid="20"/>
                                        </p:tgtEl>
                                        <p:attrNameLst>
                                          <p:attrName>ppt_x</p:attrName>
                                        </p:attrNameLst>
                                      </p:cBhvr>
                                      <p:tavLst>
                                        <p:tav tm="0">
                                          <p:val>
                                            <p:strVal val="#ppt_x"/>
                                          </p:val>
                                        </p:tav>
                                        <p:tav tm="100000">
                                          <p:val>
                                            <p:strVal val="#ppt_x"/>
                                          </p:val>
                                        </p:tav>
                                      </p:tavLst>
                                    </p:anim>
                                    <p:anim calcmode="lin" valueType="num">
                                      <p:cBhvr>
                                        <p:cTn id="6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7" presetClass="exit" presetSubtype="0" fill="hold" nodeType="clickEffect">
                                  <p:stCondLst>
                                    <p:cond delay="0"/>
                                  </p:stCondLst>
                                  <p:childTnLst>
                                    <p:animEffect transition="out" filter="fade">
                                      <p:cBhvr>
                                        <p:cTn id="66" dur="1000"/>
                                        <p:tgtEl>
                                          <p:spTgt spid="20"/>
                                        </p:tgtEl>
                                      </p:cBhvr>
                                    </p:animEffect>
                                    <p:anim calcmode="lin" valueType="num">
                                      <p:cBhvr>
                                        <p:cTn id="67" dur="1000"/>
                                        <p:tgtEl>
                                          <p:spTgt spid="20"/>
                                        </p:tgtEl>
                                        <p:attrNameLst>
                                          <p:attrName>ppt_x</p:attrName>
                                        </p:attrNameLst>
                                      </p:cBhvr>
                                      <p:tavLst>
                                        <p:tav tm="0">
                                          <p:val>
                                            <p:strVal val="ppt_x"/>
                                          </p:val>
                                        </p:tav>
                                        <p:tav tm="100000">
                                          <p:val>
                                            <p:strVal val="ppt_x"/>
                                          </p:val>
                                        </p:tav>
                                      </p:tavLst>
                                    </p:anim>
                                    <p:anim calcmode="lin" valueType="num">
                                      <p:cBhvr>
                                        <p:cTn id="68" dur="100" decel="100000"/>
                                        <p:tgtEl>
                                          <p:spTgt spid="20"/>
                                        </p:tgtEl>
                                        <p:attrNameLst>
                                          <p:attrName>ppt_y</p:attrName>
                                        </p:attrNameLst>
                                      </p:cBhvr>
                                      <p:tavLst>
                                        <p:tav tm="0">
                                          <p:val>
                                            <p:strVal val="ppt_y"/>
                                          </p:val>
                                        </p:tav>
                                        <p:tav tm="100000">
                                          <p:val>
                                            <p:strVal val="ppt_y-.03"/>
                                          </p:val>
                                        </p:tav>
                                      </p:tavLst>
                                    </p:anim>
                                    <p:anim calcmode="lin" valueType="num">
                                      <p:cBhvr>
                                        <p:cTn id="69" dur="900" accel="100000">
                                          <p:stCondLst>
                                            <p:cond delay="100"/>
                                          </p:stCondLst>
                                        </p:cTn>
                                        <p:tgtEl>
                                          <p:spTgt spid="20"/>
                                        </p:tgtEl>
                                        <p:attrNameLst>
                                          <p:attrName>ppt_y</p:attrName>
                                        </p:attrNameLst>
                                      </p:cBhvr>
                                      <p:tavLst>
                                        <p:tav tm="0">
                                          <p:val>
                                            <p:strVal val="ppt_y"/>
                                          </p:val>
                                        </p:tav>
                                        <p:tav tm="100000">
                                          <p:val>
                                            <p:strVal val="ppt_y+1"/>
                                          </p:val>
                                        </p:tav>
                                      </p:tavLst>
                                    </p:anim>
                                    <p:set>
                                      <p:cBhvr>
                                        <p:cTn id="70" dur="1" fill="hold">
                                          <p:stCondLst>
                                            <p:cond delay="999"/>
                                          </p:stCondLst>
                                        </p:cTn>
                                        <p:tgtEl>
                                          <p:spTgt spid="20"/>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1000"/>
                                        <p:tgtEl>
                                          <p:spTgt spid="20"/>
                                        </p:tgtEl>
                                      </p:cBhvr>
                                    </p:animEffect>
                                    <p:anim calcmode="lin" valueType="num">
                                      <p:cBhvr>
                                        <p:cTn id="76" dur="1000" fill="hold"/>
                                        <p:tgtEl>
                                          <p:spTgt spid="20"/>
                                        </p:tgtEl>
                                        <p:attrNameLst>
                                          <p:attrName>ppt_x</p:attrName>
                                        </p:attrNameLst>
                                      </p:cBhvr>
                                      <p:tavLst>
                                        <p:tav tm="0">
                                          <p:val>
                                            <p:strVal val="#ppt_x"/>
                                          </p:val>
                                        </p:tav>
                                        <p:tav tm="100000">
                                          <p:val>
                                            <p:strVal val="#ppt_x"/>
                                          </p:val>
                                        </p:tav>
                                      </p:tavLst>
                                    </p:anim>
                                    <p:anim calcmode="lin" valueType="num">
                                      <p:cBhvr>
                                        <p:cTn id="7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1000"/>
                                        <p:tgtEl>
                                          <p:spTgt spid="22"/>
                                        </p:tgtEl>
                                      </p:cBhvr>
                                    </p:animEffect>
                                    <p:anim calcmode="lin" valueType="num">
                                      <p:cBhvr>
                                        <p:cTn id="83" dur="1000" fill="hold"/>
                                        <p:tgtEl>
                                          <p:spTgt spid="22"/>
                                        </p:tgtEl>
                                        <p:attrNameLst>
                                          <p:attrName>ppt_x</p:attrName>
                                        </p:attrNameLst>
                                      </p:cBhvr>
                                      <p:tavLst>
                                        <p:tav tm="0">
                                          <p:val>
                                            <p:strVal val="#ppt_x"/>
                                          </p:val>
                                        </p:tav>
                                        <p:tav tm="100000">
                                          <p:val>
                                            <p:strVal val="#ppt_x"/>
                                          </p:val>
                                        </p:tav>
                                      </p:tavLst>
                                    </p:anim>
                                    <p:anim calcmode="lin" valueType="num">
                                      <p:cBhvr>
                                        <p:cTn id="8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6" grpId="0" animBg="1"/>
      <p:bldP spid="7" grpId="0" animBg="1"/>
      <p:bldP spid="8" grpId="0" animBg="1"/>
      <p:bldP spid="9" grpId="0" animBg="1"/>
      <p:bldP spid="10" grpId="0" animBg="1"/>
      <p:bldP spid="11" grpId="0" animBg="1"/>
      <p:bldP spid="22"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文档分割器，用于把一个大的文档，切割成一个一个的小片段</a:t>
            </a:r>
            <a:endParaRPr lang="en-US" altLang="zh-CN" dirty="0">
              <a:solidFill>
                <a:srgbClr val="262626"/>
              </a:solidFill>
              <a:latin typeface="阿里巴巴普惠体"/>
              <a:ea typeface="阿里巴巴普惠体"/>
            </a:endParaRPr>
          </a:p>
        </p:txBody>
      </p:sp>
      <p:sp>
        <p:nvSpPr>
          <p:cNvPr id="15" name="内容占位符 1">
            <a:extLst>
              <a:ext uri="{FF2B5EF4-FFF2-40B4-BE49-F238E27FC236}">
                <a16:creationId xmlns:a16="http://schemas.microsoft.com/office/drawing/2014/main" id="{DDAD6B82-BB7A-430E-8EEB-BC193082F643}"/>
              </a:ext>
            </a:extLst>
          </p:cNvPr>
          <p:cNvSpPr txBox="1">
            <a:spLocks/>
          </p:cNvSpPr>
          <p:nvPr/>
        </p:nvSpPr>
        <p:spPr>
          <a:xfrm>
            <a:off x="919097" y="1622927"/>
            <a:ext cx="3471931" cy="11869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dirty="0">
                <a:solidFill>
                  <a:srgbClr val="2F2F2F"/>
                </a:solidFill>
                <a:latin typeface="Source Code Pro"/>
              </a:rPr>
              <a:t>构建文本分割器对象</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设置文本分割器对象</a:t>
            </a:r>
            <a:endParaRPr lang="en-US" altLang="zh-CN" sz="1600" dirty="0">
              <a:solidFill>
                <a:srgbClr val="2F2F2F"/>
              </a:solidFill>
              <a:latin typeface="Source Code Pro"/>
            </a:endParaRPr>
          </a:p>
        </p:txBody>
      </p:sp>
      <p:sp>
        <p:nvSpPr>
          <p:cNvPr id="2" name="Rectangle 1">
            <a:extLst>
              <a:ext uri="{FF2B5EF4-FFF2-40B4-BE49-F238E27FC236}">
                <a16:creationId xmlns:a16="http://schemas.microsoft.com/office/drawing/2014/main" id="{4A932338-AF97-4A81-9A87-9005E3A9860D}"/>
              </a:ext>
            </a:extLst>
          </p:cNvPr>
          <p:cNvSpPr>
            <a:spLocks noChangeArrowheads="1"/>
          </p:cNvSpPr>
          <p:nvPr/>
        </p:nvSpPr>
        <p:spPr bwMode="auto">
          <a:xfrm>
            <a:off x="4019549" y="1774683"/>
            <a:ext cx="7562851" cy="110555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DocumentSplitter documentSplitter </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DocumentSplitters</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recursive</a:t>
            </a:r>
            <a:r>
              <a:rPr lang="zh-CN" altLang="zh-CN" sz="1300" dirty="0">
                <a:solidFill>
                  <a:srgbClr val="080808"/>
                </a:solidFill>
                <a:latin typeface="Arial Unicode MS"/>
                <a:ea typeface="JetBrains Mono"/>
              </a:rPr>
              <a:t>(</a:t>
            </a:r>
            <a:endParaRPr lang="en-US" altLang="zh-CN" sz="1300" dirty="0">
              <a:solidFill>
                <a:srgbClr val="080808"/>
              </a:solidFill>
              <a:latin typeface="Arial Unicode MS"/>
              <a:ea typeface="JetBrains Mono"/>
            </a:endParaRPr>
          </a:p>
          <a:p>
            <a:pPr eaLnBrk="0" fontAlgn="base" hangingPunct="0">
              <a:lnSpc>
                <a:spcPct val="130000"/>
              </a:lnSpc>
              <a:spcBef>
                <a:spcPct val="0"/>
              </a:spcBef>
              <a:spcAft>
                <a:spcPct val="0"/>
              </a:spcAft>
            </a:pPr>
            <a:r>
              <a:rPr lang="en-US" altLang="zh-CN" sz="1300" dirty="0">
                <a:solidFill>
                  <a:srgbClr val="080808"/>
                </a:solidFill>
                <a:latin typeface="Arial Unicode MS"/>
                <a:ea typeface="JetBrains Mono"/>
              </a:rPr>
              <a:t>		</a:t>
            </a:r>
            <a:r>
              <a:rPr lang="zh-CN" altLang="en-US" sz="1300" dirty="0">
                <a:solidFill>
                  <a:srgbClr val="1750EB"/>
                </a:solidFill>
                <a:latin typeface="Arial Unicode MS"/>
                <a:ea typeface="JetBrains Mono"/>
              </a:rPr>
              <a:t>每个片段最大容纳的字符</a:t>
            </a:r>
            <a:r>
              <a:rPr lang="zh-CN" altLang="zh-CN" sz="1300" dirty="0">
                <a:solidFill>
                  <a:srgbClr val="080808"/>
                </a:solidFill>
                <a:latin typeface="Arial Unicode MS"/>
                <a:ea typeface="JetBrains Mono"/>
              </a:rPr>
              <a:t>, </a:t>
            </a:r>
            <a:endParaRPr lang="en-US" altLang="zh-CN" sz="1300" dirty="0">
              <a:solidFill>
                <a:srgbClr val="080808"/>
              </a:solidFill>
              <a:latin typeface="Arial Unicode MS"/>
              <a:ea typeface="JetBrains Mono"/>
            </a:endParaRPr>
          </a:p>
          <a:p>
            <a:pPr eaLnBrk="0" fontAlgn="base" hangingPunct="0">
              <a:lnSpc>
                <a:spcPct val="130000"/>
              </a:lnSpc>
              <a:spcBef>
                <a:spcPct val="0"/>
              </a:spcBef>
              <a:spcAft>
                <a:spcPct val="0"/>
              </a:spcAft>
            </a:pPr>
            <a:r>
              <a:rPr lang="en-US" altLang="zh-CN" sz="1300" dirty="0">
                <a:solidFill>
                  <a:srgbClr val="080808"/>
                </a:solidFill>
                <a:latin typeface="Arial Unicode MS"/>
                <a:ea typeface="JetBrains Mono"/>
              </a:rPr>
              <a:t>		</a:t>
            </a:r>
            <a:r>
              <a:rPr lang="zh-CN" altLang="en-US" sz="1300" dirty="0">
                <a:solidFill>
                  <a:srgbClr val="1750EB"/>
                </a:solidFill>
                <a:latin typeface="Arial Unicode MS"/>
              </a:rPr>
              <a:t>两个片段之间重叠字符的个数</a:t>
            </a:r>
            <a:endParaRPr lang="en-US" altLang="zh-CN" sz="1300" dirty="0">
              <a:solidFill>
                <a:srgbClr val="1750EB"/>
              </a:solidFill>
              <a:latin typeface="Arial Unicode MS"/>
            </a:endParaRPr>
          </a:p>
          <a:p>
            <a:pPr eaLnBrk="0" fontAlgn="base" hangingPunct="0">
              <a:lnSpc>
                <a:spcPct val="130000"/>
              </a:lnSpc>
              <a:spcBef>
                <a:spcPct val="0"/>
              </a:spcBef>
              <a:spcAft>
                <a:spcPct val="0"/>
              </a:spcAft>
            </a:pPr>
            <a:r>
              <a:rPr lang="en-US" altLang="zh-CN" sz="1300" dirty="0">
                <a:solidFill>
                  <a:srgbClr val="1750EB"/>
                </a:solidFill>
                <a:latin typeface="Arial Unicode MS"/>
                <a:ea typeface="JetBrains Mono"/>
              </a:rPr>
              <a:t>	</a:t>
            </a: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4" name="Rectangle 2">
            <a:extLst>
              <a:ext uri="{FF2B5EF4-FFF2-40B4-BE49-F238E27FC236}">
                <a16:creationId xmlns:a16="http://schemas.microsoft.com/office/drawing/2014/main" id="{3B180904-717B-4002-964C-7A8BD6481A95}"/>
              </a:ext>
            </a:extLst>
          </p:cNvPr>
          <p:cNvSpPr>
            <a:spLocks noChangeArrowheads="1"/>
          </p:cNvSpPr>
          <p:nvPr/>
        </p:nvSpPr>
        <p:spPr bwMode="auto">
          <a:xfrm>
            <a:off x="4019553" y="2950603"/>
            <a:ext cx="7562849" cy="110555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EmbeddingStoreIngestor ingestor </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EmbeddingStoreIngestor</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.embeddingStore(</a:t>
            </a:r>
            <a:r>
              <a:rPr lang="zh-CN" altLang="zh-CN" sz="1300" dirty="0">
                <a:solidFill>
                  <a:srgbClr val="000000"/>
                </a:solidFill>
                <a:latin typeface="Arial Unicode MS"/>
                <a:ea typeface="JetBrains Mono"/>
              </a:rPr>
              <a:t>store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C00000"/>
                </a:solidFill>
                <a:latin typeface="Arial Unicode MS"/>
                <a:ea typeface="JetBrains Mono"/>
              </a:rPr>
              <a:t>.documentSplitter(documentSplitter)</a:t>
            </a:r>
            <a:br>
              <a:rPr lang="zh-CN" altLang="zh-CN" sz="1300" dirty="0">
                <a:solidFill>
                  <a:srgbClr val="C00000"/>
                </a:solidFill>
                <a:latin typeface="Arial Unicode MS"/>
                <a:ea typeface="JetBrains Mono"/>
              </a:rPr>
            </a:br>
            <a:r>
              <a:rPr lang="zh-CN" altLang="zh-CN" sz="1300" dirty="0">
                <a:solidFill>
                  <a:srgbClr val="080808"/>
                </a:solidFill>
                <a:latin typeface="Arial Unicode MS"/>
                <a:ea typeface="JetBrains Mono"/>
              </a:rPr>
              <a:t>        .build();</a:t>
            </a:r>
            <a:endParaRPr lang="zh-CN" altLang="zh-CN" sz="2400" dirty="0">
              <a:latin typeface="Arial" panose="020B0604020202020204" pitchFamily="34" charset="0"/>
            </a:endParaRPr>
          </a:p>
        </p:txBody>
      </p:sp>
      <p:grpSp>
        <p:nvGrpSpPr>
          <p:cNvPr id="7" name="组合 6">
            <a:extLst>
              <a:ext uri="{FF2B5EF4-FFF2-40B4-BE49-F238E27FC236}">
                <a16:creationId xmlns:a16="http://schemas.microsoft.com/office/drawing/2014/main" id="{27F1B66D-180F-46C9-B06C-951A144468FE}"/>
              </a:ext>
            </a:extLst>
          </p:cNvPr>
          <p:cNvGrpSpPr/>
          <p:nvPr/>
        </p:nvGrpSpPr>
        <p:grpSpPr>
          <a:xfrm>
            <a:off x="6096000" y="2967104"/>
            <a:ext cx="5055053" cy="2178113"/>
            <a:chOff x="7058664" y="4976354"/>
            <a:chExt cx="5055053" cy="1800520"/>
          </a:xfrm>
        </p:grpSpPr>
        <p:sp>
          <p:nvSpPr>
            <p:cNvPr id="8" name="矩形 7">
              <a:extLst>
                <a:ext uri="{FF2B5EF4-FFF2-40B4-BE49-F238E27FC236}">
                  <a16:creationId xmlns:a16="http://schemas.microsoft.com/office/drawing/2014/main" id="{24AD2697-6B76-4699-8C01-9A35036CE17A}"/>
                </a:ext>
              </a:extLst>
            </p:cNvPr>
            <p:cNvSpPr/>
            <p:nvPr/>
          </p:nvSpPr>
          <p:spPr>
            <a:xfrm>
              <a:off x="7058664" y="4976354"/>
              <a:ext cx="5055053" cy="1800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0" i="0" dirty="0">
                  <a:solidFill>
                    <a:schemeClr val="bg1"/>
                  </a:solidFill>
                  <a:effectLst/>
                  <a:latin typeface="quote-cjk-patch"/>
                </a:rPr>
                <a:t>纵观人类文明史，那些真正推动历史前进的人物，往往不是标准答案的复述者，而是敢于质疑、勇于创新的思想者。爱因斯坦在专利局做着小职员的工作时，没有被既定的物理定律束缚，而是让思想乘着光速的翅膀，最终颠覆了牛顿的经典物理学体系。</a:t>
              </a:r>
              <a:endParaRPr lang="zh-CN" altLang="en-US" sz="1400" dirty="0">
                <a:solidFill>
                  <a:schemeClr val="bg1"/>
                </a:solidFill>
              </a:endParaRPr>
            </a:p>
          </p:txBody>
        </p:sp>
        <p:sp>
          <p:nvSpPr>
            <p:cNvPr id="9" name="矩形 8">
              <a:extLst>
                <a:ext uri="{FF2B5EF4-FFF2-40B4-BE49-F238E27FC236}">
                  <a16:creationId xmlns:a16="http://schemas.microsoft.com/office/drawing/2014/main" id="{0AC5C7AD-61EA-4A1B-A389-D102C0A1C538}"/>
                </a:ext>
              </a:extLst>
            </p:cNvPr>
            <p:cNvSpPr/>
            <p:nvPr/>
          </p:nvSpPr>
          <p:spPr>
            <a:xfrm>
              <a:off x="7058664" y="4976354"/>
              <a:ext cx="1950492" cy="2906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t>文本片段</a:t>
              </a:r>
              <a:r>
                <a:rPr lang="en-US" altLang="zh-CN" sz="1200" dirty="0"/>
                <a:t>:</a:t>
              </a:r>
              <a:r>
                <a:rPr lang="zh-CN" altLang="en-US" sz="1200" dirty="0"/>
                <a:t>最大</a:t>
              </a:r>
              <a:r>
                <a:rPr lang="en-US" altLang="zh-CN" sz="1200" dirty="0"/>
                <a:t>300</a:t>
              </a:r>
              <a:r>
                <a:rPr lang="zh-CN" altLang="en-US" sz="1200" dirty="0"/>
                <a:t>个字符</a:t>
              </a:r>
            </a:p>
          </p:txBody>
        </p:sp>
      </p:grpSp>
      <p:grpSp>
        <p:nvGrpSpPr>
          <p:cNvPr id="10" name="组合 9">
            <a:extLst>
              <a:ext uri="{FF2B5EF4-FFF2-40B4-BE49-F238E27FC236}">
                <a16:creationId xmlns:a16="http://schemas.microsoft.com/office/drawing/2014/main" id="{7340FDE3-A180-45F1-AFEC-66F278194542}"/>
              </a:ext>
            </a:extLst>
          </p:cNvPr>
          <p:cNvGrpSpPr/>
          <p:nvPr/>
        </p:nvGrpSpPr>
        <p:grpSpPr>
          <a:xfrm>
            <a:off x="958822" y="2967105"/>
            <a:ext cx="5055053" cy="2178114"/>
            <a:chOff x="7058664" y="4976354"/>
            <a:chExt cx="5055053" cy="2178114"/>
          </a:xfrm>
        </p:grpSpPr>
        <p:sp>
          <p:nvSpPr>
            <p:cNvPr id="11" name="矩形 10">
              <a:extLst>
                <a:ext uri="{FF2B5EF4-FFF2-40B4-BE49-F238E27FC236}">
                  <a16:creationId xmlns:a16="http://schemas.microsoft.com/office/drawing/2014/main" id="{4C8FD565-24F3-4988-8F21-E227BCCB3B22}"/>
                </a:ext>
              </a:extLst>
            </p:cNvPr>
            <p:cNvSpPr/>
            <p:nvPr/>
          </p:nvSpPr>
          <p:spPr>
            <a:xfrm>
              <a:off x="7058664" y="4976354"/>
              <a:ext cx="5055053" cy="21781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0" i="0" dirty="0">
                  <a:solidFill>
                    <a:schemeClr val="bg1"/>
                  </a:solidFill>
                  <a:effectLst/>
                  <a:latin typeface="quote-cjk-patch"/>
                </a:rPr>
                <a:t>高考，这个被赋予太多意义的词汇，如同一座横亘在青春之路上的大山。我们习惯将高考比作独木桥，仿佛千万人只能挤过那唯一的通道。然而，教育的真谛不在于将所有人塑造成相同的模样，而在于让每个人都能在知识的密林中找到属于自己的小径。高考不是终点，而是起点；不是标准答案的复制，而是独特生命的绽放。</a:t>
              </a:r>
              <a:endParaRPr lang="zh-CN" altLang="en-US" sz="1400" dirty="0">
                <a:solidFill>
                  <a:schemeClr val="bg1"/>
                </a:solidFill>
              </a:endParaRPr>
            </a:p>
          </p:txBody>
        </p:sp>
        <p:sp>
          <p:nvSpPr>
            <p:cNvPr id="12" name="矩形 11">
              <a:extLst>
                <a:ext uri="{FF2B5EF4-FFF2-40B4-BE49-F238E27FC236}">
                  <a16:creationId xmlns:a16="http://schemas.microsoft.com/office/drawing/2014/main" id="{4A2D47E6-CC16-42F1-AC78-54E8656A50A4}"/>
                </a:ext>
              </a:extLst>
            </p:cNvPr>
            <p:cNvSpPr/>
            <p:nvPr/>
          </p:nvSpPr>
          <p:spPr>
            <a:xfrm>
              <a:off x="7058664" y="4976354"/>
              <a:ext cx="1950492" cy="2906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t>文本片段</a:t>
              </a:r>
              <a:r>
                <a:rPr lang="en-US" altLang="zh-CN" sz="1200" dirty="0"/>
                <a:t>:</a:t>
              </a:r>
              <a:r>
                <a:rPr lang="zh-CN" altLang="en-US" sz="1200" dirty="0"/>
                <a:t>最大</a:t>
              </a:r>
              <a:r>
                <a:rPr lang="en-US" altLang="zh-CN" sz="1200" dirty="0"/>
                <a:t>300</a:t>
              </a:r>
              <a:r>
                <a:rPr lang="zh-CN" altLang="en-US" sz="1200" dirty="0"/>
                <a:t>个字符</a:t>
              </a:r>
            </a:p>
          </p:txBody>
        </p:sp>
      </p:grpSp>
      <p:grpSp>
        <p:nvGrpSpPr>
          <p:cNvPr id="13" name="组合 12">
            <a:extLst>
              <a:ext uri="{FF2B5EF4-FFF2-40B4-BE49-F238E27FC236}">
                <a16:creationId xmlns:a16="http://schemas.microsoft.com/office/drawing/2014/main" id="{ABBABA49-03A9-420B-BB42-18F88F076BBE}"/>
              </a:ext>
            </a:extLst>
          </p:cNvPr>
          <p:cNvGrpSpPr/>
          <p:nvPr/>
        </p:nvGrpSpPr>
        <p:grpSpPr>
          <a:xfrm>
            <a:off x="6096000" y="2967104"/>
            <a:ext cx="5055053" cy="2178113"/>
            <a:chOff x="7058664" y="4976354"/>
            <a:chExt cx="5055053" cy="1800520"/>
          </a:xfrm>
        </p:grpSpPr>
        <p:sp>
          <p:nvSpPr>
            <p:cNvPr id="14" name="矩形 13">
              <a:extLst>
                <a:ext uri="{FF2B5EF4-FFF2-40B4-BE49-F238E27FC236}">
                  <a16:creationId xmlns:a16="http://schemas.microsoft.com/office/drawing/2014/main" id="{6148BB37-4AA7-4580-98A4-52F19379B940}"/>
                </a:ext>
              </a:extLst>
            </p:cNvPr>
            <p:cNvSpPr/>
            <p:nvPr/>
          </p:nvSpPr>
          <p:spPr>
            <a:xfrm>
              <a:off x="7058664" y="4976354"/>
              <a:ext cx="5055053" cy="1800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0" i="0" dirty="0">
                  <a:solidFill>
                    <a:srgbClr val="C00000"/>
                  </a:solidFill>
                  <a:effectLst/>
                  <a:latin typeface="quote-cjk-patch"/>
                </a:rPr>
                <a:t>高考不是终点，而是起点；不是标准答案的复制，而是独特生命的绽放。</a:t>
              </a:r>
              <a:r>
                <a:rPr lang="zh-CN" altLang="en-US" sz="1400" b="0" i="0" dirty="0">
                  <a:solidFill>
                    <a:schemeClr val="bg1"/>
                  </a:solidFill>
                  <a:effectLst/>
                  <a:latin typeface="quote-cjk-patch"/>
                </a:rPr>
                <a:t>纵观人类文明史，那些真正推动历史前进的人物，往往不是标准答案的复述者，而是敢于质疑、勇于创新的思想者。爱因斯坦在专利局做着小职员的工作时，没有被既定的物理定律束缚，而是让思想乘着光速的翅膀，最终颠覆了牛顿的经典物理学体系。</a:t>
              </a:r>
              <a:endParaRPr lang="zh-CN" altLang="en-US" sz="1400" dirty="0">
                <a:solidFill>
                  <a:schemeClr val="bg1"/>
                </a:solidFill>
              </a:endParaRPr>
            </a:p>
          </p:txBody>
        </p:sp>
        <p:sp>
          <p:nvSpPr>
            <p:cNvPr id="16" name="矩形 15">
              <a:extLst>
                <a:ext uri="{FF2B5EF4-FFF2-40B4-BE49-F238E27FC236}">
                  <a16:creationId xmlns:a16="http://schemas.microsoft.com/office/drawing/2014/main" id="{44E239A2-AE5F-4A36-9C3D-BB83E3C894E4}"/>
                </a:ext>
              </a:extLst>
            </p:cNvPr>
            <p:cNvSpPr/>
            <p:nvPr/>
          </p:nvSpPr>
          <p:spPr>
            <a:xfrm>
              <a:off x="7058664" y="4976354"/>
              <a:ext cx="1950492" cy="2906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t>文本片段</a:t>
              </a:r>
              <a:r>
                <a:rPr lang="en-US" altLang="zh-CN" sz="1200" dirty="0"/>
                <a:t>:</a:t>
              </a:r>
              <a:r>
                <a:rPr lang="zh-CN" altLang="en-US" sz="1200" dirty="0"/>
                <a:t>最大</a:t>
              </a:r>
              <a:r>
                <a:rPr lang="en-US" altLang="zh-CN" sz="1200" dirty="0"/>
                <a:t>300</a:t>
              </a:r>
              <a:r>
                <a:rPr lang="zh-CN" altLang="en-US" sz="1200" dirty="0"/>
                <a:t>个字符</a:t>
              </a:r>
            </a:p>
          </p:txBody>
        </p:sp>
      </p:grpSp>
    </p:spTree>
    <p:extLst>
      <p:ext uri="{BB962C8B-B14F-4D97-AF65-F5344CB8AC3E}">
        <p14:creationId xmlns:p14="http://schemas.microsoft.com/office/powerpoint/2010/main" val="18645674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xit" presetSubtype="0" fill="hold" nodeType="clickEffect">
                                  <p:stCondLst>
                                    <p:cond delay="0"/>
                                  </p:stCondLst>
                                  <p:childTnLst>
                                    <p:animEffect transition="out" filter="fade">
                                      <p:cBhvr>
                                        <p:cTn id="30" dur="1000"/>
                                        <p:tgtEl>
                                          <p:spTgt spid="7"/>
                                        </p:tgtEl>
                                      </p:cBhvr>
                                    </p:animEffect>
                                    <p:anim calcmode="lin" valueType="num">
                                      <p:cBhvr>
                                        <p:cTn id="31" dur="1000"/>
                                        <p:tgtEl>
                                          <p:spTgt spid="7"/>
                                        </p:tgtEl>
                                        <p:attrNameLst>
                                          <p:attrName>ppt_x</p:attrName>
                                        </p:attrNameLst>
                                      </p:cBhvr>
                                      <p:tavLst>
                                        <p:tav tm="0">
                                          <p:val>
                                            <p:strVal val="ppt_x"/>
                                          </p:val>
                                        </p:tav>
                                        <p:tav tm="100000">
                                          <p:val>
                                            <p:strVal val="ppt_x"/>
                                          </p:val>
                                        </p:tav>
                                      </p:tavLst>
                                    </p:anim>
                                    <p:anim calcmode="lin" valueType="num">
                                      <p:cBhvr>
                                        <p:cTn id="32" dur="100" decel="100000"/>
                                        <p:tgtEl>
                                          <p:spTgt spid="7"/>
                                        </p:tgtEl>
                                        <p:attrNameLst>
                                          <p:attrName>ppt_y</p:attrName>
                                        </p:attrNameLst>
                                      </p:cBhvr>
                                      <p:tavLst>
                                        <p:tav tm="0">
                                          <p:val>
                                            <p:strVal val="ppt_y"/>
                                          </p:val>
                                        </p:tav>
                                        <p:tav tm="100000">
                                          <p:val>
                                            <p:strVal val="ppt_y-.03"/>
                                          </p:val>
                                        </p:tav>
                                      </p:tavLst>
                                    </p:anim>
                                    <p:anim calcmode="lin" valueType="num">
                                      <p:cBhvr>
                                        <p:cTn id="33" dur="900" accel="100000">
                                          <p:stCondLst>
                                            <p:cond delay="100"/>
                                          </p:stCondLst>
                                        </p:cTn>
                                        <p:tgtEl>
                                          <p:spTgt spid="7"/>
                                        </p:tgtEl>
                                        <p:attrNameLst>
                                          <p:attrName>ppt_y</p:attrName>
                                        </p:attrNameLst>
                                      </p:cBhvr>
                                      <p:tavLst>
                                        <p:tav tm="0">
                                          <p:val>
                                            <p:strVal val="ppt_y"/>
                                          </p:val>
                                        </p:tav>
                                        <p:tav tm="100000">
                                          <p:val>
                                            <p:strVal val="ppt_y+1"/>
                                          </p:val>
                                        </p:tav>
                                      </p:tavLst>
                                    </p:anim>
                                    <p:set>
                                      <p:cBhvr>
                                        <p:cTn id="34" dur="1" fill="hold">
                                          <p:stCondLst>
                                            <p:cond delay="999"/>
                                          </p:stCondLst>
                                        </p:cTn>
                                        <p:tgtEl>
                                          <p:spTgt spid="7"/>
                                        </p:tgtEl>
                                        <p:attrNameLst>
                                          <p:attrName>style.visibility</p:attrName>
                                        </p:attrNameLst>
                                      </p:cBhvr>
                                      <p:to>
                                        <p:strVal val="hidden"/>
                                      </p:to>
                                    </p:set>
                                  </p:childTnLst>
                                </p:cTn>
                              </p:par>
                            </p:childTnLst>
                          </p:cTn>
                        </p:par>
                        <p:par>
                          <p:cTn id="35" fill="hold">
                            <p:stCondLst>
                              <p:cond delay="1000"/>
                            </p:stCondLst>
                            <p:childTnLst>
                              <p:par>
                                <p:cTn id="36" presetID="42" presetClass="entr" presetSubtype="0"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7" presetClass="exit" presetSubtype="0" fill="hold" nodeType="clickEffect">
                                  <p:stCondLst>
                                    <p:cond delay="0"/>
                                  </p:stCondLst>
                                  <p:childTnLst>
                                    <p:animEffect transition="out" filter="fade">
                                      <p:cBhvr>
                                        <p:cTn id="44" dur="1000"/>
                                        <p:tgtEl>
                                          <p:spTgt spid="10"/>
                                        </p:tgtEl>
                                      </p:cBhvr>
                                    </p:animEffect>
                                    <p:anim calcmode="lin" valueType="num">
                                      <p:cBhvr>
                                        <p:cTn id="45" dur="1000"/>
                                        <p:tgtEl>
                                          <p:spTgt spid="10"/>
                                        </p:tgtEl>
                                        <p:attrNameLst>
                                          <p:attrName>ppt_x</p:attrName>
                                        </p:attrNameLst>
                                      </p:cBhvr>
                                      <p:tavLst>
                                        <p:tav tm="0">
                                          <p:val>
                                            <p:strVal val="ppt_x"/>
                                          </p:val>
                                        </p:tav>
                                        <p:tav tm="100000">
                                          <p:val>
                                            <p:strVal val="ppt_x"/>
                                          </p:val>
                                        </p:tav>
                                      </p:tavLst>
                                    </p:anim>
                                    <p:anim calcmode="lin" valueType="num">
                                      <p:cBhvr>
                                        <p:cTn id="46" dur="100" decel="100000"/>
                                        <p:tgtEl>
                                          <p:spTgt spid="10"/>
                                        </p:tgtEl>
                                        <p:attrNameLst>
                                          <p:attrName>ppt_y</p:attrName>
                                        </p:attrNameLst>
                                      </p:cBhvr>
                                      <p:tavLst>
                                        <p:tav tm="0">
                                          <p:val>
                                            <p:strVal val="ppt_y"/>
                                          </p:val>
                                        </p:tav>
                                        <p:tav tm="100000">
                                          <p:val>
                                            <p:strVal val="ppt_y-.03"/>
                                          </p:val>
                                        </p:tav>
                                      </p:tavLst>
                                    </p:anim>
                                    <p:anim calcmode="lin" valueType="num">
                                      <p:cBhvr>
                                        <p:cTn id="47" dur="900" accel="100000">
                                          <p:stCondLst>
                                            <p:cond delay="100"/>
                                          </p:stCondLst>
                                        </p:cTn>
                                        <p:tgtEl>
                                          <p:spTgt spid="10"/>
                                        </p:tgtEl>
                                        <p:attrNameLst>
                                          <p:attrName>ppt_y</p:attrName>
                                        </p:attrNameLst>
                                      </p:cBhvr>
                                      <p:tavLst>
                                        <p:tav tm="0">
                                          <p:val>
                                            <p:strVal val="ppt_y"/>
                                          </p:val>
                                        </p:tav>
                                        <p:tav tm="100000">
                                          <p:val>
                                            <p:strVal val="ppt_y+1"/>
                                          </p:val>
                                        </p:tav>
                                      </p:tavLst>
                                    </p:anim>
                                    <p:set>
                                      <p:cBhvr>
                                        <p:cTn id="48" dur="1" fill="hold">
                                          <p:stCondLst>
                                            <p:cond delay="999"/>
                                          </p:stCondLst>
                                        </p:cTn>
                                        <p:tgtEl>
                                          <p:spTgt spid="10"/>
                                        </p:tgtEl>
                                        <p:attrNameLst>
                                          <p:attrName>style.visibility</p:attrName>
                                        </p:attrNameLst>
                                      </p:cBhvr>
                                      <p:to>
                                        <p:strVal val="hidden"/>
                                      </p:to>
                                    </p:set>
                                  </p:childTnLst>
                                </p:cTn>
                              </p:par>
                              <p:par>
                                <p:cTn id="49" presetID="37" presetClass="exit" presetSubtype="0" fill="hold" nodeType="withEffect">
                                  <p:stCondLst>
                                    <p:cond delay="0"/>
                                  </p:stCondLst>
                                  <p:childTnLst>
                                    <p:animEffect transition="out" filter="fade">
                                      <p:cBhvr>
                                        <p:cTn id="50" dur="1000"/>
                                        <p:tgtEl>
                                          <p:spTgt spid="13"/>
                                        </p:tgtEl>
                                      </p:cBhvr>
                                    </p:animEffect>
                                    <p:anim calcmode="lin" valueType="num">
                                      <p:cBhvr>
                                        <p:cTn id="51" dur="1000"/>
                                        <p:tgtEl>
                                          <p:spTgt spid="13"/>
                                        </p:tgtEl>
                                        <p:attrNameLst>
                                          <p:attrName>ppt_x</p:attrName>
                                        </p:attrNameLst>
                                      </p:cBhvr>
                                      <p:tavLst>
                                        <p:tav tm="0">
                                          <p:val>
                                            <p:strVal val="ppt_x"/>
                                          </p:val>
                                        </p:tav>
                                        <p:tav tm="100000">
                                          <p:val>
                                            <p:strVal val="ppt_x"/>
                                          </p:val>
                                        </p:tav>
                                      </p:tavLst>
                                    </p:anim>
                                    <p:anim calcmode="lin" valueType="num">
                                      <p:cBhvr>
                                        <p:cTn id="52" dur="100" decel="100000"/>
                                        <p:tgtEl>
                                          <p:spTgt spid="13"/>
                                        </p:tgtEl>
                                        <p:attrNameLst>
                                          <p:attrName>ppt_y</p:attrName>
                                        </p:attrNameLst>
                                      </p:cBhvr>
                                      <p:tavLst>
                                        <p:tav tm="0">
                                          <p:val>
                                            <p:strVal val="ppt_y"/>
                                          </p:val>
                                        </p:tav>
                                        <p:tav tm="100000">
                                          <p:val>
                                            <p:strVal val="ppt_y-.03"/>
                                          </p:val>
                                        </p:tav>
                                      </p:tavLst>
                                    </p:anim>
                                    <p:anim calcmode="lin" valueType="num">
                                      <p:cBhvr>
                                        <p:cTn id="53" dur="900" accel="100000">
                                          <p:stCondLst>
                                            <p:cond delay="100"/>
                                          </p:stCondLst>
                                        </p:cTn>
                                        <p:tgtEl>
                                          <p:spTgt spid="13"/>
                                        </p:tgtEl>
                                        <p:attrNameLst>
                                          <p:attrName>ppt_y</p:attrName>
                                        </p:attrNameLst>
                                      </p:cBhvr>
                                      <p:tavLst>
                                        <p:tav tm="0">
                                          <p:val>
                                            <p:strVal val="ppt_y"/>
                                          </p:val>
                                        </p:tav>
                                        <p:tav tm="100000">
                                          <p:val>
                                            <p:strVal val="ppt_y+1"/>
                                          </p:val>
                                        </p:tav>
                                      </p:tavLst>
                                    </p:anim>
                                    <p:set>
                                      <p:cBhvr>
                                        <p:cTn id="54" dur="1" fill="hold">
                                          <p:stCondLst>
                                            <p:cond delay="999"/>
                                          </p:stCondLst>
                                        </p:cTn>
                                        <p:tgtEl>
                                          <p:spTgt spid="13"/>
                                        </p:tgtEl>
                                        <p:attrNameLst>
                                          <p:attrName>style.visibility</p:attrName>
                                        </p:attrNameLst>
                                      </p:cBhvr>
                                      <p:to>
                                        <p:strVal val="hidden"/>
                                      </p:to>
                                    </p:set>
                                  </p:childTnLst>
                                </p:cTn>
                              </p:par>
                            </p:childTnLst>
                          </p:cTn>
                        </p:par>
                        <p:par>
                          <p:cTn id="55" fill="hold">
                            <p:stCondLst>
                              <p:cond delay="1000"/>
                            </p:stCondLst>
                            <p:childTnLst>
                              <p:par>
                                <p:cTn id="56" presetID="42" presetClass="entr" presetSubtype="0" fill="hold" grpId="0" nodeType="after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fade">
                                      <p:cBhvr>
                                        <p:cTn id="58" dur="1000"/>
                                        <p:tgtEl>
                                          <p:spTgt spid="4"/>
                                        </p:tgtEl>
                                      </p:cBhvr>
                                    </p:animEffect>
                                    <p:anim calcmode="lin" valueType="num">
                                      <p:cBhvr>
                                        <p:cTn id="59" dur="1000" fill="hold"/>
                                        <p:tgtEl>
                                          <p:spTgt spid="4"/>
                                        </p:tgtEl>
                                        <p:attrNameLst>
                                          <p:attrName>ppt_x</p:attrName>
                                        </p:attrNameLst>
                                      </p:cBhvr>
                                      <p:tavLst>
                                        <p:tav tm="0">
                                          <p:val>
                                            <p:strVal val="#ppt_x"/>
                                          </p:val>
                                        </p:tav>
                                        <p:tav tm="100000">
                                          <p:val>
                                            <p:strVal val="#ppt_x"/>
                                          </p:val>
                                        </p:tav>
                                      </p:tavLst>
                                    </p:anim>
                                    <p:anim calcmode="lin" valueType="num">
                                      <p:cBhvr>
                                        <p:cTn id="6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animBg="1"/>
      <p:bldP spid="4"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dirty="0">
                <a:solidFill>
                  <a:srgbClr val="FFFFFF"/>
                </a:solidFill>
                <a:latin typeface="Source Code Pro"/>
              </a:rPr>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dirty="0">
                <a:solidFill>
                  <a:srgbClr val="FFFFFF"/>
                </a:solidFill>
                <a:latin typeface="Source Code Pro"/>
              </a:rPr>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文档加载器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Loader</a:t>
            </a:r>
            <a:endParaRPr lang="zh-CN" altLang="en-US" sz="1000" dirty="0">
              <a:solidFill>
                <a:srgbClr val="FFFFFF"/>
              </a:solidFill>
              <a:latin typeface="Source Code Pro"/>
            </a:endParaRPr>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a:t>
            </a:r>
            <a:r>
              <a:rPr lang="zh-CN" altLang="en-US" sz="1000">
                <a:solidFill>
                  <a:srgbClr val="FFFFFF"/>
                </a:solidFill>
                <a:latin typeface="Source Code Pro"/>
              </a:rPr>
              <a:t>解析器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Parser</a:t>
            </a:r>
            <a:endParaRPr lang="zh-CN" altLang="en-US" sz="1000" dirty="0">
              <a:solidFill>
                <a:srgbClr val="FFFFFF"/>
              </a:solidFill>
              <a:latin typeface="Source Code Pro"/>
            </a:endParaRPr>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文档</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a:t>
            </a:r>
            <a:endParaRPr lang="zh-CN" altLang="en-US" sz="1000" dirty="0">
              <a:solidFill>
                <a:srgbClr val="FFFFFF"/>
              </a:solidFill>
              <a:latin typeface="Source Code Pro"/>
            </a:endParaRPr>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文档分割器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Splitter</a:t>
            </a:r>
            <a:endParaRPr lang="zh-CN" altLang="en-US" sz="1000" dirty="0">
              <a:solidFill>
                <a:srgbClr val="FFFFFF"/>
              </a:solidFill>
              <a:latin typeface="Source Code Pro"/>
            </a:endParaRPr>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向量模型</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EmbeddingModel</a:t>
            </a:r>
            <a:endParaRPr lang="zh-CN" altLang="en-US" sz="1000" dirty="0">
              <a:solidFill>
                <a:srgbClr val="FFFFFF"/>
              </a:solidFill>
              <a:latin typeface="Source Code Pro"/>
            </a:endParaRPr>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向量数据库操作对象</a:t>
            </a:r>
            <a:r>
              <a:rPr lang="en-US" altLang="zh-CN" sz="1000" dirty="0" err="1">
                <a:solidFill>
                  <a:srgbClr val="FFFFFF"/>
                </a:solidFill>
                <a:latin typeface="Source Code Pro"/>
              </a:rPr>
              <a:t>EmbeddingStore</a:t>
            </a:r>
            <a:endParaRPr lang="zh-CN" altLang="en-US" sz="1000" dirty="0">
              <a:solidFill>
                <a:srgbClr val="FFFFFF"/>
              </a:solidFill>
              <a:latin typeface="Source Code Pro"/>
            </a:endParaRPr>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2400" dirty="0" err="1">
                <a:solidFill>
                  <a:srgbClr val="C00000"/>
                </a:solidFill>
                <a:latin typeface="Source Code Pro"/>
              </a:rPr>
              <a:t>EmbeddingStoreIngestor</a:t>
            </a:r>
            <a:endParaRPr lang="zh-CN" altLang="en-US" sz="2400" dirty="0">
              <a:solidFill>
                <a:srgbClr val="C00000"/>
              </a:solidFill>
              <a:latin typeface="Source Code Pro"/>
            </a:endParaRPr>
          </a:p>
        </p:txBody>
      </p:sp>
    </p:spTree>
    <p:extLst>
      <p:ext uri="{BB962C8B-B14F-4D97-AF65-F5344CB8AC3E}">
        <p14:creationId xmlns:p14="http://schemas.microsoft.com/office/powerpoint/2010/main" val="9495700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向量模型，用于把文档分割后的片段向量化或者查询时把用户输入的内容向量化</a:t>
            </a:r>
            <a:endParaRPr lang="en-US" altLang="zh-CN" dirty="0">
              <a:solidFill>
                <a:srgbClr val="262626"/>
              </a:solidFill>
              <a:latin typeface="阿里巴巴普惠体"/>
              <a:ea typeface="阿里巴巴普惠体"/>
            </a:endParaRPr>
          </a:p>
        </p:txBody>
      </p:sp>
      <p:sp>
        <p:nvSpPr>
          <p:cNvPr id="5" name="Rectangle 1">
            <a:extLst>
              <a:ext uri="{FF2B5EF4-FFF2-40B4-BE49-F238E27FC236}">
                <a16:creationId xmlns:a16="http://schemas.microsoft.com/office/drawing/2014/main" id="{122009FF-A885-4D69-9F8E-B4C50A91592C}"/>
              </a:ext>
            </a:extLst>
          </p:cNvPr>
          <p:cNvSpPr>
            <a:spLocks noChangeArrowheads="1"/>
          </p:cNvSpPr>
          <p:nvPr/>
        </p:nvSpPr>
        <p:spPr bwMode="auto">
          <a:xfrm>
            <a:off x="623823" y="1651505"/>
            <a:ext cx="5710304" cy="3706271"/>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EmbeddingModel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default </a:t>
            </a:r>
            <a:r>
              <a:rPr lang="zh-CN" altLang="zh-CN" sz="1300" dirty="0">
                <a:solidFill>
                  <a:srgbClr val="000000"/>
                </a:solidFill>
                <a:latin typeface="Arial Unicode MS"/>
                <a:ea typeface="JetBrains Mono"/>
              </a:rPr>
              <a:t>Response</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Embedding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embed</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text</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this</a:t>
            </a:r>
            <a:r>
              <a:rPr lang="zh-CN" altLang="zh-CN" sz="1300" dirty="0">
                <a:solidFill>
                  <a:srgbClr val="080808"/>
                </a:solidFill>
                <a:latin typeface="Arial Unicode MS"/>
                <a:ea typeface="JetBrains Mono"/>
              </a:rPr>
              <a:t>.embed(</a:t>
            </a:r>
            <a:r>
              <a:rPr lang="zh-CN" altLang="zh-CN" sz="1300" dirty="0">
                <a:solidFill>
                  <a:srgbClr val="000000"/>
                </a:solidFill>
                <a:latin typeface="Arial Unicode MS"/>
                <a:ea typeface="JetBrains Mono"/>
              </a:rPr>
              <a:t>TextSegment</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from</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text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default </a:t>
            </a:r>
            <a:r>
              <a:rPr lang="zh-CN" altLang="zh-CN" sz="1300" dirty="0">
                <a:solidFill>
                  <a:srgbClr val="000000"/>
                </a:solidFill>
                <a:latin typeface="Arial Unicode MS"/>
                <a:ea typeface="JetBrains Mono"/>
              </a:rPr>
              <a:t>Response</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Embedding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embed</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TextSegment textSegment</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en-US" altLang="zh-CN" sz="1300" dirty="0">
                <a:solidFill>
                  <a:srgbClr val="080808"/>
                </a:solidFill>
                <a:latin typeface="Arial Unicode MS"/>
                <a:ea typeface="JetBrains Mono"/>
              </a:rPr>
              <a:t>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Response</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Embedding</a:t>
            </a:r>
            <a:r>
              <a:rPr lang="zh-CN" altLang="zh-CN" sz="1300" dirty="0">
                <a:solidFill>
                  <a:srgbClr val="080808"/>
                </a:solidFill>
                <a:latin typeface="Arial Unicode MS"/>
                <a:ea typeface="JetBrains Mono"/>
              </a:rPr>
              <a:t>&gt;&gt; </a:t>
            </a:r>
            <a:r>
              <a:rPr lang="zh-CN" altLang="zh-CN" sz="1300" dirty="0">
                <a:solidFill>
                  <a:srgbClr val="00627A"/>
                </a:solidFill>
                <a:latin typeface="Arial Unicode MS"/>
                <a:ea typeface="JetBrains Mono"/>
              </a:rPr>
              <a:t>embedAll</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TextSegment</a:t>
            </a:r>
            <a:r>
              <a:rPr lang="zh-CN" altLang="zh-CN" sz="1300" dirty="0">
                <a:solidFill>
                  <a:srgbClr val="080808"/>
                </a:solidFill>
                <a:latin typeface="Arial Unicode MS"/>
                <a:ea typeface="JetBrains Mono"/>
              </a:rPr>
              <a:t>&gt; </a:t>
            </a:r>
            <a:r>
              <a:rPr lang="en-US" altLang="zh-CN" sz="1300" dirty="0">
                <a:solidFill>
                  <a:srgbClr val="000000"/>
                </a:solidFill>
                <a:latin typeface="Arial Unicode MS"/>
                <a:ea typeface="JetBrains Mono"/>
              </a:rPr>
              <a:t>texts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default int </a:t>
            </a:r>
            <a:r>
              <a:rPr lang="zh-CN" altLang="zh-CN" sz="1300" dirty="0">
                <a:solidFill>
                  <a:srgbClr val="00627A"/>
                </a:solidFill>
                <a:latin typeface="Arial Unicode MS"/>
                <a:ea typeface="JetBrains Mono"/>
              </a:rPr>
              <a:t>dimension</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Embedding</a:t>
            </a:r>
            <a:r>
              <a:rPr lang="zh-CN" altLang="zh-CN" sz="1300" dirty="0">
                <a:solidFill>
                  <a:srgbClr val="080808"/>
                </a:solidFill>
                <a:latin typeface="Arial Unicode MS"/>
                <a:ea typeface="JetBrains Mono"/>
              </a:rPr>
              <a:t>)</a:t>
            </a:r>
            <a:r>
              <a:rPr lang="zh-CN" altLang="zh-CN" sz="1300" dirty="0">
                <a:solidFill>
                  <a:srgbClr val="0033B3"/>
                </a:solidFill>
                <a:latin typeface="Arial Unicode MS"/>
                <a:ea typeface="JetBrains Mono"/>
              </a:rPr>
              <a:t>this</a:t>
            </a:r>
            <a:r>
              <a:rPr lang="zh-CN" altLang="zh-CN" sz="1300" dirty="0">
                <a:solidFill>
                  <a:srgbClr val="080808"/>
                </a:solidFill>
                <a:latin typeface="Arial Unicode MS"/>
                <a:ea typeface="JetBrains Mono"/>
              </a:rPr>
              <a:t>.embed(</a:t>
            </a:r>
            <a:r>
              <a:rPr lang="zh-CN" altLang="zh-CN" sz="1300" dirty="0">
                <a:solidFill>
                  <a:srgbClr val="067D17"/>
                </a:solidFill>
                <a:latin typeface="Arial Unicode MS"/>
                <a:ea typeface="JetBrains Mono"/>
              </a:rPr>
              <a:t>"test"</a:t>
            </a:r>
            <a:r>
              <a:rPr lang="zh-CN" altLang="zh-CN" sz="1300" dirty="0">
                <a:solidFill>
                  <a:srgbClr val="080808"/>
                </a:solidFill>
                <a:latin typeface="Arial Unicode MS"/>
                <a:ea typeface="JetBrains Mono"/>
              </a:rPr>
              <a:t>).content()).dimension();</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pic>
        <p:nvPicPr>
          <p:cNvPr id="9" name="图片 8">
            <a:extLst>
              <a:ext uri="{FF2B5EF4-FFF2-40B4-BE49-F238E27FC236}">
                <a16:creationId xmlns:a16="http://schemas.microsoft.com/office/drawing/2014/main" id="{C58A0FBE-5356-4FB5-AE82-7AC8F03B4471}"/>
              </a:ext>
            </a:extLst>
          </p:cNvPr>
          <p:cNvPicPr>
            <a:picLocks noChangeAspect="1"/>
          </p:cNvPicPr>
          <p:nvPr/>
        </p:nvPicPr>
        <p:blipFill>
          <a:blip r:embed="rId2"/>
          <a:stretch>
            <a:fillRect/>
          </a:stretch>
        </p:blipFill>
        <p:spPr>
          <a:xfrm>
            <a:off x="6577014" y="1651502"/>
            <a:ext cx="4619625" cy="1581151"/>
          </a:xfrm>
          <a:prstGeom prst="rect">
            <a:avLst/>
          </a:prstGeom>
          <a:ln w="6350">
            <a:solidFill>
              <a:schemeClr val="bg1">
                <a:lumMod val="75000"/>
              </a:schemeClr>
            </a:solidFill>
          </a:ln>
        </p:spPr>
      </p:pic>
    </p:spTree>
    <p:extLst>
      <p:ext uri="{BB962C8B-B14F-4D97-AF65-F5344CB8AC3E}">
        <p14:creationId xmlns:p14="http://schemas.microsoft.com/office/powerpoint/2010/main" val="3047428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向量模型，用于把文档分割后的片段向量化或者查询时把用户输入的内容向量化</a:t>
            </a:r>
            <a:endParaRPr lang="en-US" altLang="zh-CN" dirty="0">
              <a:solidFill>
                <a:srgbClr val="262626"/>
              </a:solidFill>
              <a:latin typeface="阿里巴巴普惠体"/>
              <a:ea typeface="阿里巴巴普惠体"/>
            </a:endParaRPr>
          </a:p>
        </p:txBody>
      </p:sp>
      <p:sp>
        <p:nvSpPr>
          <p:cNvPr id="6" name="内容占位符 1">
            <a:extLst>
              <a:ext uri="{FF2B5EF4-FFF2-40B4-BE49-F238E27FC236}">
                <a16:creationId xmlns:a16="http://schemas.microsoft.com/office/drawing/2014/main" id="{C12F65B1-6F78-4CFF-AB3E-5106AC5EC481}"/>
              </a:ext>
            </a:extLst>
          </p:cNvPr>
          <p:cNvSpPr txBox="1">
            <a:spLocks/>
          </p:cNvSpPr>
          <p:nvPr/>
        </p:nvSpPr>
        <p:spPr>
          <a:xfrm>
            <a:off x="919097" y="1622927"/>
            <a:ext cx="3471931" cy="11869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dirty="0">
                <a:solidFill>
                  <a:srgbClr val="2F2F2F"/>
                </a:solidFill>
                <a:latin typeface="Source Code Pro"/>
              </a:rPr>
              <a:t>配置向量模型信息</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设置</a:t>
            </a:r>
            <a:r>
              <a:rPr lang="en-US" altLang="zh-CN" sz="1600" dirty="0" err="1">
                <a:solidFill>
                  <a:srgbClr val="2F2F2F"/>
                </a:solidFill>
                <a:latin typeface="Source Code Pro"/>
              </a:rPr>
              <a:t>EmbeddingModel</a:t>
            </a:r>
            <a:endParaRPr lang="en-US" altLang="zh-CN" sz="1600" dirty="0">
              <a:solidFill>
                <a:srgbClr val="2F2F2F"/>
              </a:solidFill>
              <a:latin typeface="Source Code Pro"/>
            </a:endParaRPr>
          </a:p>
        </p:txBody>
      </p:sp>
      <p:pic>
        <p:nvPicPr>
          <p:cNvPr id="8" name="图片 7">
            <a:extLst>
              <a:ext uri="{FF2B5EF4-FFF2-40B4-BE49-F238E27FC236}">
                <a16:creationId xmlns:a16="http://schemas.microsoft.com/office/drawing/2014/main" id="{D1659CDF-C395-4464-9487-71BD736B417A}"/>
              </a:ext>
            </a:extLst>
          </p:cNvPr>
          <p:cNvPicPr>
            <a:picLocks noChangeAspect="1"/>
          </p:cNvPicPr>
          <p:nvPr/>
        </p:nvPicPr>
        <p:blipFill>
          <a:blip r:embed="rId2"/>
          <a:stretch>
            <a:fillRect/>
          </a:stretch>
        </p:blipFill>
        <p:spPr>
          <a:xfrm>
            <a:off x="5944067" y="1622928"/>
            <a:ext cx="5867504" cy="3589803"/>
          </a:xfrm>
          <a:prstGeom prst="rect">
            <a:avLst/>
          </a:prstGeom>
          <a:ln w="6350">
            <a:solidFill>
              <a:schemeClr val="bg1">
                <a:lumMod val="75000"/>
              </a:schemeClr>
            </a:solidFill>
          </a:ln>
        </p:spPr>
      </p:pic>
      <p:grpSp>
        <p:nvGrpSpPr>
          <p:cNvPr id="11" name="组合 10">
            <a:extLst>
              <a:ext uri="{FF2B5EF4-FFF2-40B4-BE49-F238E27FC236}">
                <a16:creationId xmlns:a16="http://schemas.microsoft.com/office/drawing/2014/main" id="{3B097779-13B3-4E6A-A272-093327AB89E3}"/>
              </a:ext>
            </a:extLst>
          </p:cNvPr>
          <p:cNvGrpSpPr/>
          <p:nvPr/>
        </p:nvGrpSpPr>
        <p:grpSpPr>
          <a:xfrm>
            <a:off x="652397" y="2641694"/>
            <a:ext cx="5198032" cy="2593383"/>
            <a:chOff x="452372" y="2641690"/>
            <a:chExt cx="5198032" cy="2593383"/>
          </a:xfrm>
        </p:grpSpPr>
        <p:sp>
          <p:nvSpPr>
            <p:cNvPr id="12" name="矩形: 圆角 11">
              <a:extLst>
                <a:ext uri="{FF2B5EF4-FFF2-40B4-BE49-F238E27FC236}">
                  <a16:creationId xmlns:a16="http://schemas.microsoft.com/office/drawing/2014/main" id="{135CB934-0976-48D3-9780-D664EB5AA1F1}"/>
                </a:ext>
              </a:extLst>
            </p:cNvPr>
            <p:cNvSpPr/>
            <p:nvPr/>
          </p:nvSpPr>
          <p:spPr>
            <a:xfrm>
              <a:off x="452372" y="2641690"/>
              <a:ext cx="5198032" cy="2593383"/>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3" name="任意多边形: 形状 12">
              <a:extLst>
                <a:ext uri="{FF2B5EF4-FFF2-40B4-BE49-F238E27FC236}">
                  <a16:creationId xmlns:a16="http://schemas.microsoft.com/office/drawing/2014/main" id="{3D4797BE-C5C8-4B97-9BB2-99F92285CBB2}"/>
                </a:ext>
              </a:extLst>
            </p:cNvPr>
            <p:cNvSpPr/>
            <p:nvPr/>
          </p:nvSpPr>
          <p:spPr>
            <a:xfrm>
              <a:off x="452372" y="2663429"/>
              <a:ext cx="5198032"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4" name="组合 13">
              <a:extLst>
                <a:ext uri="{FF2B5EF4-FFF2-40B4-BE49-F238E27FC236}">
                  <a16:creationId xmlns:a16="http://schemas.microsoft.com/office/drawing/2014/main" id="{61FB003C-381F-4CD2-A4B4-3DB6329B7E9F}"/>
                </a:ext>
              </a:extLst>
            </p:cNvPr>
            <p:cNvGrpSpPr/>
            <p:nvPr/>
          </p:nvGrpSpPr>
          <p:grpSpPr>
            <a:xfrm>
              <a:off x="618123" y="2748899"/>
              <a:ext cx="771634" cy="133081"/>
              <a:chOff x="2016841" y="2587412"/>
              <a:chExt cx="730275" cy="133081"/>
            </a:xfrm>
          </p:grpSpPr>
          <p:sp>
            <p:nvSpPr>
              <p:cNvPr id="15" name="椭圆 14">
                <a:extLst>
                  <a:ext uri="{FF2B5EF4-FFF2-40B4-BE49-F238E27FC236}">
                    <a16:creationId xmlns:a16="http://schemas.microsoft.com/office/drawing/2014/main" id="{C3D774DA-F37D-41C1-A537-1255A1D9F341}"/>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6" name="椭圆 15">
                <a:extLst>
                  <a:ext uri="{FF2B5EF4-FFF2-40B4-BE49-F238E27FC236}">
                    <a16:creationId xmlns:a16="http://schemas.microsoft.com/office/drawing/2014/main" id="{9FE1BF26-E7C3-4C4D-A16B-E5943089223D}"/>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7" name="椭圆 16">
                <a:extLst>
                  <a:ext uri="{FF2B5EF4-FFF2-40B4-BE49-F238E27FC236}">
                    <a16:creationId xmlns:a16="http://schemas.microsoft.com/office/drawing/2014/main" id="{E1C06492-405C-4EEC-AEBB-A32C938B036D}"/>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10" name="Rectangle 1">
              <a:extLst>
                <a:ext uri="{FF2B5EF4-FFF2-40B4-BE49-F238E27FC236}">
                  <a16:creationId xmlns:a16="http://schemas.microsoft.com/office/drawing/2014/main" id="{10C895BD-DFE2-407F-BD4A-1995E3EF8221}"/>
                </a:ext>
              </a:extLst>
            </p:cNvPr>
            <p:cNvSpPr>
              <a:spLocks noChangeArrowheads="1"/>
            </p:cNvSpPr>
            <p:nvPr/>
          </p:nvSpPr>
          <p:spPr bwMode="auto">
            <a:xfrm>
              <a:off x="524848" y="3028418"/>
              <a:ext cx="5053079" cy="214584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langchain4j</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open-ai</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embedding-model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base-url</a:t>
              </a:r>
              <a:r>
                <a:rPr lang="zh-CN" altLang="zh-CN" sz="1300" dirty="0">
                  <a:solidFill>
                    <a:srgbClr val="080808"/>
                  </a:solidFill>
                  <a:latin typeface="Arial Unicode MS"/>
                  <a:ea typeface="JetBrains Mono"/>
                </a:rPr>
                <a:t>: https://dashscope.aliyuncs.com/compatible-mode/v1</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api-key</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API-KEY</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model-name</a:t>
              </a:r>
              <a:r>
                <a:rPr lang="zh-CN" altLang="zh-CN" sz="1300" dirty="0">
                  <a:solidFill>
                    <a:srgbClr val="080808"/>
                  </a:solidFill>
                  <a:latin typeface="Arial Unicode MS"/>
                  <a:ea typeface="JetBrains Mono"/>
                </a:rPr>
                <a:t>: text-embedding-v3</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log-requests</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true</a:t>
              </a:r>
              <a:br>
                <a:rPr lang="zh-CN" altLang="zh-CN" sz="1300" dirty="0">
                  <a:solidFill>
                    <a:srgbClr val="0033B3"/>
                  </a:solidFill>
                  <a:latin typeface="Arial Unicode MS"/>
                  <a:ea typeface="JetBrains Mono"/>
                </a:rPr>
              </a:br>
              <a:r>
                <a:rPr lang="zh-CN" altLang="zh-CN" sz="1300" dirty="0">
                  <a:solidFill>
                    <a:srgbClr val="0033B3"/>
                  </a:solidFill>
                  <a:latin typeface="Arial Unicode MS"/>
                  <a:ea typeface="JetBrains Mono"/>
                </a:rPr>
                <a:t>      log-responses</a:t>
              </a: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true</a:t>
              </a:r>
              <a:endParaRPr lang="zh-CN" altLang="zh-CN" sz="2400" dirty="0">
                <a:latin typeface="Arial" panose="020B0604020202020204" pitchFamily="34" charset="0"/>
              </a:endParaRPr>
            </a:p>
          </p:txBody>
        </p:sp>
      </p:grpSp>
      <p:sp>
        <p:nvSpPr>
          <p:cNvPr id="24" name="矩形 23">
            <a:extLst>
              <a:ext uri="{FF2B5EF4-FFF2-40B4-BE49-F238E27FC236}">
                <a16:creationId xmlns:a16="http://schemas.microsoft.com/office/drawing/2014/main" id="{6A1D8EA7-80DC-4FDE-8278-548CB6C7851F}"/>
              </a:ext>
            </a:extLst>
          </p:cNvPr>
          <p:cNvSpPr/>
          <p:nvPr/>
        </p:nvSpPr>
        <p:spPr>
          <a:xfrm>
            <a:off x="888456" y="3606031"/>
            <a:ext cx="185474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nvGrpSpPr>
          <p:cNvPr id="30" name="组合 29">
            <a:extLst>
              <a:ext uri="{FF2B5EF4-FFF2-40B4-BE49-F238E27FC236}">
                <a16:creationId xmlns:a16="http://schemas.microsoft.com/office/drawing/2014/main" id="{F968ADBD-F479-4DD8-8704-CDD0F98ADB7B}"/>
              </a:ext>
            </a:extLst>
          </p:cNvPr>
          <p:cNvGrpSpPr/>
          <p:nvPr/>
        </p:nvGrpSpPr>
        <p:grpSpPr>
          <a:xfrm>
            <a:off x="746035" y="3045933"/>
            <a:ext cx="5198032" cy="3681275"/>
            <a:chOff x="746035" y="3024324"/>
            <a:chExt cx="5198032" cy="3681276"/>
          </a:xfrm>
        </p:grpSpPr>
        <p:sp>
          <p:nvSpPr>
            <p:cNvPr id="21" name="矩形: 圆角 20">
              <a:extLst>
                <a:ext uri="{FF2B5EF4-FFF2-40B4-BE49-F238E27FC236}">
                  <a16:creationId xmlns:a16="http://schemas.microsoft.com/office/drawing/2014/main" id="{39F6C863-03E3-482E-81F7-98C576D0887A}"/>
                </a:ext>
              </a:extLst>
            </p:cNvPr>
            <p:cNvSpPr/>
            <p:nvPr/>
          </p:nvSpPr>
          <p:spPr>
            <a:xfrm>
              <a:off x="746035" y="3024324"/>
              <a:ext cx="5198032" cy="3681276"/>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2" name="任意多边形: 形状 21">
              <a:extLst>
                <a:ext uri="{FF2B5EF4-FFF2-40B4-BE49-F238E27FC236}">
                  <a16:creationId xmlns:a16="http://schemas.microsoft.com/office/drawing/2014/main" id="{F3BA8B7F-4D7A-4D42-BA0F-7B938D8E566D}"/>
                </a:ext>
              </a:extLst>
            </p:cNvPr>
            <p:cNvSpPr/>
            <p:nvPr/>
          </p:nvSpPr>
          <p:spPr>
            <a:xfrm>
              <a:off x="746035" y="3046063"/>
              <a:ext cx="5198032"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3" name="组合 22">
              <a:extLst>
                <a:ext uri="{FF2B5EF4-FFF2-40B4-BE49-F238E27FC236}">
                  <a16:creationId xmlns:a16="http://schemas.microsoft.com/office/drawing/2014/main" id="{51C8A085-CD48-4055-B110-829C7E02C615}"/>
                </a:ext>
              </a:extLst>
            </p:cNvPr>
            <p:cNvGrpSpPr/>
            <p:nvPr/>
          </p:nvGrpSpPr>
          <p:grpSpPr>
            <a:xfrm>
              <a:off x="911786" y="3131533"/>
              <a:ext cx="771634" cy="133081"/>
              <a:chOff x="2016841" y="2587412"/>
              <a:chExt cx="730275" cy="133081"/>
            </a:xfrm>
          </p:grpSpPr>
          <p:sp>
            <p:nvSpPr>
              <p:cNvPr id="25" name="椭圆 24">
                <a:extLst>
                  <a:ext uri="{FF2B5EF4-FFF2-40B4-BE49-F238E27FC236}">
                    <a16:creationId xmlns:a16="http://schemas.microsoft.com/office/drawing/2014/main" id="{95FACCBB-2B37-4616-86AB-B0F12165EE99}"/>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6" name="椭圆 25">
                <a:extLst>
                  <a:ext uri="{FF2B5EF4-FFF2-40B4-BE49-F238E27FC236}">
                    <a16:creationId xmlns:a16="http://schemas.microsoft.com/office/drawing/2014/main" id="{0D5617BA-38C1-42B2-A6E2-A14F20D89376}"/>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7" name="椭圆 26">
                <a:extLst>
                  <a:ext uri="{FF2B5EF4-FFF2-40B4-BE49-F238E27FC236}">
                    <a16:creationId xmlns:a16="http://schemas.microsoft.com/office/drawing/2014/main" id="{963D3807-B1C1-4970-98EB-6FB076B1CEC1}"/>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28" name="Rectangle 3">
              <a:extLst>
                <a:ext uri="{FF2B5EF4-FFF2-40B4-BE49-F238E27FC236}">
                  <a16:creationId xmlns:a16="http://schemas.microsoft.com/office/drawing/2014/main" id="{4844BEB5-803C-43DB-8DD0-9C80AA6790D2}"/>
                </a:ext>
              </a:extLst>
            </p:cNvPr>
            <p:cNvSpPr>
              <a:spLocks noChangeArrowheads="1"/>
            </p:cNvSpPr>
            <p:nvPr/>
          </p:nvSpPr>
          <p:spPr bwMode="auto">
            <a:xfrm>
              <a:off x="919096" y="3417236"/>
              <a:ext cx="3657600"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EmbeddingStoreIngestor</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.embeddingStore(</a:t>
              </a:r>
              <a:r>
                <a:rPr lang="zh-CN" altLang="zh-CN" sz="1300" dirty="0">
                  <a:solidFill>
                    <a:srgbClr val="000000"/>
                  </a:solidFill>
                  <a:latin typeface="Arial Unicode MS"/>
                  <a:ea typeface="JetBrains Mono"/>
                </a:rPr>
                <a:t>store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.documentSplitter(</a:t>
              </a:r>
              <a:r>
                <a:rPr lang="zh-CN" altLang="zh-CN" sz="1300" dirty="0">
                  <a:solidFill>
                    <a:srgbClr val="000000"/>
                  </a:solidFill>
                  <a:latin typeface="Arial Unicode MS"/>
                  <a:ea typeface="JetBrains Mono"/>
                </a:rPr>
                <a:t>documentSplitter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.embeddingModel(</a:t>
              </a:r>
              <a:r>
                <a:rPr lang="zh-CN" altLang="zh-CN" sz="1300" dirty="0">
                  <a:solidFill>
                    <a:srgbClr val="871094"/>
                  </a:solidFill>
                  <a:latin typeface="Arial Unicode MS"/>
                  <a:ea typeface="JetBrains Mono"/>
                </a:rPr>
                <a:t>embeddingModel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endParaRPr lang="zh-CN" altLang="zh-CN" sz="2400" dirty="0">
                <a:latin typeface="Arial" panose="020B0604020202020204" pitchFamily="34" charset="0"/>
              </a:endParaRPr>
            </a:p>
          </p:txBody>
        </p:sp>
        <p:sp>
          <p:nvSpPr>
            <p:cNvPr id="29" name="Rectangle 4">
              <a:extLst>
                <a:ext uri="{FF2B5EF4-FFF2-40B4-BE49-F238E27FC236}">
                  <a16:creationId xmlns:a16="http://schemas.microsoft.com/office/drawing/2014/main" id="{963319FA-66B8-4B0E-841B-84FD7BEBD6F5}"/>
                </a:ext>
              </a:extLst>
            </p:cNvPr>
            <p:cNvSpPr>
              <a:spLocks noChangeArrowheads="1"/>
            </p:cNvSpPr>
            <p:nvPr/>
          </p:nvSpPr>
          <p:spPr bwMode="auto">
            <a:xfrm>
              <a:off x="952434" y="4846728"/>
              <a:ext cx="3590925" cy="162570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EmbeddingStoreContentRetriever</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.embeddingStore(</a:t>
              </a:r>
              <a:r>
                <a:rPr lang="zh-CN" altLang="zh-CN" sz="1300" dirty="0">
                  <a:solidFill>
                    <a:srgbClr val="000000"/>
                  </a:solidFill>
                  <a:latin typeface="Arial Unicode MS"/>
                  <a:ea typeface="JetBrains Mono"/>
                </a:rPr>
                <a:t>store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.embeddingModel(</a:t>
              </a:r>
              <a:r>
                <a:rPr lang="zh-CN" altLang="zh-CN" sz="1300" dirty="0">
                  <a:solidFill>
                    <a:srgbClr val="871094"/>
                  </a:solidFill>
                  <a:latin typeface="Arial Unicode MS"/>
                  <a:ea typeface="JetBrains Mono"/>
                </a:rPr>
                <a:t>embeddingModel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.maxResults(</a:t>
              </a:r>
              <a:r>
                <a:rPr lang="zh-CN" altLang="zh-CN" sz="1300" dirty="0">
                  <a:solidFill>
                    <a:srgbClr val="1750EB"/>
                  </a:solidFill>
                  <a:latin typeface="Arial Unicode MS"/>
                  <a:ea typeface="JetBrains Mono"/>
                </a:rPr>
                <a:t>3</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.minScore(</a:t>
              </a:r>
              <a:r>
                <a:rPr lang="zh-CN" altLang="zh-CN" sz="1300" dirty="0">
                  <a:solidFill>
                    <a:srgbClr val="1750EB"/>
                  </a:solidFill>
                  <a:latin typeface="Arial Unicode MS"/>
                  <a:ea typeface="JetBrains Mono"/>
                </a:rPr>
                <a:t>0.6</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endParaRPr lang="zh-CN" altLang="zh-CN" sz="2400" dirty="0">
                <a:latin typeface="Arial" panose="020B0604020202020204" pitchFamily="34" charset="0"/>
              </a:endParaRPr>
            </a:p>
          </p:txBody>
        </p:sp>
      </p:grpSp>
      <p:sp>
        <p:nvSpPr>
          <p:cNvPr id="31" name="矩形 30">
            <a:extLst>
              <a:ext uri="{FF2B5EF4-FFF2-40B4-BE49-F238E27FC236}">
                <a16:creationId xmlns:a16="http://schemas.microsoft.com/office/drawing/2014/main" id="{94FB0CAA-1C77-45D4-831E-41FF275F064A}"/>
              </a:ext>
            </a:extLst>
          </p:cNvPr>
          <p:cNvSpPr/>
          <p:nvPr/>
        </p:nvSpPr>
        <p:spPr>
          <a:xfrm>
            <a:off x="1367911" y="5437897"/>
            <a:ext cx="2884104" cy="283124"/>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2" name="矩形 31">
            <a:extLst>
              <a:ext uri="{FF2B5EF4-FFF2-40B4-BE49-F238E27FC236}">
                <a16:creationId xmlns:a16="http://schemas.microsoft.com/office/drawing/2014/main" id="{1AA8A675-C730-439D-81C2-833EE6AD4C7F}"/>
              </a:ext>
            </a:extLst>
          </p:cNvPr>
          <p:cNvSpPr/>
          <p:nvPr/>
        </p:nvSpPr>
        <p:spPr>
          <a:xfrm>
            <a:off x="1367911" y="4277079"/>
            <a:ext cx="288410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72618615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1000"/>
                                        <p:tgtEl>
                                          <p:spTgt spid="30"/>
                                        </p:tgtEl>
                                      </p:cBhvr>
                                    </p:animEffect>
                                    <p:anim calcmode="lin" valueType="num">
                                      <p:cBhvr>
                                        <p:cTn id="32" dur="1000" fill="hold"/>
                                        <p:tgtEl>
                                          <p:spTgt spid="30"/>
                                        </p:tgtEl>
                                        <p:attrNameLst>
                                          <p:attrName>ppt_x</p:attrName>
                                        </p:attrNameLst>
                                      </p:cBhvr>
                                      <p:tavLst>
                                        <p:tav tm="0">
                                          <p:val>
                                            <p:strVal val="#ppt_x"/>
                                          </p:val>
                                        </p:tav>
                                        <p:tav tm="100000">
                                          <p:val>
                                            <p:strVal val="#ppt_x"/>
                                          </p:val>
                                        </p:tav>
                                      </p:tavLst>
                                    </p:anim>
                                    <p:anim calcmode="lin" valueType="num">
                                      <p:cBhvr>
                                        <p:cTn id="33" dur="1000" fill="hold"/>
                                        <p:tgtEl>
                                          <p:spTgt spid="3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1000"/>
                                        <p:tgtEl>
                                          <p:spTgt spid="31"/>
                                        </p:tgtEl>
                                      </p:cBhvr>
                                    </p:animEffect>
                                    <p:anim calcmode="lin" valueType="num">
                                      <p:cBhvr>
                                        <p:cTn id="37" dur="1000" fill="hold"/>
                                        <p:tgtEl>
                                          <p:spTgt spid="31"/>
                                        </p:tgtEl>
                                        <p:attrNameLst>
                                          <p:attrName>ppt_x</p:attrName>
                                        </p:attrNameLst>
                                      </p:cBhvr>
                                      <p:tavLst>
                                        <p:tav tm="0">
                                          <p:val>
                                            <p:strVal val="#ppt_x"/>
                                          </p:val>
                                        </p:tav>
                                        <p:tav tm="100000">
                                          <p:val>
                                            <p:strVal val="#ppt_x"/>
                                          </p:val>
                                        </p:tav>
                                      </p:tavLst>
                                    </p:anim>
                                    <p:anim calcmode="lin" valueType="num">
                                      <p:cBhvr>
                                        <p:cTn id="38" dur="1000" fill="hold"/>
                                        <p:tgtEl>
                                          <p:spTgt spid="3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1000"/>
                                        <p:tgtEl>
                                          <p:spTgt spid="32"/>
                                        </p:tgtEl>
                                      </p:cBhvr>
                                    </p:animEffect>
                                    <p:anim calcmode="lin" valueType="num">
                                      <p:cBhvr>
                                        <p:cTn id="42" dur="1000" fill="hold"/>
                                        <p:tgtEl>
                                          <p:spTgt spid="32"/>
                                        </p:tgtEl>
                                        <p:attrNameLst>
                                          <p:attrName>ppt_x</p:attrName>
                                        </p:attrNameLst>
                                      </p:cBhvr>
                                      <p:tavLst>
                                        <p:tav tm="0">
                                          <p:val>
                                            <p:strVal val="#ppt_x"/>
                                          </p:val>
                                        </p:tav>
                                        <p:tav tm="100000">
                                          <p:val>
                                            <p:strVal val="#ppt_x"/>
                                          </p:val>
                                        </p:tav>
                                      </p:tavLst>
                                    </p:anim>
                                    <p:anim calcmode="lin" valueType="num">
                                      <p:cBhvr>
                                        <p:cTn id="4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animBg="1"/>
      <p:bldP spid="31" grpId="0" animBg="1"/>
      <p:bldP spid="32"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dirty="0">
                <a:solidFill>
                  <a:srgbClr val="FFFFFF"/>
                </a:solidFill>
                <a:latin typeface="Source Code Pro"/>
              </a:rPr>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dirty="0">
                <a:solidFill>
                  <a:srgbClr val="FFFFFF"/>
                </a:solidFill>
                <a:latin typeface="Source Code Pro"/>
              </a:rPr>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文档加载器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Loader</a:t>
            </a:r>
            <a:endParaRPr lang="zh-CN" altLang="en-US" sz="1000" dirty="0">
              <a:solidFill>
                <a:srgbClr val="FFFFFF"/>
              </a:solidFill>
              <a:latin typeface="Source Code Pro"/>
            </a:endParaRPr>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a:t>
            </a:r>
            <a:r>
              <a:rPr lang="zh-CN" altLang="en-US" sz="1000">
                <a:solidFill>
                  <a:srgbClr val="FFFFFF"/>
                </a:solidFill>
                <a:latin typeface="Source Code Pro"/>
              </a:rPr>
              <a:t>解析器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Parser</a:t>
            </a:r>
            <a:endParaRPr lang="zh-CN" altLang="en-US" sz="1000" dirty="0">
              <a:solidFill>
                <a:srgbClr val="FFFFFF"/>
              </a:solidFill>
              <a:latin typeface="Source Code Pro"/>
            </a:endParaRPr>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文档</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a:t>
            </a:r>
            <a:endParaRPr lang="zh-CN" altLang="en-US" sz="1000" dirty="0">
              <a:solidFill>
                <a:srgbClr val="FFFFFF"/>
              </a:solidFill>
              <a:latin typeface="Source Code Pro"/>
            </a:endParaRPr>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文档分割器</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Document Splitter</a:t>
            </a:r>
            <a:endParaRPr lang="zh-CN" altLang="en-US" sz="1000" dirty="0">
              <a:solidFill>
                <a:srgbClr val="FFFFFF"/>
              </a:solidFill>
              <a:latin typeface="Source Code Pro"/>
            </a:endParaRPr>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TextSegment</a:t>
            </a:r>
            <a:endParaRPr lang="zh-CN" altLang="en-US" sz="1000" dirty="0">
              <a:solidFill>
                <a:srgbClr val="FFFFFF"/>
              </a:solidFill>
              <a:latin typeface="Source Code Pro"/>
            </a:endParaRPr>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向量模型</a:t>
            </a:r>
            <a:endParaRPr lang="en-US" altLang="zh-CN" sz="1000" dirty="0">
              <a:solidFill>
                <a:srgbClr val="FFFFFF"/>
              </a:solidFill>
              <a:latin typeface="Source Code Pro"/>
            </a:endParaRPr>
          </a:p>
          <a:p>
            <a:pPr algn="ctr">
              <a:defRPr/>
            </a:pPr>
            <a:r>
              <a:rPr lang="en-US" altLang="zh-CN" sz="1000" dirty="0" err="1">
                <a:solidFill>
                  <a:srgbClr val="FFFFFF"/>
                </a:solidFill>
                <a:latin typeface="Source Code Pro"/>
              </a:rPr>
              <a:t>EmbeddingModel</a:t>
            </a:r>
            <a:endParaRPr lang="zh-CN" altLang="en-US" sz="1000" dirty="0">
              <a:solidFill>
                <a:srgbClr val="FFFFFF"/>
              </a:solidFill>
              <a:latin typeface="Source Code Pro"/>
            </a:endParaRPr>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dirty="0">
              <a:solidFill>
                <a:srgbClr val="FFFFFF"/>
              </a:solidFill>
              <a:latin typeface="Source Code Pro"/>
            </a:endParaRPr>
          </a:p>
          <a:p>
            <a:pPr algn="ctr">
              <a:defRPr/>
            </a:pPr>
            <a:r>
              <a:rPr lang="en-US" altLang="zh-CN" sz="1000" dirty="0">
                <a:solidFill>
                  <a:srgbClr val="FFFFFF"/>
                </a:solidFill>
                <a:latin typeface="Source Code Pro"/>
              </a:rPr>
              <a:t>Embedding</a:t>
            </a:r>
            <a:endParaRPr lang="zh-CN" altLang="en-US" sz="1000" dirty="0">
              <a:solidFill>
                <a:srgbClr val="FFFFFF"/>
              </a:solidFill>
              <a:latin typeface="Source Code Pro"/>
            </a:endParaRPr>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dirty="0">
                <a:solidFill>
                  <a:srgbClr val="FFFFFF"/>
                </a:solidFill>
                <a:latin typeface="Source Code Pro"/>
              </a:rPr>
              <a:t>向量数据库操作对象</a:t>
            </a:r>
            <a:r>
              <a:rPr lang="en-US" altLang="zh-CN" sz="1000" dirty="0" err="1">
                <a:solidFill>
                  <a:srgbClr val="FFFFFF"/>
                </a:solidFill>
                <a:latin typeface="Source Code Pro"/>
              </a:rPr>
              <a:t>EmbeddingStore</a:t>
            </a:r>
            <a:endParaRPr lang="zh-CN" altLang="en-US" sz="1000" dirty="0">
              <a:solidFill>
                <a:srgbClr val="FFFFFF"/>
              </a:solidFill>
              <a:latin typeface="Source Code Pro"/>
            </a:endParaRPr>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dirty="0">
                <a:solidFill>
                  <a:srgbClr val="FFFFFF"/>
                </a:solidFill>
                <a:latin typeface="Source Code Pro"/>
              </a:rPr>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2400" dirty="0" err="1">
                <a:solidFill>
                  <a:srgbClr val="C00000"/>
                </a:solidFill>
                <a:latin typeface="Source Code Pro"/>
              </a:rPr>
              <a:t>EmbeddingStoreIngestor</a:t>
            </a:r>
            <a:endParaRPr lang="zh-CN" altLang="en-US" sz="2400" dirty="0">
              <a:solidFill>
                <a:srgbClr val="C00000"/>
              </a:solidFill>
              <a:latin typeface="Source Code Pro"/>
            </a:endParaRPr>
          </a:p>
        </p:txBody>
      </p:sp>
    </p:spTree>
    <p:extLst>
      <p:ext uri="{BB962C8B-B14F-4D97-AF65-F5344CB8AC3E}">
        <p14:creationId xmlns:p14="http://schemas.microsoft.com/office/powerpoint/2010/main" val="119960404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err="1">
                <a:solidFill>
                  <a:srgbClr val="262626"/>
                </a:solidFill>
                <a:latin typeface="阿里巴巴普惠体"/>
                <a:ea typeface="阿里巴巴普惠体"/>
              </a:rPr>
              <a:t>EmbeddingStore</a:t>
            </a:r>
            <a:r>
              <a:rPr lang="zh-CN" altLang="en-US" dirty="0">
                <a:solidFill>
                  <a:srgbClr val="262626"/>
                </a:solidFill>
                <a:latin typeface="阿里巴巴普惠体"/>
                <a:ea typeface="阿里巴巴普惠体"/>
              </a:rPr>
              <a:t>，用于操作向量数据库（添加、检索）</a:t>
            </a:r>
            <a:endParaRPr lang="en-US" altLang="zh-CN" dirty="0">
              <a:solidFill>
                <a:srgbClr val="262626"/>
              </a:solidFill>
              <a:latin typeface="阿里巴巴普惠体"/>
              <a:ea typeface="阿里巴巴普惠体"/>
            </a:endParaRPr>
          </a:p>
        </p:txBody>
      </p:sp>
      <p:sp>
        <p:nvSpPr>
          <p:cNvPr id="2" name="Rectangle 1">
            <a:extLst>
              <a:ext uri="{FF2B5EF4-FFF2-40B4-BE49-F238E27FC236}">
                <a16:creationId xmlns:a16="http://schemas.microsoft.com/office/drawing/2014/main" id="{E07BCC48-57C9-42B4-BBD6-BB752F5D27CC}"/>
              </a:ext>
            </a:extLst>
          </p:cNvPr>
          <p:cNvSpPr>
            <a:spLocks noChangeArrowheads="1"/>
          </p:cNvSpPr>
          <p:nvPr/>
        </p:nvSpPr>
        <p:spPr bwMode="auto">
          <a:xfrm>
            <a:off x="728597" y="1702802"/>
            <a:ext cx="6567555" cy="2926057"/>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public interface </a:t>
            </a:r>
            <a:r>
              <a:rPr lang="zh-CN" altLang="zh-CN" sz="1300" dirty="0">
                <a:solidFill>
                  <a:srgbClr val="000000"/>
                </a:solidFill>
                <a:latin typeface="Arial Unicode MS"/>
                <a:ea typeface="JetBrains Mono"/>
              </a:rPr>
              <a:t>EmbeddingStore</a:t>
            </a:r>
            <a:r>
              <a:rPr lang="zh-CN" altLang="zh-CN" sz="1300" dirty="0">
                <a:solidFill>
                  <a:srgbClr val="080808"/>
                </a:solidFill>
                <a:latin typeface="Arial Unicode MS"/>
                <a:ea typeface="JetBrains Mono"/>
              </a:rPr>
              <a:t>&lt;</a:t>
            </a:r>
            <a:r>
              <a:rPr lang="zh-CN" altLang="zh-CN" sz="1300" dirty="0">
                <a:solidFill>
                  <a:srgbClr val="007E8A"/>
                </a:solidFill>
                <a:latin typeface="Arial Unicode MS"/>
                <a:ea typeface="JetBrains Mono"/>
              </a:rPr>
              <a:t>Embedded</a:t>
            </a:r>
            <a:r>
              <a:rPr lang="zh-CN" altLang="zh-CN" sz="1300" dirty="0">
                <a:solidFill>
                  <a:srgbClr val="080808"/>
                </a:solidFill>
                <a:latin typeface="Arial Unicode MS"/>
                <a:ea typeface="JetBrains Mono"/>
              </a:rPr>
              <a:t>&gt;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a:t>
            </a:r>
            <a:r>
              <a:rPr lang="zh-CN" altLang="zh-CN" sz="1300" dirty="0">
                <a:solidFill>
                  <a:srgbClr val="00627A"/>
                </a:solidFill>
                <a:latin typeface="Arial Unicode MS"/>
                <a:ea typeface="JetBrains Mono"/>
              </a:rPr>
              <a:t>add</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Embedding embedding</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void </a:t>
            </a:r>
            <a:r>
              <a:rPr lang="zh-CN" altLang="zh-CN" sz="1300" dirty="0">
                <a:solidFill>
                  <a:srgbClr val="00627A"/>
                </a:solidFill>
                <a:latin typeface="Arial Unicode MS"/>
                <a:ea typeface="JetBrains Mono"/>
              </a:rPr>
              <a:t>add</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text</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Embedding embedding</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a:t>
            </a:r>
            <a:r>
              <a:rPr lang="zh-CN" altLang="zh-CN" sz="1300" dirty="0">
                <a:solidFill>
                  <a:srgbClr val="00627A"/>
                </a:solidFill>
                <a:latin typeface="Arial Unicode MS"/>
                <a:ea typeface="JetBrains Mono"/>
              </a:rPr>
              <a:t>add</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Embedding embedding</a:t>
            </a:r>
            <a:r>
              <a:rPr lang="zh-CN" altLang="zh-CN" sz="1300" dirty="0">
                <a:solidFill>
                  <a:srgbClr val="080808"/>
                </a:solidFill>
                <a:latin typeface="Arial Unicode MS"/>
                <a:ea typeface="JetBrains Mono"/>
              </a:rPr>
              <a:t>, </a:t>
            </a:r>
            <a:r>
              <a:rPr lang="zh-CN" altLang="zh-CN" sz="1300" dirty="0">
                <a:solidFill>
                  <a:srgbClr val="007E8A"/>
                </a:solidFill>
                <a:latin typeface="Arial Unicode MS"/>
                <a:ea typeface="JetBrains Mono"/>
              </a:rPr>
              <a:t>Embedded </a:t>
            </a:r>
            <a:r>
              <a:rPr lang="zh-CN" altLang="zh-CN" sz="1300" dirty="0">
                <a:solidFill>
                  <a:srgbClr val="000000"/>
                </a:solidFill>
                <a:latin typeface="Arial Unicode MS"/>
                <a:ea typeface="JetBrains Mono"/>
              </a:rPr>
              <a:t>embedded</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String</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addAll</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List</a:t>
            </a:r>
            <a:r>
              <a:rPr lang="zh-CN" altLang="zh-CN" sz="1300" dirty="0">
                <a:solidFill>
                  <a:srgbClr val="080808"/>
                </a:solidFill>
                <a:latin typeface="Arial Unicode MS"/>
                <a:ea typeface="JetBrains Mono"/>
              </a:rPr>
              <a:t>&lt;</a:t>
            </a:r>
            <a:r>
              <a:rPr lang="zh-CN" altLang="zh-CN" sz="1300" dirty="0">
                <a:solidFill>
                  <a:srgbClr val="000000"/>
                </a:solidFill>
                <a:latin typeface="Arial Unicode MS"/>
                <a:ea typeface="JetBrains Mono"/>
              </a:rPr>
              <a:t>Embedding</a:t>
            </a:r>
            <a:r>
              <a:rPr lang="zh-CN" altLang="zh-CN" sz="1300" dirty="0">
                <a:solidFill>
                  <a:srgbClr val="080808"/>
                </a:solidFill>
                <a:latin typeface="Arial Unicode MS"/>
                <a:ea typeface="JetBrains Mono"/>
              </a:rPr>
              <a:t>&gt; </a:t>
            </a:r>
            <a:r>
              <a:rPr lang="zh-CN" altLang="zh-CN" sz="1300" dirty="0">
                <a:solidFill>
                  <a:srgbClr val="000000"/>
                </a:solidFill>
                <a:latin typeface="Arial Unicode MS"/>
                <a:ea typeface="JetBrains Mono"/>
              </a:rPr>
              <a:t>embeddings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EmbeddingSearchResult</a:t>
            </a:r>
            <a:r>
              <a:rPr lang="zh-CN" altLang="zh-CN" sz="1300" dirty="0">
                <a:solidFill>
                  <a:srgbClr val="080808"/>
                </a:solidFill>
                <a:latin typeface="Arial Unicode MS"/>
                <a:ea typeface="JetBrains Mono"/>
              </a:rPr>
              <a:t>&lt;</a:t>
            </a:r>
            <a:r>
              <a:rPr lang="zh-CN" altLang="zh-CN" sz="1300" dirty="0">
                <a:solidFill>
                  <a:srgbClr val="007E8A"/>
                </a:solidFill>
                <a:latin typeface="Arial Unicode MS"/>
                <a:ea typeface="JetBrains Mono"/>
              </a:rPr>
              <a:t>Embedded</a:t>
            </a:r>
            <a:r>
              <a:rPr lang="zh-CN" altLang="zh-CN" sz="1300" dirty="0">
                <a:solidFill>
                  <a:srgbClr val="080808"/>
                </a:solidFill>
                <a:latin typeface="Arial Unicode MS"/>
                <a:ea typeface="JetBrains Mono"/>
              </a:rPr>
              <a:t>&gt; </a:t>
            </a:r>
            <a:r>
              <a:rPr lang="zh-CN" altLang="zh-CN" sz="1300" dirty="0">
                <a:solidFill>
                  <a:srgbClr val="00627A"/>
                </a:solidFill>
                <a:latin typeface="Arial Unicode MS"/>
                <a:ea typeface="JetBrains Mono"/>
              </a:rPr>
              <a:t>search</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EmbeddingSearchRequest request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pic>
        <p:nvPicPr>
          <p:cNvPr id="5" name="图片 4">
            <a:extLst>
              <a:ext uri="{FF2B5EF4-FFF2-40B4-BE49-F238E27FC236}">
                <a16:creationId xmlns:a16="http://schemas.microsoft.com/office/drawing/2014/main" id="{EAAB88F6-46D5-454C-9DF9-40FB2E287B98}"/>
              </a:ext>
            </a:extLst>
          </p:cNvPr>
          <p:cNvPicPr>
            <a:picLocks noChangeAspect="1"/>
          </p:cNvPicPr>
          <p:nvPr/>
        </p:nvPicPr>
        <p:blipFill>
          <a:blip r:embed="rId2"/>
          <a:stretch>
            <a:fillRect/>
          </a:stretch>
        </p:blipFill>
        <p:spPr>
          <a:xfrm>
            <a:off x="728598" y="4940889"/>
            <a:ext cx="6567553" cy="514879"/>
          </a:xfrm>
          <a:prstGeom prst="rect">
            <a:avLst/>
          </a:prstGeom>
          <a:ln w="6350">
            <a:solidFill>
              <a:schemeClr val="bg1">
                <a:lumMod val="75000"/>
              </a:schemeClr>
            </a:solidFill>
          </a:ln>
        </p:spPr>
      </p:pic>
      <p:sp>
        <p:nvSpPr>
          <p:cNvPr id="31" name="文本框 30">
            <a:extLst>
              <a:ext uri="{FF2B5EF4-FFF2-40B4-BE49-F238E27FC236}">
                <a16:creationId xmlns:a16="http://schemas.microsoft.com/office/drawing/2014/main" id="{A7911B5C-D397-4F0B-9B88-548A619126CA}"/>
              </a:ext>
            </a:extLst>
          </p:cNvPr>
          <p:cNvSpPr txBox="1"/>
          <p:nvPr/>
        </p:nvSpPr>
        <p:spPr>
          <a:xfrm>
            <a:off x="728597" y="5598274"/>
            <a:ext cx="6205545" cy="923330"/>
          </a:xfrm>
          <a:prstGeom prst="rect">
            <a:avLst/>
          </a:prstGeom>
          <a:noFill/>
        </p:spPr>
        <p:txBody>
          <a:bodyPr wrap="none" rtlCol="0">
            <a:spAutoFit/>
          </a:bodyPr>
          <a:lstStyle/>
          <a:p>
            <a:pPr>
              <a:defRPr/>
            </a:pPr>
            <a:r>
              <a:rPr lang="zh-CN" altLang="en-US" dirty="0">
                <a:solidFill>
                  <a:srgbClr val="2F2F2F"/>
                </a:solidFill>
                <a:latin typeface="Source Code Pro"/>
              </a:rPr>
              <a:t>向量数据库：</a:t>
            </a:r>
            <a:br>
              <a:rPr lang="en-US" altLang="zh-CN" dirty="0">
                <a:solidFill>
                  <a:srgbClr val="2F2F2F"/>
                </a:solidFill>
                <a:latin typeface="Source Code Pro"/>
              </a:rPr>
            </a:br>
            <a:r>
              <a:rPr lang="en-US" altLang="zh-CN" dirty="0">
                <a:solidFill>
                  <a:srgbClr val="2F2F2F"/>
                </a:solidFill>
                <a:latin typeface="Source Code Pro"/>
              </a:rPr>
              <a:t>    Milvus</a:t>
            </a:r>
            <a:r>
              <a:rPr lang="zh-CN" altLang="en-US" dirty="0">
                <a:solidFill>
                  <a:srgbClr val="2F2F2F"/>
                </a:solidFill>
                <a:latin typeface="Source Code Pro"/>
              </a:rPr>
              <a:t>、</a:t>
            </a:r>
            <a:r>
              <a:rPr lang="en-US" altLang="zh-CN" dirty="0">
                <a:solidFill>
                  <a:srgbClr val="2F2F2F"/>
                </a:solidFill>
                <a:latin typeface="Source Code Pro"/>
              </a:rPr>
              <a:t>Chroma</a:t>
            </a:r>
            <a:r>
              <a:rPr lang="zh-CN" altLang="en-US" dirty="0">
                <a:solidFill>
                  <a:srgbClr val="2F2F2F"/>
                </a:solidFill>
                <a:latin typeface="Source Code Pro"/>
              </a:rPr>
              <a:t>、</a:t>
            </a:r>
            <a:r>
              <a:rPr lang="en-US" altLang="zh-CN" dirty="0">
                <a:solidFill>
                  <a:srgbClr val="2F2F2F"/>
                </a:solidFill>
                <a:latin typeface="Source Code Pro"/>
              </a:rPr>
              <a:t>Pinecone</a:t>
            </a:r>
          </a:p>
          <a:p>
            <a:pPr>
              <a:defRPr/>
            </a:pPr>
            <a:r>
              <a:rPr lang="en-US" altLang="zh-CN" dirty="0">
                <a:solidFill>
                  <a:srgbClr val="2F2F2F"/>
                </a:solidFill>
                <a:latin typeface="Source Code Pro"/>
              </a:rPr>
              <a:t>    </a:t>
            </a:r>
            <a:r>
              <a:rPr lang="en-US" altLang="zh-CN" dirty="0" err="1">
                <a:solidFill>
                  <a:srgbClr val="C00000"/>
                </a:solidFill>
                <a:latin typeface="Source Code Pro"/>
              </a:rPr>
              <a:t>RedisSearch</a:t>
            </a:r>
            <a:r>
              <a:rPr lang="en-US" altLang="zh-CN" dirty="0">
                <a:solidFill>
                  <a:srgbClr val="C00000"/>
                </a:solidFill>
                <a:latin typeface="Source Code Pro"/>
              </a:rPr>
              <a:t>(</a:t>
            </a:r>
            <a:r>
              <a:rPr lang="en-US" altLang="zh-CN" dirty="0" err="1">
                <a:solidFill>
                  <a:srgbClr val="C00000"/>
                </a:solidFill>
                <a:latin typeface="Source Code Pro"/>
              </a:rPr>
              <a:t>Reids</a:t>
            </a:r>
            <a:r>
              <a:rPr lang="en-US" altLang="zh-CN" dirty="0">
                <a:solidFill>
                  <a:srgbClr val="C00000"/>
                </a:solidFill>
                <a:latin typeface="Source Code Pro"/>
              </a:rPr>
              <a:t>)</a:t>
            </a:r>
            <a:r>
              <a:rPr lang="zh-CN" altLang="en-US" dirty="0">
                <a:solidFill>
                  <a:srgbClr val="2F2F2F"/>
                </a:solidFill>
                <a:latin typeface="Source Code Pro"/>
              </a:rPr>
              <a:t>、</a:t>
            </a:r>
            <a:r>
              <a:rPr lang="en-US" altLang="zh-CN" dirty="0" err="1">
                <a:solidFill>
                  <a:srgbClr val="2F2F2F"/>
                </a:solidFill>
                <a:latin typeface="Source Code Pro"/>
              </a:rPr>
              <a:t>pgvector</a:t>
            </a:r>
            <a:r>
              <a:rPr lang="en-US" altLang="zh-CN" dirty="0">
                <a:solidFill>
                  <a:srgbClr val="2F2F2F"/>
                </a:solidFill>
                <a:latin typeface="Source Code Pro"/>
              </a:rPr>
              <a:t>(PostgreSQL)</a:t>
            </a:r>
            <a:endParaRPr lang="zh-CN" altLang="en-US" dirty="0">
              <a:solidFill>
                <a:srgbClr val="2F2F2F"/>
              </a:solidFill>
              <a:latin typeface="Source Code Pro"/>
            </a:endParaRPr>
          </a:p>
        </p:txBody>
      </p:sp>
    </p:spTree>
    <p:extLst>
      <p:ext uri="{BB962C8B-B14F-4D97-AF65-F5344CB8AC3E}">
        <p14:creationId xmlns:p14="http://schemas.microsoft.com/office/powerpoint/2010/main" val="26596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1000"/>
                                        <p:tgtEl>
                                          <p:spTgt spid="31"/>
                                        </p:tgtEl>
                                      </p:cBhvr>
                                    </p:animEffect>
                                    <p:anim calcmode="lin" valueType="num">
                                      <p:cBhvr>
                                        <p:cTn id="22" dur="1000" fill="hold"/>
                                        <p:tgtEl>
                                          <p:spTgt spid="31"/>
                                        </p:tgtEl>
                                        <p:attrNameLst>
                                          <p:attrName>ppt_x</p:attrName>
                                        </p:attrNameLst>
                                      </p:cBhvr>
                                      <p:tavLst>
                                        <p:tav tm="0">
                                          <p:val>
                                            <p:strVal val="#ppt_x"/>
                                          </p:val>
                                        </p:tav>
                                        <p:tav tm="100000">
                                          <p:val>
                                            <p:strVal val="#ppt_x"/>
                                          </p:val>
                                        </p:tav>
                                      </p:tavLst>
                                    </p:anim>
                                    <p:anim calcmode="lin" valueType="num">
                                      <p:cBhvr>
                                        <p:cTn id="2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1"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RAG</a:t>
            </a:r>
            <a:r>
              <a:rPr lang="zh-CN" altLang="en-US" dirty="0"/>
              <a:t>知识库</a:t>
            </a:r>
            <a:r>
              <a:rPr lang="en-US" altLang="zh-CN" dirty="0"/>
              <a:t>-</a:t>
            </a:r>
            <a:r>
              <a:rPr lang="zh-CN" altLang="en-US" dirty="0"/>
              <a:t>核心</a:t>
            </a:r>
            <a:r>
              <a:rPr lang="en-US" altLang="zh-CN" dirty="0"/>
              <a:t>API</a:t>
            </a:r>
            <a:endParaRPr lang="zh-CN" altLang="en-US" dirty="0"/>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dirty="0" err="1">
                <a:solidFill>
                  <a:srgbClr val="262626"/>
                </a:solidFill>
                <a:latin typeface="阿里巴巴普惠体"/>
                <a:ea typeface="阿里巴巴普惠体"/>
              </a:rPr>
              <a:t>EmbeddingStore</a:t>
            </a:r>
            <a:r>
              <a:rPr lang="zh-CN" altLang="en-US" dirty="0">
                <a:solidFill>
                  <a:srgbClr val="262626"/>
                </a:solidFill>
                <a:latin typeface="阿里巴巴普惠体"/>
                <a:ea typeface="阿里巴巴普惠体"/>
              </a:rPr>
              <a:t>，用于操作向量数据库（添加、检索）</a:t>
            </a:r>
            <a:endParaRPr lang="en-US" altLang="zh-CN" dirty="0">
              <a:solidFill>
                <a:srgbClr val="262626"/>
              </a:solidFill>
              <a:latin typeface="阿里巴巴普惠体"/>
              <a:ea typeface="阿里巴巴普惠体"/>
            </a:endParaRPr>
          </a:p>
        </p:txBody>
      </p:sp>
      <p:sp>
        <p:nvSpPr>
          <p:cNvPr id="7" name="内容占位符 1">
            <a:extLst>
              <a:ext uri="{FF2B5EF4-FFF2-40B4-BE49-F238E27FC236}">
                <a16:creationId xmlns:a16="http://schemas.microsoft.com/office/drawing/2014/main" id="{D37763AF-99F5-44FE-9E5C-2499C0FB1F2F}"/>
              </a:ext>
            </a:extLst>
          </p:cNvPr>
          <p:cNvSpPr txBox="1">
            <a:spLocks/>
          </p:cNvSpPr>
          <p:nvPr/>
        </p:nvSpPr>
        <p:spPr>
          <a:xfrm>
            <a:off x="919098" y="1366773"/>
            <a:ext cx="4072004" cy="19203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dirty="0">
                <a:solidFill>
                  <a:srgbClr val="2F2F2F"/>
                </a:solidFill>
                <a:latin typeface="Source Code Pro"/>
              </a:rPr>
              <a:t>准备向量数据库</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引入依赖</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配置向量数据库信息</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注入</a:t>
            </a:r>
            <a:r>
              <a:rPr lang="en-US" altLang="zh-CN" sz="1600" dirty="0" err="1">
                <a:solidFill>
                  <a:srgbClr val="2F2F2F"/>
                </a:solidFill>
                <a:latin typeface="Source Code Pro"/>
              </a:rPr>
              <a:t>RedisEmbeddingStore</a:t>
            </a:r>
            <a:r>
              <a:rPr lang="zh-CN" altLang="en-US" sz="1600" dirty="0">
                <a:solidFill>
                  <a:srgbClr val="2F2F2F"/>
                </a:solidFill>
                <a:latin typeface="Source Code Pro"/>
              </a:rPr>
              <a:t>并使用</a:t>
            </a:r>
            <a:endParaRPr lang="en-US" altLang="zh-CN" sz="1600" dirty="0">
              <a:solidFill>
                <a:srgbClr val="2F2F2F"/>
              </a:solidFill>
              <a:latin typeface="Source Code Pro"/>
            </a:endParaRPr>
          </a:p>
        </p:txBody>
      </p:sp>
      <p:sp>
        <p:nvSpPr>
          <p:cNvPr id="9" name="文本框 8">
            <a:extLst>
              <a:ext uri="{FF2B5EF4-FFF2-40B4-BE49-F238E27FC236}">
                <a16:creationId xmlns:a16="http://schemas.microsoft.com/office/drawing/2014/main" id="{646B13DB-48E6-4970-B015-FAEF30408E15}"/>
              </a:ext>
            </a:extLst>
          </p:cNvPr>
          <p:cNvSpPr txBox="1"/>
          <p:nvPr/>
        </p:nvSpPr>
        <p:spPr>
          <a:xfrm>
            <a:off x="4813907" y="1543350"/>
            <a:ext cx="6822772" cy="692497"/>
          </a:xfrm>
          <a:prstGeom prst="rect">
            <a:avLst/>
          </a:prstGeom>
          <a:solidFill>
            <a:schemeClr val="accent3">
              <a:lumMod val="20000"/>
              <a:lumOff val="80000"/>
            </a:schemeClr>
          </a:solidFill>
        </p:spPr>
        <p:txBody>
          <a:bodyPr wrap="square">
            <a:spAutoFit/>
          </a:bodyPr>
          <a:lstStyle/>
          <a:p>
            <a:r>
              <a:rPr lang="zh-CN" altLang="en-US" sz="1300" dirty="0"/>
              <a:t>docker stop redis </a:t>
            </a:r>
            <a:r>
              <a:rPr lang="en-US" altLang="zh-CN" sz="1300" dirty="0"/>
              <a:t># </a:t>
            </a:r>
            <a:r>
              <a:rPr lang="zh-CN" altLang="en-US" sz="1300" dirty="0"/>
              <a:t>停止原有的</a:t>
            </a:r>
            <a:r>
              <a:rPr lang="en-US" altLang="zh-CN" sz="1300" dirty="0" err="1"/>
              <a:t>redis</a:t>
            </a:r>
            <a:r>
              <a:rPr lang="zh-CN" altLang="en-US" sz="1300" dirty="0"/>
              <a:t>镜像</a:t>
            </a:r>
            <a:endParaRPr lang="en-US" altLang="zh-CN" sz="1300" dirty="0"/>
          </a:p>
          <a:p>
            <a:r>
              <a:rPr lang="en-US" altLang="zh-CN" sz="1300" dirty="0"/>
              <a:t>docker rm </a:t>
            </a:r>
            <a:r>
              <a:rPr lang="en-US" altLang="zh-CN" sz="1300" dirty="0" err="1"/>
              <a:t>redis</a:t>
            </a:r>
            <a:r>
              <a:rPr lang="en-US" altLang="zh-CN" sz="1300" dirty="0"/>
              <a:t> #</a:t>
            </a:r>
            <a:r>
              <a:rPr lang="zh-CN" altLang="en-US" sz="1300" dirty="0"/>
              <a:t>删除原有的</a:t>
            </a:r>
            <a:r>
              <a:rPr lang="en-US" altLang="zh-CN" sz="1300" dirty="0" err="1"/>
              <a:t>redis</a:t>
            </a:r>
            <a:r>
              <a:rPr lang="zh-CN" altLang="en-US" sz="1300" dirty="0"/>
              <a:t>镜像</a:t>
            </a:r>
            <a:endParaRPr lang="en-US" altLang="zh-CN" sz="1300" dirty="0"/>
          </a:p>
          <a:p>
            <a:r>
              <a:rPr lang="en-US" altLang="zh-CN" sz="1300" dirty="0"/>
              <a:t>docker run --name </a:t>
            </a:r>
            <a:r>
              <a:rPr lang="en-US" altLang="zh-CN" sz="1300" dirty="0" err="1"/>
              <a:t>redis</a:t>
            </a:r>
            <a:r>
              <a:rPr lang="en-US" altLang="zh-CN" sz="1300" dirty="0"/>
              <a:t>-vector -d -p 6379:6379 </a:t>
            </a:r>
            <a:r>
              <a:rPr lang="en-US" altLang="zh-CN" sz="1300" dirty="0" err="1"/>
              <a:t>redislabs</a:t>
            </a:r>
            <a:r>
              <a:rPr lang="en-US" altLang="zh-CN" sz="1300" dirty="0"/>
              <a:t>/</a:t>
            </a:r>
            <a:r>
              <a:rPr lang="en-US" altLang="zh-CN" sz="1300" dirty="0" err="1"/>
              <a:t>redisearch</a:t>
            </a:r>
            <a:endParaRPr lang="zh-CN" altLang="en-US" sz="1300" dirty="0"/>
          </a:p>
        </p:txBody>
      </p:sp>
      <p:grpSp>
        <p:nvGrpSpPr>
          <p:cNvPr id="8" name="组合 7">
            <a:extLst>
              <a:ext uri="{FF2B5EF4-FFF2-40B4-BE49-F238E27FC236}">
                <a16:creationId xmlns:a16="http://schemas.microsoft.com/office/drawing/2014/main" id="{9AD49578-EEF7-47CA-9A84-F4358765F3E1}"/>
              </a:ext>
            </a:extLst>
          </p:cNvPr>
          <p:cNvGrpSpPr/>
          <p:nvPr/>
        </p:nvGrpSpPr>
        <p:grpSpPr>
          <a:xfrm>
            <a:off x="5144274" y="2304568"/>
            <a:ext cx="6492407" cy="1706136"/>
            <a:chOff x="5144271" y="2485516"/>
            <a:chExt cx="6492407" cy="1706136"/>
          </a:xfrm>
        </p:grpSpPr>
        <p:sp>
          <p:nvSpPr>
            <p:cNvPr id="11" name="矩形: 圆角 10">
              <a:extLst>
                <a:ext uri="{FF2B5EF4-FFF2-40B4-BE49-F238E27FC236}">
                  <a16:creationId xmlns:a16="http://schemas.microsoft.com/office/drawing/2014/main" id="{F32468E5-C481-4508-BAF0-BCE9DEED2CAC}"/>
                </a:ext>
              </a:extLst>
            </p:cNvPr>
            <p:cNvSpPr/>
            <p:nvPr/>
          </p:nvSpPr>
          <p:spPr>
            <a:xfrm>
              <a:off x="5144271" y="2485516"/>
              <a:ext cx="6492407" cy="1706136"/>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2" name="任意多边形: 形状 11">
              <a:extLst>
                <a:ext uri="{FF2B5EF4-FFF2-40B4-BE49-F238E27FC236}">
                  <a16:creationId xmlns:a16="http://schemas.microsoft.com/office/drawing/2014/main" id="{F76F7306-5510-4A6E-8460-31E5223AA49C}"/>
                </a:ext>
              </a:extLst>
            </p:cNvPr>
            <p:cNvSpPr/>
            <p:nvPr/>
          </p:nvSpPr>
          <p:spPr>
            <a:xfrm>
              <a:off x="5144271" y="2507254"/>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3" name="组合 12">
              <a:extLst>
                <a:ext uri="{FF2B5EF4-FFF2-40B4-BE49-F238E27FC236}">
                  <a16:creationId xmlns:a16="http://schemas.microsoft.com/office/drawing/2014/main" id="{490E1261-769F-4E2C-853E-B03D52313235}"/>
                </a:ext>
              </a:extLst>
            </p:cNvPr>
            <p:cNvGrpSpPr/>
            <p:nvPr/>
          </p:nvGrpSpPr>
          <p:grpSpPr>
            <a:xfrm>
              <a:off x="5310023" y="2592724"/>
              <a:ext cx="771634" cy="133081"/>
              <a:chOff x="2016841" y="2587412"/>
              <a:chExt cx="730275" cy="133081"/>
            </a:xfrm>
          </p:grpSpPr>
          <p:sp>
            <p:nvSpPr>
              <p:cNvPr id="14" name="椭圆 13">
                <a:extLst>
                  <a:ext uri="{FF2B5EF4-FFF2-40B4-BE49-F238E27FC236}">
                    <a16:creationId xmlns:a16="http://schemas.microsoft.com/office/drawing/2014/main" id="{28BF2EDB-1D2F-4332-9F6D-088181727B1F}"/>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5" name="椭圆 14">
                <a:extLst>
                  <a:ext uri="{FF2B5EF4-FFF2-40B4-BE49-F238E27FC236}">
                    <a16:creationId xmlns:a16="http://schemas.microsoft.com/office/drawing/2014/main" id="{6A6B0FE8-D40E-43D1-90A2-B6AB1807F66A}"/>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6" name="椭圆 15">
                <a:extLst>
                  <a:ext uri="{FF2B5EF4-FFF2-40B4-BE49-F238E27FC236}">
                    <a16:creationId xmlns:a16="http://schemas.microsoft.com/office/drawing/2014/main" id="{AC206897-0F6B-4665-9235-08C88AFB4566}"/>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6" name="Rectangle 1">
              <a:extLst>
                <a:ext uri="{FF2B5EF4-FFF2-40B4-BE49-F238E27FC236}">
                  <a16:creationId xmlns:a16="http://schemas.microsoft.com/office/drawing/2014/main" id="{E68C943E-A02C-4641-A0C9-249B2689B140}"/>
                </a:ext>
              </a:extLst>
            </p:cNvPr>
            <p:cNvSpPr>
              <a:spLocks noChangeArrowheads="1"/>
            </p:cNvSpPr>
            <p:nvPr/>
          </p:nvSpPr>
          <p:spPr bwMode="auto">
            <a:xfrm>
              <a:off x="5310023" y="2811276"/>
              <a:ext cx="5686426"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&gt;dev.langchain4j&lt;/</a:t>
              </a:r>
              <a:r>
                <a:rPr lang="zh-CN" altLang="zh-CN" sz="1300" dirty="0">
                  <a:solidFill>
                    <a:srgbClr val="0033B3"/>
                  </a:solidFill>
                  <a:latin typeface="Arial Unicode MS"/>
                  <a:ea typeface="JetBrains Mono"/>
                </a:rPr>
                <a:t>groupId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&gt;langchain4j-community-redis-spring-boot-starter&lt;/</a:t>
              </a:r>
              <a:r>
                <a:rPr lang="zh-CN" altLang="zh-CN" sz="1300" dirty="0">
                  <a:solidFill>
                    <a:srgbClr val="0033B3"/>
                  </a:solidFill>
                  <a:latin typeface="Arial Unicode MS"/>
                  <a:ea typeface="JetBrains Mono"/>
                </a:rPr>
                <a:t>artifactId</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&gt;1.0.1-beta6&lt;/</a:t>
              </a:r>
              <a:r>
                <a:rPr lang="zh-CN" altLang="zh-CN" sz="1300" dirty="0">
                  <a:solidFill>
                    <a:srgbClr val="0033B3"/>
                  </a:solidFill>
                  <a:latin typeface="Arial Unicode MS"/>
                  <a:ea typeface="JetBrains Mono"/>
                </a:rPr>
                <a:t>version</a:t>
              </a:r>
              <a:r>
                <a:rPr lang="zh-CN" altLang="zh-CN" sz="1300" dirty="0">
                  <a:solidFill>
                    <a:srgbClr val="080808"/>
                  </a:solidFill>
                  <a:latin typeface="Arial Unicode MS"/>
                  <a:ea typeface="JetBrains Mono"/>
                </a:rPr>
                <a:t>&gt;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&lt;/</a:t>
              </a:r>
              <a:r>
                <a:rPr lang="zh-CN" altLang="zh-CN" sz="1300" dirty="0">
                  <a:solidFill>
                    <a:srgbClr val="0033B3"/>
                  </a:solidFill>
                  <a:latin typeface="Arial Unicode MS"/>
                  <a:ea typeface="JetBrains Mono"/>
                </a:rPr>
                <a:t>dependency</a:t>
              </a:r>
              <a:r>
                <a:rPr lang="zh-CN" altLang="zh-CN" sz="1300" dirty="0">
                  <a:solidFill>
                    <a:srgbClr val="080808"/>
                  </a:solidFill>
                  <a:latin typeface="Arial Unicode MS"/>
                  <a:ea typeface="JetBrains Mono"/>
                </a:rPr>
                <a:t>&gt;</a:t>
              </a:r>
              <a:endParaRPr lang="zh-CN" altLang="zh-CN" sz="2400" dirty="0">
                <a:latin typeface="Arial" panose="020B0604020202020204" pitchFamily="34" charset="0"/>
              </a:endParaRPr>
            </a:p>
          </p:txBody>
        </p:sp>
      </p:grpSp>
      <p:grpSp>
        <p:nvGrpSpPr>
          <p:cNvPr id="18" name="组合 17">
            <a:extLst>
              <a:ext uri="{FF2B5EF4-FFF2-40B4-BE49-F238E27FC236}">
                <a16:creationId xmlns:a16="http://schemas.microsoft.com/office/drawing/2014/main" id="{F8FD7A1A-696D-4EE3-B3CD-DED00D58529B}"/>
              </a:ext>
            </a:extLst>
          </p:cNvPr>
          <p:cNvGrpSpPr/>
          <p:nvPr/>
        </p:nvGrpSpPr>
        <p:grpSpPr>
          <a:xfrm>
            <a:off x="5144274" y="4158132"/>
            <a:ext cx="6492407" cy="1706136"/>
            <a:chOff x="5144271" y="4283597"/>
            <a:chExt cx="6492407" cy="1706136"/>
          </a:xfrm>
        </p:grpSpPr>
        <p:sp>
          <p:nvSpPr>
            <p:cNvPr id="21" name="矩形: 圆角 20">
              <a:extLst>
                <a:ext uri="{FF2B5EF4-FFF2-40B4-BE49-F238E27FC236}">
                  <a16:creationId xmlns:a16="http://schemas.microsoft.com/office/drawing/2014/main" id="{3EB4F212-ED72-495E-8D93-17E2A048AEB1}"/>
                </a:ext>
              </a:extLst>
            </p:cNvPr>
            <p:cNvSpPr/>
            <p:nvPr/>
          </p:nvSpPr>
          <p:spPr>
            <a:xfrm>
              <a:off x="5144271" y="4283597"/>
              <a:ext cx="6492407" cy="1706136"/>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2" name="任意多边形: 形状 21">
              <a:extLst>
                <a:ext uri="{FF2B5EF4-FFF2-40B4-BE49-F238E27FC236}">
                  <a16:creationId xmlns:a16="http://schemas.microsoft.com/office/drawing/2014/main" id="{61B2BB28-2986-4B16-B960-3ED5D82E80D2}"/>
                </a:ext>
              </a:extLst>
            </p:cNvPr>
            <p:cNvSpPr/>
            <p:nvPr/>
          </p:nvSpPr>
          <p:spPr>
            <a:xfrm>
              <a:off x="5144271" y="4305335"/>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3" name="组合 22">
              <a:extLst>
                <a:ext uri="{FF2B5EF4-FFF2-40B4-BE49-F238E27FC236}">
                  <a16:creationId xmlns:a16="http://schemas.microsoft.com/office/drawing/2014/main" id="{450750D0-A227-454D-9706-4761DD7979B5}"/>
                </a:ext>
              </a:extLst>
            </p:cNvPr>
            <p:cNvGrpSpPr/>
            <p:nvPr/>
          </p:nvGrpSpPr>
          <p:grpSpPr>
            <a:xfrm>
              <a:off x="5310023" y="4390805"/>
              <a:ext cx="771634" cy="133081"/>
              <a:chOff x="2016841" y="2587412"/>
              <a:chExt cx="730275" cy="133081"/>
            </a:xfrm>
          </p:grpSpPr>
          <p:sp>
            <p:nvSpPr>
              <p:cNvPr id="25" name="椭圆 24">
                <a:extLst>
                  <a:ext uri="{FF2B5EF4-FFF2-40B4-BE49-F238E27FC236}">
                    <a16:creationId xmlns:a16="http://schemas.microsoft.com/office/drawing/2014/main" id="{1DF4353D-E34E-48BD-BF4F-E5F937446733}"/>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6" name="椭圆 25">
                <a:extLst>
                  <a:ext uri="{FF2B5EF4-FFF2-40B4-BE49-F238E27FC236}">
                    <a16:creationId xmlns:a16="http://schemas.microsoft.com/office/drawing/2014/main" id="{430F0742-AF26-4726-A17C-D434F05F6EFB}"/>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7" name="椭圆 26">
                <a:extLst>
                  <a:ext uri="{FF2B5EF4-FFF2-40B4-BE49-F238E27FC236}">
                    <a16:creationId xmlns:a16="http://schemas.microsoft.com/office/drawing/2014/main" id="{EA959845-FC67-453D-B3AD-CFF54F8EC3C3}"/>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10" name="Rectangle 2">
              <a:extLst>
                <a:ext uri="{FF2B5EF4-FFF2-40B4-BE49-F238E27FC236}">
                  <a16:creationId xmlns:a16="http://schemas.microsoft.com/office/drawing/2014/main" id="{43A308A3-3B71-4571-BDE2-5D93A798018F}"/>
                </a:ext>
              </a:extLst>
            </p:cNvPr>
            <p:cNvSpPr>
              <a:spLocks noChangeArrowheads="1"/>
            </p:cNvSpPr>
            <p:nvPr/>
          </p:nvSpPr>
          <p:spPr bwMode="auto">
            <a:xfrm>
              <a:off x="5380331" y="4601874"/>
              <a:ext cx="4171950"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33B3"/>
                  </a:solidFill>
                  <a:latin typeface="Arial Unicode MS"/>
                  <a:ea typeface="JetBrains Mono"/>
                </a:rPr>
                <a:t>langchain4j</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community</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redis</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host</a:t>
              </a:r>
              <a:r>
                <a:rPr lang="zh-CN" altLang="zh-CN" sz="1300" dirty="0">
                  <a:solidFill>
                    <a:srgbClr val="080808"/>
                  </a:solidFill>
                  <a:latin typeface="Arial Unicode MS"/>
                  <a:ea typeface="JetBrains Mono"/>
                </a:rPr>
                <a:t>: localhost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port</a:t>
              </a:r>
              <a:r>
                <a:rPr lang="zh-CN" altLang="zh-CN" sz="1300" dirty="0">
                  <a:solidFill>
                    <a:srgbClr val="080808"/>
                  </a:solidFill>
                  <a:latin typeface="Arial Unicode MS"/>
                  <a:ea typeface="JetBrains Mono"/>
                </a:rPr>
                <a:t>: </a:t>
              </a:r>
              <a:r>
                <a:rPr lang="zh-CN" altLang="zh-CN" sz="1300" dirty="0">
                  <a:solidFill>
                    <a:srgbClr val="1750EB"/>
                  </a:solidFill>
                  <a:latin typeface="Arial Unicode MS"/>
                  <a:ea typeface="JetBrains Mono"/>
                </a:rPr>
                <a:t>6379</a:t>
              </a:r>
              <a:endParaRPr lang="zh-CN" altLang="zh-CN" sz="2400" dirty="0">
                <a:latin typeface="Arial" panose="020B0604020202020204" pitchFamily="34" charset="0"/>
              </a:endParaRPr>
            </a:p>
          </p:txBody>
        </p:sp>
      </p:grpSp>
      <p:grpSp>
        <p:nvGrpSpPr>
          <p:cNvPr id="2" name="组合 1">
            <a:extLst>
              <a:ext uri="{FF2B5EF4-FFF2-40B4-BE49-F238E27FC236}">
                <a16:creationId xmlns:a16="http://schemas.microsoft.com/office/drawing/2014/main" id="{171B6D2B-6C3F-46D6-B60B-2E52070D4926}"/>
              </a:ext>
            </a:extLst>
          </p:cNvPr>
          <p:cNvGrpSpPr/>
          <p:nvPr/>
        </p:nvGrpSpPr>
        <p:grpSpPr>
          <a:xfrm>
            <a:off x="520054" y="3287148"/>
            <a:ext cx="4449327" cy="3448105"/>
            <a:chOff x="520054" y="3545857"/>
            <a:chExt cx="4449327" cy="3448105"/>
          </a:xfrm>
        </p:grpSpPr>
        <p:sp>
          <p:nvSpPr>
            <p:cNvPr id="28" name="矩形: 圆角 27">
              <a:extLst>
                <a:ext uri="{FF2B5EF4-FFF2-40B4-BE49-F238E27FC236}">
                  <a16:creationId xmlns:a16="http://schemas.microsoft.com/office/drawing/2014/main" id="{EFD8BE52-31EA-437F-8101-8B49E556AC66}"/>
                </a:ext>
              </a:extLst>
            </p:cNvPr>
            <p:cNvSpPr/>
            <p:nvPr/>
          </p:nvSpPr>
          <p:spPr>
            <a:xfrm>
              <a:off x="520054" y="3545857"/>
              <a:ext cx="4449327" cy="344810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9" name="任意多边形: 形状 28">
              <a:extLst>
                <a:ext uri="{FF2B5EF4-FFF2-40B4-BE49-F238E27FC236}">
                  <a16:creationId xmlns:a16="http://schemas.microsoft.com/office/drawing/2014/main" id="{BD7AB491-C8BC-4CC7-91D6-1D7BF47DDC2F}"/>
                </a:ext>
              </a:extLst>
            </p:cNvPr>
            <p:cNvSpPr/>
            <p:nvPr/>
          </p:nvSpPr>
          <p:spPr>
            <a:xfrm>
              <a:off x="520054" y="3567596"/>
              <a:ext cx="444932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30" name="组合 29">
              <a:extLst>
                <a:ext uri="{FF2B5EF4-FFF2-40B4-BE49-F238E27FC236}">
                  <a16:creationId xmlns:a16="http://schemas.microsoft.com/office/drawing/2014/main" id="{B6DF43ED-4ACA-4F71-9E31-97A712862A31}"/>
                </a:ext>
              </a:extLst>
            </p:cNvPr>
            <p:cNvGrpSpPr/>
            <p:nvPr/>
          </p:nvGrpSpPr>
          <p:grpSpPr>
            <a:xfrm>
              <a:off x="685805" y="3653066"/>
              <a:ext cx="771634" cy="133081"/>
              <a:chOff x="2016841" y="2587412"/>
              <a:chExt cx="730275" cy="133081"/>
            </a:xfrm>
          </p:grpSpPr>
          <p:sp>
            <p:nvSpPr>
              <p:cNvPr id="33" name="椭圆 32">
                <a:extLst>
                  <a:ext uri="{FF2B5EF4-FFF2-40B4-BE49-F238E27FC236}">
                    <a16:creationId xmlns:a16="http://schemas.microsoft.com/office/drawing/2014/main" id="{A9C4901A-123A-4921-A3B8-884DB8804C39}"/>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4" name="椭圆 33">
                <a:extLst>
                  <a:ext uri="{FF2B5EF4-FFF2-40B4-BE49-F238E27FC236}">
                    <a16:creationId xmlns:a16="http://schemas.microsoft.com/office/drawing/2014/main" id="{7E0803F4-CB17-44E0-ADB8-5BD464D965F1}"/>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5" name="椭圆 34">
                <a:extLst>
                  <a:ext uri="{FF2B5EF4-FFF2-40B4-BE49-F238E27FC236}">
                    <a16:creationId xmlns:a16="http://schemas.microsoft.com/office/drawing/2014/main" id="{8C664202-CCC6-48B9-BF6E-EEDD3661FF9C}"/>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31" name="Rectangle 3">
              <a:extLst>
                <a:ext uri="{FF2B5EF4-FFF2-40B4-BE49-F238E27FC236}">
                  <a16:creationId xmlns:a16="http://schemas.microsoft.com/office/drawing/2014/main" id="{D8C25848-1A21-4164-904C-5F231EFCEB70}"/>
                </a:ext>
              </a:extLst>
            </p:cNvPr>
            <p:cNvSpPr>
              <a:spLocks noChangeArrowheads="1"/>
            </p:cNvSpPr>
            <p:nvPr/>
          </p:nvSpPr>
          <p:spPr bwMode="auto">
            <a:xfrm>
              <a:off x="693115" y="3938769"/>
              <a:ext cx="3657600"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EmbeddingStoreIngestor</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.embeddingStore(</a:t>
              </a:r>
              <a:r>
                <a:rPr lang="zh-CN" altLang="zh-CN" sz="1300" dirty="0">
                  <a:solidFill>
                    <a:srgbClr val="000000"/>
                  </a:solidFill>
                  <a:latin typeface="Arial Unicode MS"/>
                  <a:ea typeface="JetBrains Mono"/>
                </a:rPr>
                <a:t>store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.documentSplitter(</a:t>
              </a:r>
              <a:r>
                <a:rPr lang="zh-CN" altLang="zh-CN" sz="1300" dirty="0">
                  <a:solidFill>
                    <a:srgbClr val="000000"/>
                  </a:solidFill>
                  <a:latin typeface="Arial Unicode MS"/>
                  <a:ea typeface="JetBrains Mono"/>
                </a:rPr>
                <a:t>documentSplitter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.embeddingModel(</a:t>
              </a:r>
              <a:r>
                <a:rPr lang="zh-CN" altLang="zh-CN" sz="1300" dirty="0">
                  <a:solidFill>
                    <a:srgbClr val="871094"/>
                  </a:solidFill>
                  <a:latin typeface="Arial Unicode MS"/>
                  <a:ea typeface="JetBrains Mono"/>
                </a:rPr>
                <a:t>embeddingModel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endParaRPr lang="zh-CN" altLang="zh-CN" sz="2400" dirty="0">
                <a:latin typeface="Arial" panose="020B0604020202020204" pitchFamily="34" charset="0"/>
              </a:endParaRPr>
            </a:p>
          </p:txBody>
        </p:sp>
        <p:sp>
          <p:nvSpPr>
            <p:cNvPr id="32" name="Rectangle 4">
              <a:extLst>
                <a:ext uri="{FF2B5EF4-FFF2-40B4-BE49-F238E27FC236}">
                  <a16:creationId xmlns:a16="http://schemas.microsoft.com/office/drawing/2014/main" id="{AB259D98-53BB-46D3-80B2-2C1E63BE7365}"/>
                </a:ext>
              </a:extLst>
            </p:cNvPr>
            <p:cNvSpPr>
              <a:spLocks noChangeArrowheads="1"/>
            </p:cNvSpPr>
            <p:nvPr/>
          </p:nvSpPr>
          <p:spPr bwMode="auto">
            <a:xfrm>
              <a:off x="726453" y="5368261"/>
              <a:ext cx="3590925" cy="162570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000000"/>
                  </a:solidFill>
                  <a:latin typeface="Arial Unicode MS"/>
                  <a:ea typeface="JetBrains Mono"/>
                </a:rPr>
                <a:t>EmbeddingStoreContentRetriever</a:t>
              </a:r>
              <a:r>
                <a:rPr lang="zh-CN" altLang="zh-CN" sz="1300" dirty="0">
                  <a:solidFill>
                    <a:srgbClr val="080808"/>
                  </a:solidFill>
                  <a:latin typeface="Arial Unicode MS"/>
                  <a:ea typeface="JetBrains Mono"/>
                </a:rPr>
                <a:t>.</a:t>
              </a:r>
              <a:r>
                <a:rPr lang="zh-CN" altLang="zh-CN" sz="1300" i="1" dirty="0">
                  <a:solidFill>
                    <a:srgbClr val="080808"/>
                  </a:solidFill>
                  <a:latin typeface="Arial Unicode MS"/>
                  <a:ea typeface="JetBrains Mono"/>
                </a:rPr>
                <a:t>builder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.embeddingStore(</a:t>
              </a:r>
              <a:r>
                <a:rPr lang="zh-CN" altLang="zh-CN" sz="1300" dirty="0">
                  <a:solidFill>
                    <a:srgbClr val="000000"/>
                  </a:solidFill>
                  <a:latin typeface="Arial Unicode MS"/>
                  <a:ea typeface="JetBrains Mono"/>
                </a:rPr>
                <a:t>store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.embeddingModel(</a:t>
              </a:r>
              <a:r>
                <a:rPr lang="zh-CN" altLang="zh-CN" sz="1300" dirty="0">
                  <a:solidFill>
                    <a:srgbClr val="871094"/>
                  </a:solidFill>
                  <a:latin typeface="Arial Unicode MS"/>
                  <a:ea typeface="JetBrains Mono"/>
                </a:rPr>
                <a:t>embeddingModel</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.maxResults(</a:t>
              </a:r>
              <a:r>
                <a:rPr lang="zh-CN" altLang="zh-CN" sz="1300" dirty="0">
                  <a:solidFill>
                    <a:srgbClr val="1750EB"/>
                  </a:solidFill>
                  <a:latin typeface="Arial Unicode MS"/>
                  <a:ea typeface="JetBrains Mono"/>
                </a:rPr>
                <a:t>3</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.minScore(</a:t>
              </a:r>
              <a:r>
                <a:rPr lang="zh-CN" altLang="zh-CN" sz="1300" dirty="0">
                  <a:solidFill>
                    <a:srgbClr val="1750EB"/>
                  </a:solidFill>
                  <a:latin typeface="Arial Unicode MS"/>
                  <a:ea typeface="JetBrains Mono"/>
                </a:rPr>
                <a:t>0.6</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.build();</a:t>
              </a:r>
              <a:endParaRPr lang="zh-CN" altLang="zh-CN" sz="2400" dirty="0">
                <a:latin typeface="Arial" panose="020B0604020202020204" pitchFamily="34" charset="0"/>
              </a:endParaRPr>
            </a:p>
          </p:txBody>
        </p:sp>
      </p:grpSp>
      <p:sp>
        <p:nvSpPr>
          <p:cNvPr id="36" name="矩形 35">
            <a:extLst>
              <a:ext uri="{FF2B5EF4-FFF2-40B4-BE49-F238E27FC236}">
                <a16:creationId xmlns:a16="http://schemas.microsoft.com/office/drawing/2014/main" id="{A2B716D6-B4D9-4E99-8733-B0E4F16192C7}"/>
              </a:ext>
            </a:extLst>
          </p:cNvPr>
          <p:cNvSpPr/>
          <p:nvPr/>
        </p:nvSpPr>
        <p:spPr>
          <a:xfrm>
            <a:off x="1001314" y="5386991"/>
            <a:ext cx="2884104" cy="283124"/>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7" name="矩形 36">
            <a:extLst>
              <a:ext uri="{FF2B5EF4-FFF2-40B4-BE49-F238E27FC236}">
                <a16:creationId xmlns:a16="http://schemas.microsoft.com/office/drawing/2014/main" id="{AF82D278-881F-465E-A36E-57C46F1D744C}"/>
              </a:ext>
            </a:extLst>
          </p:cNvPr>
          <p:cNvSpPr/>
          <p:nvPr/>
        </p:nvSpPr>
        <p:spPr>
          <a:xfrm>
            <a:off x="1001314" y="4007603"/>
            <a:ext cx="288410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374566139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anim calcmode="lin" valueType="num">
                                      <p:cBhvr>
                                        <p:cTn id="27" dur="1000" fill="hold"/>
                                        <p:tgtEl>
                                          <p:spTgt spid="18"/>
                                        </p:tgtEl>
                                        <p:attrNameLst>
                                          <p:attrName>ppt_x</p:attrName>
                                        </p:attrNameLst>
                                      </p:cBhvr>
                                      <p:tavLst>
                                        <p:tav tm="0">
                                          <p:val>
                                            <p:strVal val="#ppt_x"/>
                                          </p:val>
                                        </p:tav>
                                        <p:tav tm="100000">
                                          <p:val>
                                            <p:strVal val="#ppt_x"/>
                                          </p:val>
                                        </p:tav>
                                      </p:tavLst>
                                    </p:anim>
                                    <p:anim calcmode="lin" valueType="num">
                                      <p:cBhvr>
                                        <p:cTn id="2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1000"/>
                                        <p:tgtEl>
                                          <p:spTgt spid="36"/>
                                        </p:tgtEl>
                                      </p:cBhvr>
                                    </p:animEffect>
                                    <p:anim calcmode="lin" valueType="num">
                                      <p:cBhvr>
                                        <p:cTn id="39" dur="1000" fill="hold"/>
                                        <p:tgtEl>
                                          <p:spTgt spid="36"/>
                                        </p:tgtEl>
                                        <p:attrNameLst>
                                          <p:attrName>ppt_x</p:attrName>
                                        </p:attrNameLst>
                                      </p:cBhvr>
                                      <p:tavLst>
                                        <p:tav tm="0">
                                          <p:val>
                                            <p:strVal val="#ppt_x"/>
                                          </p:val>
                                        </p:tav>
                                        <p:tav tm="100000">
                                          <p:val>
                                            <p:strVal val="#ppt_x"/>
                                          </p:val>
                                        </p:tav>
                                      </p:tavLst>
                                    </p:anim>
                                    <p:anim calcmode="lin" valueType="num">
                                      <p:cBhvr>
                                        <p:cTn id="40" dur="1000" fill="hold"/>
                                        <p:tgtEl>
                                          <p:spTgt spid="3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1000"/>
                                        <p:tgtEl>
                                          <p:spTgt spid="37"/>
                                        </p:tgtEl>
                                      </p:cBhvr>
                                    </p:animEffect>
                                    <p:anim calcmode="lin" valueType="num">
                                      <p:cBhvr>
                                        <p:cTn id="44" dur="1000" fill="hold"/>
                                        <p:tgtEl>
                                          <p:spTgt spid="37"/>
                                        </p:tgtEl>
                                        <p:attrNameLst>
                                          <p:attrName>ppt_x</p:attrName>
                                        </p:attrNameLst>
                                      </p:cBhvr>
                                      <p:tavLst>
                                        <p:tav tm="0">
                                          <p:val>
                                            <p:strVal val="#ppt_x"/>
                                          </p:val>
                                        </p:tav>
                                        <p:tav tm="100000">
                                          <p:val>
                                            <p:strVal val="#ppt_x"/>
                                          </p:val>
                                        </p:tav>
                                      </p:tavLst>
                                    </p:anim>
                                    <p:anim calcmode="lin" valueType="num">
                                      <p:cBhvr>
                                        <p:cTn id="45"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36" grpId="0" animBg="1"/>
      <p:bldP spid="37"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p:txBody>
      </p:sp>
    </p:spTree>
    <p:custDataLst>
      <p:custData r:id="rId1"/>
    </p:custDataLst>
    <p:extLst>
      <p:ext uri="{BB962C8B-B14F-4D97-AF65-F5344CB8AC3E}">
        <p14:creationId xmlns:p14="http://schemas.microsoft.com/office/powerpoint/2010/main" val="324002025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2" end="2"/>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a:p>
            <a:pPr lvl="1"/>
            <a:r>
              <a:rPr lang="zh-CN" altLang="en-US" sz="1400" dirty="0"/>
              <a:t>准备工作</a:t>
            </a:r>
            <a:endParaRPr lang="en-US" altLang="zh-CN" sz="1400" dirty="0"/>
          </a:p>
          <a:p>
            <a:pPr lvl="1"/>
            <a:r>
              <a:rPr lang="zh-CN" altLang="en-US" sz="1400" dirty="0"/>
              <a:t>原理</a:t>
            </a:r>
            <a:endParaRPr lang="en-US" altLang="zh-CN" sz="1400" dirty="0"/>
          </a:p>
          <a:p>
            <a:pPr lvl="1"/>
            <a:r>
              <a:rPr lang="zh-CN" altLang="en-US" sz="1400" dirty="0"/>
              <a:t>实现</a:t>
            </a:r>
            <a:endParaRPr lang="en-US" altLang="zh-CN" sz="1400" dirty="0"/>
          </a:p>
          <a:p>
            <a:pPr lvl="1"/>
            <a:endParaRPr lang="en-US" altLang="zh-CN" dirty="0"/>
          </a:p>
        </p:txBody>
      </p:sp>
    </p:spTree>
    <p:custDataLst>
      <p:custData r:id="rId1"/>
    </p:custDataLst>
    <p:extLst>
      <p:ext uri="{BB962C8B-B14F-4D97-AF65-F5344CB8AC3E}">
        <p14:creationId xmlns:p14="http://schemas.microsoft.com/office/powerpoint/2010/main" val="3518986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4">
                                            <p:txEl>
                                              <p:pRg st="3" end="3"/>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Tools</a:t>
            </a:r>
            <a:r>
              <a:rPr lang="zh-CN" altLang="en-US" dirty="0"/>
              <a:t>工具</a:t>
            </a:r>
            <a:r>
              <a:rPr lang="en-US" altLang="zh-CN" dirty="0"/>
              <a:t>-</a:t>
            </a:r>
            <a:r>
              <a:rPr lang="zh-CN" altLang="en-US" dirty="0"/>
              <a:t>准备工作</a:t>
            </a:r>
          </a:p>
        </p:txBody>
      </p:sp>
      <p:pic>
        <p:nvPicPr>
          <p:cNvPr id="4" name="图片 3">
            <a:extLst>
              <a:ext uri="{FF2B5EF4-FFF2-40B4-BE49-F238E27FC236}">
                <a16:creationId xmlns:a16="http://schemas.microsoft.com/office/drawing/2014/main" id="{9371FF65-C340-4F1A-8B8F-EC085FFCDEBB}"/>
              </a:ext>
            </a:extLst>
          </p:cNvPr>
          <p:cNvPicPr>
            <a:picLocks noChangeAspect="1"/>
          </p:cNvPicPr>
          <p:nvPr/>
        </p:nvPicPr>
        <p:blipFill>
          <a:blip r:embed="rId2"/>
          <a:stretch>
            <a:fillRect/>
          </a:stretch>
        </p:blipFill>
        <p:spPr>
          <a:xfrm>
            <a:off x="798603" y="990602"/>
            <a:ext cx="5297399" cy="5690055"/>
          </a:xfrm>
          <a:prstGeom prst="rect">
            <a:avLst/>
          </a:prstGeom>
        </p:spPr>
      </p:pic>
      <p:pic>
        <p:nvPicPr>
          <p:cNvPr id="17" name="图片 16">
            <a:extLst>
              <a:ext uri="{FF2B5EF4-FFF2-40B4-BE49-F238E27FC236}">
                <a16:creationId xmlns:a16="http://schemas.microsoft.com/office/drawing/2014/main" id="{3F5A24C7-B776-432C-A5B1-ED1C3FD0EE34}"/>
              </a:ext>
            </a:extLst>
          </p:cNvPr>
          <p:cNvPicPr>
            <a:picLocks noChangeAspect="1"/>
          </p:cNvPicPr>
          <p:nvPr/>
        </p:nvPicPr>
        <p:blipFill>
          <a:blip r:embed="rId3"/>
          <a:stretch>
            <a:fillRect/>
          </a:stretch>
        </p:blipFill>
        <p:spPr>
          <a:xfrm>
            <a:off x="798604" y="3823551"/>
            <a:ext cx="10747497" cy="462340"/>
          </a:xfrm>
          <a:prstGeom prst="rect">
            <a:avLst/>
          </a:prstGeom>
          <a:ln w="6350">
            <a:solidFill>
              <a:schemeClr val="bg1">
                <a:lumMod val="75000"/>
              </a:schemeClr>
            </a:solidFill>
          </a:ln>
        </p:spPr>
      </p:pic>
      <p:pic>
        <p:nvPicPr>
          <p:cNvPr id="20" name="图片 19">
            <a:extLst>
              <a:ext uri="{FF2B5EF4-FFF2-40B4-BE49-F238E27FC236}">
                <a16:creationId xmlns:a16="http://schemas.microsoft.com/office/drawing/2014/main" id="{C495C128-7F86-4781-BD6C-70645A196305}"/>
              </a:ext>
            </a:extLst>
          </p:cNvPr>
          <p:cNvPicPr>
            <a:picLocks noChangeAspect="1"/>
          </p:cNvPicPr>
          <p:nvPr/>
        </p:nvPicPr>
        <p:blipFill>
          <a:blip r:embed="rId4"/>
          <a:stretch>
            <a:fillRect/>
          </a:stretch>
        </p:blipFill>
        <p:spPr>
          <a:xfrm>
            <a:off x="798603" y="3257553"/>
            <a:ext cx="5297399" cy="2261503"/>
          </a:xfrm>
          <a:prstGeom prst="rect">
            <a:avLst/>
          </a:prstGeom>
        </p:spPr>
      </p:pic>
      <p:pic>
        <p:nvPicPr>
          <p:cNvPr id="30" name="图片 29">
            <a:extLst>
              <a:ext uri="{FF2B5EF4-FFF2-40B4-BE49-F238E27FC236}">
                <a16:creationId xmlns:a16="http://schemas.microsoft.com/office/drawing/2014/main" id="{FA3422C7-8AAC-416D-936A-8982AE0353DD}"/>
              </a:ext>
            </a:extLst>
          </p:cNvPr>
          <p:cNvPicPr>
            <a:picLocks noChangeAspect="1"/>
          </p:cNvPicPr>
          <p:nvPr/>
        </p:nvPicPr>
        <p:blipFill>
          <a:blip r:embed="rId5"/>
          <a:stretch>
            <a:fillRect/>
          </a:stretch>
        </p:blipFill>
        <p:spPr>
          <a:xfrm>
            <a:off x="798604" y="5751796"/>
            <a:ext cx="10747497" cy="255893"/>
          </a:xfrm>
          <a:prstGeom prst="rect">
            <a:avLst/>
          </a:prstGeom>
          <a:ln w="6350">
            <a:solidFill>
              <a:schemeClr val="bg1">
                <a:lumMod val="75000"/>
              </a:schemeClr>
            </a:solidFill>
          </a:ln>
        </p:spPr>
      </p:pic>
      <p:sp>
        <p:nvSpPr>
          <p:cNvPr id="31" name="文本框 30">
            <a:extLst>
              <a:ext uri="{FF2B5EF4-FFF2-40B4-BE49-F238E27FC236}">
                <a16:creationId xmlns:a16="http://schemas.microsoft.com/office/drawing/2014/main" id="{BB45DEDF-5E7E-47E5-B2CD-09A74CF8D096}"/>
              </a:ext>
            </a:extLst>
          </p:cNvPr>
          <p:cNvSpPr txBox="1"/>
          <p:nvPr/>
        </p:nvSpPr>
        <p:spPr>
          <a:xfrm>
            <a:off x="6096002" y="5149721"/>
            <a:ext cx="4166525" cy="300210"/>
          </a:xfrm>
          <a:prstGeom prst="rect">
            <a:avLst/>
          </a:prstGeom>
          <a:noFill/>
        </p:spPr>
        <p:txBody>
          <a:bodyPr wrap="none" rtlCol="0">
            <a:spAutoFit/>
          </a:bodyPr>
          <a:lstStyle/>
          <a:p>
            <a:r>
              <a:rPr lang="zh-CN" altLang="en-US" sz="1351" b="1" dirty="0">
                <a:solidFill>
                  <a:srgbClr val="C00000"/>
                </a:solidFill>
              </a:rPr>
              <a:t>获取用户信息，通过一对一电话沟通的方式促成报名</a:t>
            </a:r>
          </a:p>
        </p:txBody>
      </p:sp>
      <p:sp>
        <p:nvSpPr>
          <p:cNvPr id="32" name="流程图: 磁盘 31">
            <a:extLst>
              <a:ext uri="{FF2B5EF4-FFF2-40B4-BE49-F238E27FC236}">
                <a16:creationId xmlns:a16="http://schemas.microsoft.com/office/drawing/2014/main" id="{90C98F78-A48F-4609-9D82-311A4A62ACC7}"/>
              </a:ext>
            </a:extLst>
          </p:cNvPr>
          <p:cNvSpPr/>
          <p:nvPr/>
        </p:nvSpPr>
        <p:spPr>
          <a:xfrm>
            <a:off x="8066318" y="2515047"/>
            <a:ext cx="2024743" cy="226150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t>Mysql</a:t>
            </a:r>
            <a:endParaRPr lang="en-US" altLang="zh-CN" sz="1400" dirty="0"/>
          </a:p>
          <a:p>
            <a:pPr algn="ctr"/>
            <a:endParaRPr lang="en-US" altLang="zh-CN" sz="1400" dirty="0"/>
          </a:p>
          <a:p>
            <a:pPr algn="ctr"/>
            <a:r>
              <a:rPr lang="en-US" altLang="zh-CN" sz="1400" dirty="0" err="1"/>
              <a:t>reservattion</a:t>
            </a:r>
            <a:endParaRPr lang="zh-CN" altLang="en-US" sz="1400" dirty="0"/>
          </a:p>
        </p:txBody>
      </p:sp>
    </p:spTree>
    <p:extLst>
      <p:ext uri="{BB962C8B-B14F-4D97-AF65-F5344CB8AC3E}">
        <p14:creationId xmlns:p14="http://schemas.microsoft.com/office/powerpoint/2010/main" val="110944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xit" presetSubtype="32" fill="hold" nodeType="clickEffect">
                                  <p:stCondLst>
                                    <p:cond delay="0"/>
                                  </p:stCondLst>
                                  <p:childTnLst>
                                    <p:anim calcmode="lin" valueType="num">
                                      <p:cBhvr>
                                        <p:cTn id="20" dur="500"/>
                                        <p:tgtEl>
                                          <p:spTgt spid="17"/>
                                        </p:tgtEl>
                                        <p:attrNameLst>
                                          <p:attrName>ppt_w</p:attrName>
                                        </p:attrNameLst>
                                      </p:cBhvr>
                                      <p:tavLst>
                                        <p:tav tm="0">
                                          <p:val>
                                            <p:strVal val="ppt_w"/>
                                          </p:val>
                                        </p:tav>
                                        <p:tav tm="100000">
                                          <p:val>
                                            <p:fltVal val="0"/>
                                          </p:val>
                                        </p:tav>
                                      </p:tavLst>
                                    </p:anim>
                                    <p:anim calcmode="lin" valueType="num">
                                      <p:cBhvr>
                                        <p:cTn id="21" dur="500"/>
                                        <p:tgtEl>
                                          <p:spTgt spid="17"/>
                                        </p:tgtEl>
                                        <p:attrNameLst>
                                          <p:attrName>ppt_h</p:attrName>
                                        </p:attrNameLst>
                                      </p:cBhvr>
                                      <p:tavLst>
                                        <p:tav tm="0">
                                          <p:val>
                                            <p:strVal val="ppt_h"/>
                                          </p:val>
                                        </p:tav>
                                        <p:tav tm="100000">
                                          <p:val>
                                            <p:fltVal val="0"/>
                                          </p:val>
                                        </p:tav>
                                      </p:tavLst>
                                    </p:anim>
                                    <p:set>
                                      <p:cBhvr>
                                        <p:cTn id="22" dur="1" fill="hold">
                                          <p:stCondLst>
                                            <p:cond delay="499"/>
                                          </p:stCondLst>
                                        </p:cTn>
                                        <p:tgtEl>
                                          <p:spTgt spid="17"/>
                                        </p:tgtEl>
                                        <p:attrNameLst>
                                          <p:attrName>style.visibility</p:attrName>
                                        </p:attrNameLst>
                                      </p:cBhvr>
                                      <p:to>
                                        <p:strVal val="hidden"/>
                                      </p:to>
                                    </p:set>
                                  </p:childTnLst>
                                </p:cTn>
                              </p:par>
                              <p:par>
                                <p:cTn id="23" presetID="42"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1000"/>
                                        <p:tgtEl>
                                          <p:spTgt spid="20"/>
                                        </p:tgtEl>
                                      </p:cBhvr>
                                    </p:animEffect>
                                    <p:anim calcmode="lin" valueType="num">
                                      <p:cBhvr>
                                        <p:cTn id="26" dur="1000" fill="hold"/>
                                        <p:tgtEl>
                                          <p:spTgt spid="20"/>
                                        </p:tgtEl>
                                        <p:attrNameLst>
                                          <p:attrName>ppt_x</p:attrName>
                                        </p:attrNameLst>
                                      </p:cBhvr>
                                      <p:tavLst>
                                        <p:tav tm="0">
                                          <p:val>
                                            <p:strVal val="#ppt_x"/>
                                          </p:val>
                                        </p:tav>
                                        <p:tav tm="100000">
                                          <p:val>
                                            <p:strVal val="#ppt_x"/>
                                          </p:val>
                                        </p:tav>
                                      </p:tavLst>
                                    </p:anim>
                                    <p:anim calcmode="lin" valueType="num">
                                      <p:cBhvr>
                                        <p:cTn id="2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1000"/>
                                        <p:tgtEl>
                                          <p:spTgt spid="30"/>
                                        </p:tgtEl>
                                      </p:cBhvr>
                                    </p:animEffect>
                                    <p:anim calcmode="lin" valueType="num">
                                      <p:cBhvr>
                                        <p:cTn id="33" dur="1000" fill="hold"/>
                                        <p:tgtEl>
                                          <p:spTgt spid="30"/>
                                        </p:tgtEl>
                                        <p:attrNameLst>
                                          <p:attrName>ppt_x</p:attrName>
                                        </p:attrNameLst>
                                      </p:cBhvr>
                                      <p:tavLst>
                                        <p:tav tm="0">
                                          <p:val>
                                            <p:strVal val="#ppt_x"/>
                                          </p:val>
                                        </p:tav>
                                        <p:tav tm="100000">
                                          <p:val>
                                            <p:strVal val="#ppt_x"/>
                                          </p:val>
                                        </p:tav>
                                      </p:tavLst>
                                    </p:anim>
                                    <p:anim calcmode="lin" valueType="num">
                                      <p:cBhvr>
                                        <p:cTn id="3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xit" presetSubtype="32" fill="hold" nodeType="clickEffect">
                                  <p:stCondLst>
                                    <p:cond delay="0"/>
                                  </p:stCondLst>
                                  <p:childTnLst>
                                    <p:anim calcmode="lin" valueType="num">
                                      <p:cBhvr>
                                        <p:cTn id="38" dur="500"/>
                                        <p:tgtEl>
                                          <p:spTgt spid="30"/>
                                        </p:tgtEl>
                                        <p:attrNameLst>
                                          <p:attrName>ppt_w</p:attrName>
                                        </p:attrNameLst>
                                      </p:cBhvr>
                                      <p:tavLst>
                                        <p:tav tm="0">
                                          <p:val>
                                            <p:strVal val="ppt_w"/>
                                          </p:val>
                                        </p:tav>
                                        <p:tav tm="100000">
                                          <p:val>
                                            <p:fltVal val="0"/>
                                          </p:val>
                                        </p:tav>
                                      </p:tavLst>
                                    </p:anim>
                                    <p:anim calcmode="lin" valueType="num">
                                      <p:cBhvr>
                                        <p:cTn id="39" dur="500"/>
                                        <p:tgtEl>
                                          <p:spTgt spid="30"/>
                                        </p:tgtEl>
                                        <p:attrNameLst>
                                          <p:attrName>ppt_h</p:attrName>
                                        </p:attrNameLst>
                                      </p:cBhvr>
                                      <p:tavLst>
                                        <p:tav tm="0">
                                          <p:val>
                                            <p:strVal val="ppt_h"/>
                                          </p:val>
                                        </p:tav>
                                        <p:tav tm="100000">
                                          <p:val>
                                            <p:fltVal val="0"/>
                                          </p:val>
                                        </p:tav>
                                      </p:tavLst>
                                    </p:anim>
                                    <p:set>
                                      <p:cBhvr>
                                        <p:cTn id="40" dur="1" fill="hold">
                                          <p:stCondLst>
                                            <p:cond delay="499"/>
                                          </p:stCondLst>
                                        </p:cTn>
                                        <p:tgtEl>
                                          <p:spTgt spid="30"/>
                                        </p:tgtEl>
                                        <p:attrNameLst>
                                          <p:attrName>style.visibility</p:attrName>
                                        </p:attrNameLst>
                                      </p:cBhvr>
                                      <p:to>
                                        <p:strVal val="hidden"/>
                                      </p:to>
                                    </p:set>
                                  </p:childTnLst>
                                </p:cTn>
                              </p:par>
                              <p:par>
                                <p:cTn id="41" presetID="23" presetClass="entr" presetSubtype="32"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ppt_w</p:attrName>
                                        </p:attrNameLst>
                                      </p:cBhvr>
                                      <p:tavLst>
                                        <p:tav tm="0">
                                          <p:val>
                                            <p:strVal val="4*#ppt_w"/>
                                          </p:val>
                                        </p:tav>
                                        <p:tav tm="100000">
                                          <p:val>
                                            <p:strVal val="#ppt_w"/>
                                          </p:val>
                                        </p:tav>
                                      </p:tavLst>
                                    </p:anim>
                                    <p:anim calcmode="lin" valueType="num">
                                      <p:cBhvr>
                                        <p:cTn id="44" dur="500" fill="hold"/>
                                        <p:tgtEl>
                                          <p:spTgt spid="31"/>
                                        </p:tgtEl>
                                        <p:attrNameLst>
                                          <p:attrName>ppt_h</p:attrName>
                                        </p:attrNameLst>
                                      </p:cBhvr>
                                      <p:tavLst>
                                        <p:tav tm="0">
                                          <p:val>
                                            <p:strVal val="4*#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 calcmode="lin" valueType="num">
                                      <p:cBhvr>
                                        <p:cTn id="49" dur="500" fill="hold"/>
                                        <p:tgtEl>
                                          <p:spTgt spid="32"/>
                                        </p:tgtEl>
                                        <p:attrNameLst>
                                          <p:attrName>ppt_w</p:attrName>
                                        </p:attrNameLst>
                                      </p:cBhvr>
                                      <p:tavLst>
                                        <p:tav tm="0">
                                          <p:val>
                                            <p:fltVal val="0"/>
                                          </p:val>
                                        </p:tav>
                                        <p:tav tm="100000">
                                          <p:val>
                                            <p:strVal val="#ppt_w"/>
                                          </p:val>
                                        </p:tav>
                                      </p:tavLst>
                                    </p:anim>
                                    <p:anim calcmode="lin" valueType="num">
                                      <p:cBhvr>
                                        <p:cTn id="50" dur="500" fill="hold"/>
                                        <p:tgtEl>
                                          <p:spTgt spid="3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49BE638A-E35C-484F-A601-4A01FA335EE5}"/>
              </a:ext>
            </a:extLst>
          </p:cNvPr>
          <p:cNvSpPr>
            <a:spLocks noChangeArrowheads="1"/>
          </p:cNvSpPr>
          <p:nvPr/>
        </p:nvSpPr>
        <p:spPr bwMode="auto">
          <a:xfrm>
            <a:off x="3688240" y="3366883"/>
            <a:ext cx="4191789" cy="3093154"/>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33B3"/>
                </a:solidFill>
                <a:effectLst/>
                <a:latin typeface="Arial Unicode MS"/>
                <a:ea typeface="JetBrains Mono"/>
              </a:rPr>
              <a:t>dependency</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&lt;</a:t>
            </a:r>
            <a:r>
              <a:rPr kumimoji="0" lang="zh-CN" altLang="zh-CN" sz="1300" b="0" i="0" u="none" strike="noStrike" cap="none" normalizeH="0" baseline="0" dirty="0">
                <a:ln>
                  <a:noFill/>
                </a:ln>
                <a:solidFill>
                  <a:srgbClr val="0033B3"/>
                </a:solidFill>
                <a:effectLst/>
                <a:latin typeface="Arial Unicode MS"/>
                <a:ea typeface="JetBrains Mono"/>
              </a:rPr>
              <a:t>groupId</a:t>
            </a:r>
            <a:r>
              <a:rPr kumimoji="0" lang="zh-CN" altLang="zh-CN" sz="1300" b="0" i="0" u="none" strike="noStrike" cap="none" normalizeH="0" baseline="0" dirty="0">
                <a:ln>
                  <a:noFill/>
                </a:ln>
                <a:solidFill>
                  <a:srgbClr val="080808"/>
                </a:solidFill>
                <a:effectLst/>
                <a:latin typeface="Arial Unicode MS"/>
                <a:ea typeface="JetBrains Mono"/>
              </a:rPr>
              <a:t>&gt;org.projectlombok&lt;/</a:t>
            </a:r>
            <a:r>
              <a:rPr kumimoji="0" lang="zh-CN" altLang="zh-CN" sz="1300" b="0" i="0" u="none" strike="noStrike" cap="none" normalizeH="0" baseline="0" dirty="0">
                <a:ln>
                  <a:noFill/>
                </a:ln>
                <a:solidFill>
                  <a:srgbClr val="0033B3"/>
                </a:solidFill>
                <a:effectLst/>
                <a:latin typeface="Arial Unicode MS"/>
                <a:ea typeface="JetBrains Mono"/>
              </a:rPr>
              <a:t>groupId</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&lt;</a:t>
            </a:r>
            <a:r>
              <a:rPr kumimoji="0" lang="zh-CN" altLang="zh-CN" sz="1300" b="0" i="0" u="none" strike="noStrike" cap="none" normalizeH="0" baseline="0" dirty="0">
                <a:ln>
                  <a:noFill/>
                </a:ln>
                <a:solidFill>
                  <a:srgbClr val="0033B3"/>
                </a:solidFill>
                <a:effectLst/>
                <a:latin typeface="Arial Unicode MS"/>
                <a:ea typeface="JetBrains Mono"/>
              </a:rPr>
              <a:t>artifactId</a:t>
            </a:r>
            <a:r>
              <a:rPr kumimoji="0" lang="zh-CN" altLang="zh-CN" sz="1300" b="0" i="0" u="none" strike="noStrike" cap="none" normalizeH="0" baseline="0" dirty="0">
                <a:ln>
                  <a:noFill/>
                </a:ln>
                <a:solidFill>
                  <a:srgbClr val="080808"/>
                </a:solidFill>
                <a:effectLst/>
                <a:latin typeface="Arial Unicode MS"/>
                <a:ea typeface="JetBrains Mono"/>
              </a:rPr>
              <a:t>&gt;lombok&lt;/</a:t>
            </a:r>
            <a:r>
              <a:rPr kumimoji="0" lang="zh-CN" altLang="zh-CN" sz="1300" b="0" i="0" u="none" strike="noStrike" cap="none" normalizeH="0" baseline="0" dirty="0">
                <a:ln>
                  <a:noFill/>
                </a:ln>
                <a:solidFill>
                  <a:srgbClr val="0033B3"/>
                </a:solidFill>
                <a:effectLst/>
                <a:latin typeface="Arial Unicode MS"/>
                <a:ea typeface="JetBrains Mono"/>
              </a:rPr>
              <a:t>artifactId</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33B3"/>
                </a:solidFill>
                <a:effectLst/>
                <a:latin typeface="Arial Unicode MS"/>
                <a:ea typeface="JetBrains Mono"/>
              </a:rPr>
              <a:t>dependency</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1" u="none" strike="noStrike" cap="none" normalizeH="0" baseline="0" dirty="0">
                <a:ln>
                  <a:noFill/>
                </a:ln>
                <a:solidFill>
                  <a:srgbClr val="686671"/>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33B3"/>
                </a:solidFill>
                <a:effectLst/>
                <a:latin typeface="Arial Unicode MS"/>
                <a:ea typeface="JetBrains Mono"/>
              </a:rPr>
              <a:t>dependency</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&lt;</a:t>
            </a:r>
            <a:r>
              <a:rPr kumimoji="0" lang="zh-CN" altLang="zh-CN" sz="1300" b="0" i="0" u="none" strike="noStrike" cap="none" normalizeH="0" baseline="0" dirty="0">
                <a:ln>
                  <a:noFill/>
                </a:ln>
                <a:solidFill>
                  <a:srgbClr val="0033B3"/>
                </a:solidFill>
                <a:effectLst/>
                <a:latin typeface="Arial Unicode MS"/>
                <a:ea typeface="JetBrains Mono"/>
              </a:rPr>
              <a:t>groupId</a:t>
            </a:r>
            <a:r>
              <a:rPr kumimoji="0" lang="zh-CN" altLang="zh-CN" sz="1300" b="0" i="0" u="none" strike="noStrike" cap="none" normalizeH="0" baseline="0" dirty="0">
                <a:ln>
                  <a:noFill/>
                </a:ln>
                <a:solidFill>
                  <a:srgbClr val="080808"/>
                </a:solidFill>
                <a:effectLst/>
                <a:latin typeface="Arial Unicode MS"/>
                <a:ea typeface="JetBrains Mono"/>
              </a:rPr>
              <a:t>&gt;org.mybatis.spring.boot&lt;/</a:t>
            </a:r>
            <a:r>
              <a:rPr kumimoji="0" lang="zh-CN" altLang="zh-CN" sz="1300" b="0" i="0" u="none" strike="noStrike" cap="none" normalizeH="0" baseline="0" dirty="0">
                <a:ln>
                  <a:noFill/>
                </a:ln>
                <a:solidFill>
                  <a:srgbClr val="0033B3"/>
                </a:solidFill>
                <a:effectLst/>
                <a:latin typeface="Arial Unicode MS"/>
                <a:ea typeface="JetBrains Mono"/>
              </a:rPr>
              <a:t>groupId</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&lt;</a:t>
            </a:r>
            <a:r>
              <a:rPr kumimoji="0" lang="zh-CN" altLang="zh-CN" sz="1300" b="0" i="0" u="none" strike="noStrike" cap="none" normalizeH="0" baseline="0" dirty="0">
                <a:ln>
                  <a:noFill/>
                </a:ln>
                <a:solidFill>
                  <a:srgbClr val="0033B3"/>
                </a:solidFill>
                <a:effectLst/>
                <a:latin typeface="Arial Unicode MS"/>
                <a:ea typeface="JetBrains Mono"/>
              </a:rPr>
              <a:t>artifactId</a:t>
            </a:r>
            <a:r>
              <a:rPr kumimoji="0" lang="zh-CN" altLang="zh-CN" sz="1300" b="0" i="0" u="none" strike="noStrike" cap="none" normalizeH="0" baseline="0" dirty="0">
                <a:ln>
                  <a:noFill/>
                </a:ln>
                <a:solidFill>
                  <a:srgbClr val="080808"/>
                </a:solidFill>
                <a:effectLst/>
                <a:latin typeface="Arial Unicode MS"/>
                <a:ea typeface="JetBrains Mono"/>
              </a:rPr>
              <a:t>&gt;mybatis-spring-boot-starter&lt;/</a:t>
            </a:r>
            <a:r>
              <a:rPr kumimoji="0" lang="zh-CN" altLang="zh-CN" sz="1300" b="0" i="0" u="none" strike="noStrike" cap="none" normalizeH="0" baseline="0" dirty="0">
                <a:ln>
                  <a:noFill/>
                </a:ln>
                <a:solidFill>
                  <a:srgbClr val="0033B3"/>
                </a:solidFill>
                <a:effectLst/>
                <a:latin typeface="Arial Unicode MS"/>
                <a:ea typeface="JetBrains Mono"/>
              </a:rPr>
              <a:t>artifactId</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&lt;</a:t>
            </a:r>
            <a:r>
              <a:rPr kumimoji="0" lang="zh-CN" altLang="zh-CN" sz="1300" b="0" i="0" u="none" strike="noStrike" cap="none" normalizeH="0" baseline="0" dirty="0">
                <a:ln>
                  <a:noFill/>
                </a:ln>
                <a:solidFill>
                  <a:srgbClr val="0033B3"/>
                </a:solidFill>
                <a:effectLst/>
                <a:latin typeface="Arial Unicode MS"/>
                <a:ea typeface="JetBrains Mono"/>
              </a:rPr>
              <a:t>version</a:t>
            </a:r>
            <a:r>
              <a:rPr kumimoji="0" lang="zh-CN" altLang="zh-CN" sz="1300" b="0" i="0" u="none" strike="noStrike" cap="none" normalizeH="0" baseline="0" dirty="0">
                <a:ln>
                  <a:noFill/>
                </a:ln>
                <a:solidFill>
                  <a:srgbClr val="080808"/>
                </a:solidFill>
                <a:effectLst/>
                <a:latin typeface="Arial Unicode MS"/>
                <a:ea typeface="JetBrains Mono"/>
              </a:rPr>
              <a:t>&gt;3.0.3&lt;/</a:t>
            </a:r>
            <a:r>
              <a:rPr kumimoji="0" lang="zh-CN" altLang="zh-CN" sz="1300" b="0" i="0" u="none" strike="noStrike" cap="none" normalizeH="0" baseline="0" dirty="0">
                <a:ln>
                  <a:noFill/>
                </a:ln>
                <a:solidFill>
                  <a:srgbClr val="0033B3"/>
                </a:solidFill>
                <a:effectLst/>
                <a:latin typeface="Arial Unicode MS"/>
                <a:ea typeface="JetBrains Mono"/>
              </a:rPr>
              <a:t>version</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33B3"/>
                </a:solidFill>
                <a:effectLst/>
                <a:latin typeface="Arial Unicode MS"/>
                <a:ea typeface="JetBrains Mono"/>
              </a:rPr>
              <a:t>dependency</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1" u="none" strike="noStrike" cap="none" normalizeH="0" baseline="0" dirty="0">
                <a:ln>
                  <a:noFill/>
                </a:ln>
                <a:solidFill>
                  <a:srgbClr val="686671"/>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33B3"/>
                </a:solidFill>
                <a:effectLst/>
                <a:latin typeface="Arial Unicode MS"/>
                <a:ea typeface="JetBrains Mono"/>
              </a:rPr>
              <a:t>dependency</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&lt;</a:t>
            </a:r>
            <a:r>
              <a:rPr kumimoji="0" lang="zh-CN" altLang="zh-CN" sz="1300" b="0" i="0" u="none" strike="noStrike" cap="none" normalizeH="0" baseline="0" dirty="0">
                <a:ln>
                  <a:noFill/>
                </a:ln>
                <a:solidFill>
                  <a:srgbClr val="0033B3"/>
                </a:solidFill>
                <a:effectLst/>
                <a:latin typeface="Arial Unicode MS"/>
                <a:ea typeface="JetBrains Mono"/>
              </a:rPr>
              <a:t>groupId</a:t>
            </a:r>
            <a:r>
              <a:rPr kumimoji="0" lang="zh-CN" altLang="zh-CN" sz="1300" b="0" i="0" u="none" strike="noStrike" cap="none" normalizeH="0" baseline="0" dirty="0">
                <a:ln>
                  <a:noFill/>
                </a:ln>
                <a:solidFill>
                  <a:srgbClr val="080808"/>
                </a:solidFill>
                <a:effectLst/>
                <a:latin typeface="Arial Unicode MS"/>
                <a:ea typeface="JetBrains Mono"/>
              </a:rPr>
              <a:t>&gt;com.mysql&lt;/</a:t>
            </a:r>
            <a:r>
              <a:rPr kumimoji="0" lang="zh-CN" altLang="zh-CN" sz="1300" b="0" i="0" u="none" strike="noStrike" cap="none" normalizeH="0" baseline="0" dirty="0">
                <a:ln>
                  <a:noFill/>
                </a:ln>
                <a:solidFill>
                  <a:srgbClr val="0033B3"/>
                </a:solidFill>
                <a:effectLst/>
                <a:latin typeface="Arial Unicode MS"/>
                <a:ea typeface="JetBrains Mono"/>
              </a:rPr>
              <a:t>groupId</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&lt;</a:t>
            </a:r>
            <a:r>
              <a:rPr kumimoji="0" lang="zh-CN" altLang="zh-CN" sz="1300" b="0" i="0" u="none" strike="noStrike" cap="none" normalizeH="0" baseline="0" dirty="0">
                <a:ln>
                  <a:noFill/>
                </a:ln>
                <a:solidFill>
                  <a:srgbClr val="0033B3"/>
                </a:solidFill>
                <a:effectLst/>
                <a:latin typeface="Arial Unicode MS"/>
                <a:ea typeface="JetBrains Mono"/>
              </a:rPr>
              <a:t>artifactId</a:t>
            </a:r>
            <a:r>
              <a:rPr kumimoji="0" lang="zh-CN" altLang="zh-CN" sz="1300" b="0" i="0" u="none" strike="noStrike" cap="none" normalizeH="0" baseline="0" dirty="0">
                <a:ln>
                  <a:noFill/>
                </a:ln>
                <a:solidFill>
                  <a:srgbClr val="080808"/>
                </a:solidFill>
                <a:effectLst/>
                <a:latin typeface="Arial Unicode MS"/>
                <a:ea typeface="JetBrains Mono"/>
              </a:rPr>
              <a:t>&gt;mysql-connector-j&lt;/</a:t>
            </a:r>
            <a:r>
              <a:rPr kumimoji="0" lang="zh-CN" altLang="zh-CN" sz="1300" b="0" i="0" u="none" strike="noStrike" cap="none" normalizeH="0" baseline="0" dirty="0">
                <a:ln>
                  <a:noFill/>
                </a:ln>
                <a:solidFill>
                  <a:srgbClr val="0033B3"/>
                </a:solidFill>
                <a:effectLst/>
                <a:latin typeface="Arial Unicode MS"/>
                <a:ea typeface="JetBrains Mono"/>
              </a:rPr>
              <a:t>artifactId</a:t>
            </a:r>
            <a:r>
              <a:rPr kumimoji="0" lang="zh-CN" altLang="zh-CN" sz="1300" b="0" i="0" u="none" strike="noStrike" cap="none" normalizeH="0" baseline="0" dirty="0">
                <a:ln>
                  <a:noFill/>
                </a:ln>
                <a:solidFill>
                  <a:srgbClr val="080808"/>
                </a:solidFill>
                <a:effectLst/>
                <a:latin typeface="Arial Unicode MS"/>
                <a:ea typeface="JetBrains Mono"/>
              </a:rPr>
              <a:t>&gt;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&lt;/</a:t>
            </a:r>
            <a:r>
              <a:rPr kumimoji="0" lang="zh-CN" altLang="zh-CN" sz="1300" b="0" i="0" u="none" strike="noStrike" cap="none" normalizeH="0" baseline="0" dirty="0">
                <a:ln>
                  <a:noFill/>
                </a:ln>
                <a:solidFill>
                  <a:srgbClr val="0033B3"/>
                </a:solidFill>
                <a:effectLst/>
                <a:latin typeface="Arial Unicode MS"/>
                <a:ea typeface="JetBrains Mono"/>
              </a:rPr>
              <a:t>dependency</a:t>
            </a:r>
            <a:r>
              <a:rPr kumimoji="0" lang="zh-CN" altLang="zh-CN" sz="1300" b="0" i="0" u="none" strike="noStrike" cap="none" normalizeH="0" baseline="0" dirty="0">
                <a:ln>
                  <a:noFill/>
                </a:ln>
                <a:solidFill>
                  <a:srgbClr val="080808"/>
                </a:solidFill>
                <a:effectLst/>
                <a:latin typeface="Arial Unicode MS"/>
                <a:ea typeface="JetBrains Mono"/>
              </a:rPr>
              <a:t>&gt;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EAFB1F07-6D41-4DE1-A115-6847A5031123}"/>
              </a:ext>
            </a:extLst>
          </p:cNvPr>
          <p:cNvSpPr>
            <a:spLocks noChangeArrowheads="1"/>
          </p:cNvSpPr>
          <p:nvPr/>
        </p:nvSpPr>
        <p:spPr bwMode="auto">
          <a:xfrm>
            <a:off x="7946797" y="3366883"/>
            <a:ext cx="4128940" cy="2893100"/>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spring</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datasource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username</a:t>
            </a:r>
            <a:r>
              <a:rPr kumimoji="0" lang="zh-CN" altLang="zh-CN" sz="1300" b="0" i="0" u="none" strike="noStrike" cap="none" normalizeH="0" baseline="0" dirty="0">
                <a:ln>
                  <a:noFill/>
                </a:ln>
                <a:solidFill>
                  <a:srgbClr val="080808"/>
                </a:solidFill>
                <a:effectLst/>
                <a:latin typeface="Arial Unicode MS"/>
                <a:ea typeface="JetBrains Mono"/>
              </a:rPr>
              <a:t>: root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password</a:t>
            </a:r>
            <a:r>
              <a:rPr kumimoji="0" lang="zh-CN" altLang="zh-CN" sz="1300" b="0" i="0" u="none" strike="noStrike" cap="none" normalizeH="0" baseline="0" dirty="0">
                <a:ln>
                  <a:noFill/>
                </a:ln>
                <a:solidFill>
                  <a:srgbClr val="080808"/>
                </a:solidFill>
                <a:effectLst/>
                <a:latin typeface="Arial Unicode MS"/>
                <a:ea typeface="JetBrains Mono"/>
              </a:rPr>
              <a:t>: 1234</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url</a:t>
            </a:r>
            <a:r>
              <a:rPr kumimoji="0" lang="zh-CN" altLang="zh-CN" sz="1300" b="0" i="0" u="none" strike="noStrike" cap="none" normalizeH="0" baseline="0" dirty="0">
                <a:ln>
                  <a:noFill/>
                </a:ln>
                <a:solidFill>
                  <a:srgbClr val="080808"/>
                </a:solidFill>
                <a:effectLst/>
                <a:latin typeface="Arial Unicode MS"/>
                <a:ea typeface="JetBrains Mono"/>
              </a:rPr>
              <a:t>: jdbc:mysql://localhost:3307/gk?useUnicode=true&amp;characterEncoding=utf-8&amp;useSSL=false&amp;serverTimezone=Asia/Shanghai&amp;allowPublicKeyRetrieval=true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driver-class-name</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com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mysql</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cj</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jdbc</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Driver</a:t>
            </a:r>
            <a:endParaRPr kumimoji="0" lang="en-US" altLang="zh-CN" sz="1300" b="0" i="0" u="none" strike="noStrike" cap="none" normalizeH="0" baseline="0" dirty="0">
              <a:ln>
                <a:noFill/>
              </a:ln>
              <a:solidFill>
                <a:srgbClr val="000000"/>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300" b="0" i="0" u="none" strike="noStrike" cap="none" normalizeH="0" baseline="0" dirty="0">
                <a:ln>
                  <a:noFill/>
                </a:ln>
                <a:solidFill>
                  <a:srgbClr val="000000"/>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mybatis</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configuration</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map-underscore-to-camel-case</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true</a:t>
            </a:r>
            <a:endParaRPr kumimoji="0" lang="en-US" altLang="zh-CN" sz="1300" b="0" i="0" u="none" strike="noStrike" cap="none" normalizeH="0" baseline="0" dirty="0">
              <a:ln>
                <a:noFill/>
              </a:ln>
              <a:solidFill>
                <a:srgbClr val="0033B3"/>
              </a:solidFill>
              <a:effectLst/>
              <a:latin typeface="Arial Unicode MS"/>
              <a:ea typeface="JetBrains Mono"/>
            </a:endParaRPr>
          </a:p>
        </p:txBody>
      </p:sp>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Tools</a:t>
            </a:r>
            <a:r>
              <a:rPr lang="zh-CN" altLang="en-US" dirty="0"/>
              <a:t>工具</a:t>
            </a:r>
            <a:r>
              <a:rPr lang="en-US" altLang="zh-CN" dirty="0"/>
              <a:t>-</a:t>
            </a:r>
            <a:r>
              <a:rPr lang="zh-CN" altLang="en-US" dirty="0"/>
              <a:t>准备工作</a:t>
            </a:r>
          </a:p>
        </p:txBody>
      </p:sp>
      <p:sp>
        <p:nvSpPr>
          <p:cNvPr id="9" name="内容占位符 1">
            <a:extLst>
              <a:ext uri="{FF2B5EF4-FFF2-40B4-BE49-F238E27FC236}">
                <a16:creationId xmlns:a16="http://schemas.microsoft.com/office/drawing/2014/main" id="{AA07DFB3-EAF9-4DCB-B3C3-C524A713A649}"/>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dirty="0">
                <a:solidFill>
                  <a:srgbClr val="262626"/>
                </a:solidFill>
                <a:latin typeface="阿里巴巴普惠体"/>
                <a:ea typeface="阿里巴巴普惠体"/>
              </a:rPr>
              <a:t>准备工作：开发一个预约信息服务，可以读写</a:t>
            </a:r>
            <a:r>
              <a:rPr lang="en-US" altLang="zh-CN" dirty="0" err="1">
                <a:solidFill>
                  <a:srgbClr val="262626"/>
                </a:solidFill>
                <a:latin typeface="阿里巴巴普惠体"/>
                <a:ea typeface="阿里巴巴普惠体"/>
              </a:rPr>
              <a:t>MySql</a:t>
            </a:r>
            <a:r>
              <a:rPr lang="zh-CN" altLang="en-US" dirty="0">
                <a:solidFill>
                  <a:srgbClr val="262626"/>
                </a:solidFill>
                <a:latin typeface="阿里巴巴普惠体"/>
                <a:ea typeface="阿里巴巴普惠体"/>
              </a:rPr>
              <a:t>中预约表中的信息</a:t>
            </a:r>
            <a:endParaRPr lang="en-US" altLang="zh-CN" dirty="0">
              <a:solidFill>
                <a:srgbClr val="262626"/>
              </a:solidFill>
              <a:latin typeface="阿里巴巴普惠体"/>
              <a:ea typeface="阿里巴巴普惠体"/>
            </a:endParaRPr>
          </a:p>
        </p:txBody>
      </p:sp>
      <p:sp>
        <p:nvSpPr>
          <p:cNvPr id="10" name="内容占位符 1">
            <a:extLst>
              <a:ext uri="{FF2B5EF4-FFF2-40B4-BE49-F238E27FC236}">
                <a16:creationId xmlns:a16="http://schemas.microsoft.com/office/drawing/2014/main" id="{40AB60DF-2AA3-4BFA-88DF-89C96C1A3917}"/>
              </a:ext>
            </a:extLst>
          </p:cNvPr>
          <p:cNvSpPr txBox="1">
            <a:spLocks/>
          </p:cNvSpPr>
          <p:nvPr/>
        </p:nvSpPr>
        <p:spPr>
          <a:xfrm>
            <a:off x="919097" y="1622925"/>
            <a:ext cx="3471931" cy="3514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dirty="0">
                <a:solidFill>
                  <a:srgbClr val="2F2F2F"/>
                </a:solidFill>
                <a:latin typeface="Source Code Pro"/>
              </a:rPr>
              <a:t>准备数据库环境</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引入依赖</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配置连接信息</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准备实体类</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开发</a:t>
            </a:r>
            <a:r>
              <a:rPr lang="en-US" altLang="zh-CN" sz="1600" dirty="0">
                <a:solidFill>
                  <a:srgbClr val="2F2F2F"/>
                </a:solidFill>
                <a:latin typeface="Source Code Pro"/>
              </a:rPr>
              <a:t>Mapper</a:t>
            </a:r>
          </a:p>
          <a:p>
            <a:pPr marL="342882" indent="-342882" defTabSz="914354">
              <a:lnSpc>
                <a:spcPct val="150000"/>
              </a:lnSpc>
              <a:buFont typeface="+mj-lt"/>
              <a:buAutoNum type="arabicPeriod"/>
              <a:defRPr/>
            </a:pPr>
            <a:r>
              <a:rPr lang="zh-CN" altLang="en-US" sz="1600" dirty="0">
                <a:solidFill>
                  <a:srgbClr val="2F2F2F"/>
                </a:solidFill>
                <a:latin typeface="Source Code Pro"/>
              </a:rPr>
              <a:t>开发</a:t>
            </a:r>
            <a:r>
              <a:rPr lang="en-US" altLang="zh-CN" sz="1600" dirty="0">
                <a:solidFill>
                  <a:srgbClr val="2F2F2F"/>
                </a:solidFill>
                <a:latin typeface="Source Code Pro"/>
              </a:rPr>
              <a:t>Service</a:t>
            </a:r>
          </a:p>
          <a:p>
            <a:pPr marL="342882" indent="-342882" defTabSz="914354">
              <a:lnSpc>
                <a:spcPct val="150000"/>
              </a:lnSpc>
              <a:buFont typeface="+mj-lt"/>
              <a:buAutoNum type="arabicPeriod"/>
              <a:defRPr/>
            </a:pPr>
            <a:r>
              <a:rPr lang="zh-CN" altLang="en-US" sz="1600" dirty="0">
                <a:solidFill>
                  <a:srgbClr val="2F2F2F"/>
                </a:solidFill>
                <a:latin typeface="Source Code Pro"/>
              </a:rPr>
              <a:t>完成测试</a:t>
            </a:r>
            <a:endParaRPr lang="en-US" altLang="zh-CN" sz="1600" dirty="0">
              <a:solidFill>
                <a:srgbClr val="2F2F2F"/>
              </a:solidFill>
              <a:latin typeface="Source Code Pro"/>
            </a:endParaRPr>
          </a:p>
        </p:txBody>
      </p:sp>
      <p:sp>
        <p:nvSpPr>
          <p:cNvPr id="12" name="文本框 11">
            <a:extLst>
              <a:ext uri="{FF2B5EF4-FFF2-40B4-BE49-F238E27FC236}">
                <a16:creationId xmlns:a16="http://schemas.microsoft.com/office/drawing/2014/main" id="{AA31449D-3C7F-4456-BE7B-E127D7532C44}"/>
              </a:ext>
            </a:extLst>
          </p:cNvPr>
          <p:cNvSpPr txBox="1"/>
          <p:nvPr/>
        </p:nvSpPr>
        <p:spPr>
          <a:xfrm>
            <a:off x="3688241" y="1727166"/>
            <a:ext cx="7407111" cy="292388"/>
          </a:xfrm>
          <a:prstGeom prst="rect">
            <a:avLst/>
          </a:prstGeom>
          <a:solidFill>
            <a:schemeClr val="accent3">
              <a:lumMod val="20000"/>
              <a:lumOff val="80000"/>
            </a:schemeClr>
          </a:solidFill>
        </p:spPr>
        <p:txBody>
          <a:bodyPr wrap="square">
            <a:spAutoFit/>
          </a:bodyPr>
          <a:lstStyle/>
          <a:p>
            <a:r>
              <a:rPr lang="zh-CN" altLang="en-US" sz="1300" dirty="0"/>
              <a:t>docker run --name mysql -d -p 3307:3306 -e MYSQL_ROOT_PASSWORD=1234 mysql</a:t>
            </a:r>
          </a:p>
        </p:txBody>
      </p:sp>
      <p:pic>
        <p:nvPicPr>
          <p:cNvPr id="7" name="图片 6">
            <a:extLst>
              <a:ext uri="{FF2B5EF4-FFF2-40B4-BE49-F238E27FC236}">
                <a16:creationId xmlns:a16="http://schemas.microsoft.com/office/drawing/2014/main" id="{397001AA-8976-4D20-99CD-B968D1A9890B}"/>
              </a:ext>
            </a:extLst>
          </p:cNvPr>
          <p:cNvPicPr>
            <a:picLocks noChangeAspect="1"/>
          </p:cNvPicPr>
          <p:nvPr/>
        </p:nvPicPr>
        <p:blipFill>
          <a:blip r:embed="rId2"/>
          <a:stretch>
            <a:fillRect/>
          </a:stretch>
        </p:blipFill>
        <p:spPr>
          <a:xfrm>
            <a:off x="3688240" y="2123792"/>
            <a:ext cx="5934075" cy="1000125"/>
          </a:xfrm>
          <a:prstGeom prst="rect">
            <a:avLst/>
          </a:prstGeom>
          <a:ln w="6350">
            <a:solidFill>
              <a:schemeClr val="bg1">
                <a:lumMod val="75000"/>
              </a:schemeClr>
            </a:solidFill>
          </a:ln>
        </p:spPr>
      </p:pic>
      <p:pic>
        <p:nvPicPr>
          <p:cNvPr id="4" name="图片 3">
            <a:extLst>
              <a:ext uri="{FF2B5EF4-FFF2-40B4-BE49-F238E27FC236}">
                <a16:creationId xmlns:a16="http://schemas.microsoft.com/office/drawing/2014/main" id="{87BD4B13-F26E-4BAC-9908-66DEF3A01369}"/>
              </a:ext>
            </a:extLst>
          </p:cNvPr>
          <p:cNvPicPr>
            <a:picLocks noChangeAspect="1"/>
          </p:cNvPicPr>
          <p:nvPr/>
        </p:nvPicPr>
        <p:blipFill>
          <a:blip r:embed="rId3"/>
          <a:stretch>
            <a:fillRect/>
          </a:stretch>
        </p:blipFill>
        <p:spPr>
          <a:xfrm>
            <a:off x="3688240" y="3679877"/>
            <a:ext cx="2752725" cy="2171700"/>
          </a:xfrm>
          <a:prstGeom prst="rect">
            <a:avLst/>
          </a:prstGeom>
        </p:spPr>
      </p:pic>
    </p:spTree>
    <p:extLst>
      <p:ext uri="{BB962C8B-B14F-4D97-AF65-F5344CB8AC3E}">
        <p14:creationId xmlns:p14="http://schemas.microsoft.com/office/powerpoint/2010/main" val="300898751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1000"/>
                                        <p:tgtEl>
                                          <p:spTgt spid="4"/>
                                        </p:tgtEl>
                                      </p:cBhvr>
                                    </p:animEffect>
                                    <p:anim calcmode="lin" valueType="num">
                                      <p:cBhvr>
                                        <p:cTn id="40" dur="1000" fill="hold"/>
                                        <p:tgtEl>
                                          <p:spTgt spid="4"/>
                                        </p:tgtEl>
                                        <p:attrNameLst>
                                          <p:attrName>ppt_x</p:attrName>
                                        </p:attrNameLst>
                                      </p:cBhvr>
                                      <p:tavLst>
                                        <p:tav tm="0">
                                          <p:val>
                                            <p:strVal val="#ppt_x"/>
                                          </p:val>
                                        </p:tav>
                                        <p:tav tm="100000">
                                          <p:val>
                                            <p:strVal val="#ppt_x"/>
                                          </p:val>
                                        </p:tav>
                                      </p:tavLst>
                                    </p:anim>
                                    <p:anim calcmode="lin" valueType="num">
                                      <p:cBhvr>
                                        <p:cTn id="4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p:bldP spid="12"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a:p>
            <a:pPr lvl="1"/>
            <a:r>
              <a:rPr lang="zh-CN" altLang="en-US" sz="1400" dirty="0"/>
              <a:t>准备工作</a:t>
            </a:r>
            <a:endParaRPr lang="en-US" altLang="zh-CN" sz="1400" dirty="0"/>
          </a:p>
          <a:p>
            <a:pPr lvl="1"/>
            <a:r>
              <a:rPr lang="zh-CN" altLang="en-US" sz="1400" dirty="0"/>
              <a:t>原理</a:t>
            </a:r>
            <a:endParaRPr lang="en-US" altLang="zh-CN" sz="1400" dirty="0"/>
          </a:p>
          <a:p>
            <a:pPr lvl="1"/>
            <a:r>
              <a:rPr lang="zh-CN" altLang="en-US" sz="1400" dirty="0"/>
              <a:t>实现</a:t>
            </a:r>
            <a:endParaRPr lang="en-US" altLang="zh-CN" sz="1400" dirty="0"/>
          </a:p>
          <a:p>
            <a:pPr lvl="1"/>
            <a:endParaRPr lang="en-US" altLang="zh-CN" dirty="0"/>
          </a:p>
        </p:txBody>
      </p:sp>
    </p:spTree>
    <p:custDataLst>
      <p:custData r:id="rId1"/>
    </p:custDataLst>
    <p:extLst>
      <p:ext uri="{BB962C8B-B14F-4D97-AF65-F5344CB8AC3E}">
        <p14:creationId xmlns:p14="http://schemas.microsoft.com/office/powerpoint/2010/main" val="1273959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4" end="4"/>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Tools</a:t>
            </a:r>
            <a:r>
              <a:rPr lang="zh-CN" altLang="en-US" dirty="0"/>
              <a:t>工具</a:t>
            </a:r>
            <a:r>
              <a:rPr lang="en-US" altLang="zh-CN" dirty="0"/>
              <a:t>-</a:t>
            </a:r>
            <a:r>
              <a:rPr lang="zh-CN" altLang="en-US" dirty="0"/>
              <a:t>原理</a:t>
            </a:r>
          </a:p>
        </p:txBody>
      </p:sp>
      <p:sp>
        <p:nvSpPr>
          <p:cNvPr id="2" name="Rectangle 1">
            <a:extLst>
              <a:ext uri="{FF2B5EF4-FFF2-40B4-BE49-F238E27FC236}">
                <a16:creationId xmlns:a16="http://schemas.microsoft.com/office/drawing/2014/main" id="{DE46F000-D945-4380-B8C2-A41F4219063C}"/>
              </a:ext>
            </a:extLst>
          </p:cNvPr>
          <p:cNvSpPr>
            <a:spLocks noChangeArrowheads="1"/>
          </p:cNvSpPr>
          <p:nvPr/>
        </p:nvSpPr>
        <p:spPr bwMode="auto">
          <a:xfrm>
            <a:off x="7025072" y="2079425"/>
            <a:ext cx="4364611" cy="3446200"/>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dirty="0">
                <a:solidFill>
                  <a:srgbClr val="9E880D"/>
                </a:solidFill>
                <a:latin typeface="Arial Unicode MS"/>
                <a:ea typeface="JetBrains Mono"/>
              </a:rPr>
              <a:t>@Service</a:t>
            </a:r>
            <a:br>
              <a:rPr lang="zh-CN" altLang="zh-CN" sz="1300" dirty="0">
                <a:solidFill>
                  <a:srgbClr val="9E880D"/>
                </a:solidFill>
                <a:latin typeface="Arial Unicode MS"/>
                <a:ea typeface="JetBrains Mono"/>
              </a:rPr>
            </a:br>
            <a:r>
              <a:rPr lang="zh-CN" altLang="zh-CN" sz="1300" dirty="0">
                <a:solidFill>
                  <a:srgbClr val="0033B3"/>
                </a:solidFill>
                <a:latin typeface="Arial Unicode MS"/>
                <a:ea typeface="JetBrains Mono"/>
              </a:rPr>
              <a:t>public class </a:t>
            </a:r>
            <a:r>
              <a:rPr lang="zh-CN" altLang="zh-CN" sz="1300" dirty="0">
                <a:solidFill>
                  <a:srgbClr val="000000"/>
                </a:solidFill>
                <a:latin typeface="Arial Unicode MS"/>
                <a:ea typeface="JetBrains Mono"/>
              </a:rPr>
              <a:t>ReservationService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@Autowired</a:t>
            </a:r>
            <a:br>
              <a:rPr lang="zh-CN" altLang="zh-CN" sz="1300" dirty="0">
                <a:solidFill>
                  <a:srgbClr val="9E880D"/>
                </a:solidFill>
                <a:latin typeface="Arial Unicode MS"/>
                <a:ea typeface="JetBrains Mono"/>
              </a:rPr>
            </a:br>
            <a:r>
              <a:rPr lang="zh-CN" altLang="zh-CN" sz="1300" dirty="0">
                <a:solidFill>
                  <a:srgbClr val="9E880D"/>
                </a:solidFill>
                <a:latin typeface="Arial Unicode MS"/>
                <a:ea typeface="JetBrains Mono"/>
              </a:rPr>
              <a:t>    </a:t>
            </a:r>
            <a:r>
              <a:rPr lang="zh-CN" altLang="zh-CN" sz="1300" dirty="0">
                <a:solidFill>
                  <a:srgbClr val="0033B3"/>
                </a:solidFill>
                <a:latin typeface="Arial Unicode MS"/>
                <a:ea typeface="JetBrains Mono"/>
              </a:rPr>
              <a:t>private </a:t>
            </a:r>
            <a:r>
              <a:rPr lang="zh-CN" altLang="zh-CN" sz="1300" dirty="0">
                <a:solidFill>
                  <a:srgbClr val="000000"/>
                </a:solidFill>
                <a:latin typeface="Arial Unicode MS"/>
                <a:ea typeface="JetBrains Mono"/>
              </a:rPr>
              <a:t>ReservationMapper </a:t>
            </a:r>
            <a:r>
              <a:rPr lang="zh-CN" altLang="zh-CN" sz="1300" dirty="0">
                <a:solidFill>
                  <a:srgbClr val="871094"/>
                </a:solidFill>
                <a:latin typeface="Arial Unicode MS"/>
                <a:ea typeface="JetBrains Mono"/>
              </a:rPr>
              <a:t>reservationMapper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void </a:t>
            </a:r>
            <a:r>
              <a:rPr lang="zh-CN" altLang="zh-CN" sz="1300" dirty="0">
                <a:solidFill>
                  <a:srgbClr val="00627A"/>
                </a:solidFill>
                <a:latin typeface="Arial Unicode MS"/>
                <a:ea typeface="JetBrains Mono"/>
              </a:rPr>
              <a:t>insert</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Reservation reservation</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871094"/>
                </a:solidFill>
                <a:latin typeface="Arial Unicode MS"/>
                <a:ea typeface="JetBrains Mono"/>
              </a:rPr>
              <a:t>reservationMapper</a:t>
            </a:r>
            <a:r>
              <a:rPr lang="zh-CN" altLang="zh-CN" sz="1300" dirty="0">
                <a:solidFill>
                  <a:srgbClr val="080808"/>
                </a:solidFill>
                <a:latin typeface="Arial Unicode MS"/>
                <a:ea typeface="JetBrains Mono"/>
              </a:rPr>
              <a:t>.insert(</a:t>
            </a:r>
            <a:r>
              <a:rPr lang="zh-CN" altLang="zh-CN" sz="1300" dirty="0">
                <a:solidFill>
                  <a:srgbClr val="000000"/>
                </a:solidFill>
                <a:latin typeface="Arial Unicode MS"/>
                <a:ea typeface="JetBrains Mono"/>
              </a:rPr>
              <a:t>reservation</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Reservation </a:t>
            </a:r>
            <a:r>
              <a:rPr lang="zh-CN" altLang="zh-CN" sz="1300" dirty="0">
                <a:solidFill>
                  <a:srgbClr val="00627A"/>
                </a:solidFill>
                <a:latin typeface="Arial Unicode MS"/>
                <a:ea typeface="JetBrains Mono"/>
              </a:rPr>
              <a:t>findByPhone</a:t>
            </a:r>
            <a:r>
              <a:rPr lang="zh-CN" altLang="zh-CN" sz="1300" dirty="0">
                <a:solidFill>
                  <a:srgbClr val="080808"/>
                </a:solidFill>
                <a:latin typeface="Arial Unicode MS"/>
                <a:ea typeface="JetBrains Mono"/>
              </a:rPr>
              <a:t>(</a:t>
            </a:r>
            <a:r>
              <a:rPr lang="zh-CN" altLang="zh-CN" sz="1300" dirty="0">
                <a:solidFill>
                  <a:srgbClr val="000000"/>
                </a:solidFill>
                <a:latin typeface="Arial Unicode MS"/>
                <a:ea typeface="JetBrains Mono"/>
              </a:rPr>
              <a:t>String phone</a:t>
            </a: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871094"/>
                </a:solidFill>
                <a:latin typeface="Arial Unicode MS"/>
                <a:ea typeface="JetBrains Mono"/>
              </a:rPr>
              <a:t>reservationMapper</a:t>
            </a:r>
            <a:r>
              <a:rPr lang="zh-CN" altLang="zh-CN" sz="1300" dirty="0">
                <a:solidFill>
                  <a:srgbClr val="080808"/>
                </a:solidFill>
                <a:latin typeface="Arial Unicode MS"/>
                <a:ea typeface="JetBrains Mono"/>
              </a:rPr>
              <a:t>.findByPhone(</a:t>
            </a:r>
            <a:r>
              <a:rPr lang="zh-CN" altLang="zh-CN" sz="1300" dirty="0">
                <a:solidFill>
                  <a:srgbClr val="000000"/>
                </a:solidFill>
                <a:latin typeface="Arial Unicode MS"/>
                <a:ea typeface="JetBrains Mono"/>
              </a:rPr>
              <a:t>phone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pic>
        <p:nvPicPr>
          <p:cNvPr id="5" name="图片 4">
            <a:extLst>
              <a:ext uri="{FF2B5EF4-FFF2-40B4-BE49-F238E27FC236}">
                <a16:creationId xmlns:a16="http://schemas.microsoft.com/office/drawing/2014/main" id="{4D691138-A2B1-4EB8-9405-5D40E346FC93}"/>
              </a:ext>
            </a:extLst>
          </p:cNvPr>
          <p:cNvPicPr>
            <a:picLocks noChangeAspect="1"/>
          </p:cNvPicPr>
          <p:nvPr/>
        </p:nvPicPr>
        <p:blipFill>
          <a:blip r:embed="rId2"/>
          <a:stretch>
            <a:fillRect/>
          </a:stretch>
        </p:blipFill>
        <p:spPr>
          <a:xfrm>
            <a:off x="702707" y="989817"/>
            <a:ext cx="5247239" cy="5625417"/>
          </a:xfrm>
          <a:prstGeom prst="rect">
            <a:avLst/>
          </a:prstGeom>
        </p:spPr>
      </p:pic>
      <p:cxnSp>
        <p:nvCxnSpPr>
          <p:cNvPr id="11" name="直接箭头连接符 10">
            <a:extLst>
              <a:ext uri="{FF2B5EF4-FFF2-40B4-BE49-F238E27FC236}">
                <a16:creationId xmlns:a16="http://schemas.microsoft.com/office/drawing/2014/main" id="{89BC30CB-88BD-4EC0-81F5-B76DA92E47C1}"/>
              </a:ext>
            </a:extLst>
          </p:cNvPr>
          <p:cNvCxnSpPr>
            <a:stCxn id="5" idx="3"/>
          </p:cNvCxnSpPr>
          <p:nvPr/>
        </p:nvCxnSpPr>
        <p:spPr>
          <a:xfrm flipV="1">
            <a:off x="5949947" y="3802525"/>
            <a:ext cx="1075127"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文本框 12">
            <a:extLst>
              <a:ext uri="{FF2B5EF4-FFF2-40B4-BE49-F238E27FC236}">
                <a16:creationId xmlns:a16="http://schemas.microsoft.com/office/drawing/2014/main" id="{8AA71FE8-6C55-4494-9DE8-6F29A3842123}"/>
              </a:ext>
            </a:extLst>
          </p:cNvPr>
          <p:cNvSpPr txBox="1"/>
          <p:nvPr/>
        </p:nvSpPr>
        <p:spPr>
          <a:xfrm>
            <a:off x="7025071" y="5938888"/>
            <a:ext cx="1851789" cy="300210"/>
          </a:xfrm>
          <a:prstGeom prst="rect">
            <a:avLst/>
          </a:prstGeom>
          <a:noFill/>
        </p:spPr>
        <p:txBody>
          <a:bodyPr wrap="none" rtlCol="0">
            <a:spAutoFit/>
          </a:bodyPr>
          <a:lstStyle/>
          <a:p>
            <a:r>
              <a:rPr lang="en-US" altLang="zh-CN" sz="1351" b="1" dirty="0">
                <a:solidFill>
                  <a:srgbClr val="C00000"/>
                </a:solidFill>
              </a:rPr>
              <a:t>Function Calling</a:t>
            </a:r>
            <a:endParaRPr lang="zh-CN" altLang="en-US" sz="1351" b="1" dirty="0">
              <a:solidFill>
                <a:srgbClr val="C00000"/>
              </a:solidFill>
            </a:endParaRPr>
          </a:p>
        </p:txBody>
      </p:sp>
    </p:spTree>
    <p:extLst>
      <p:ext uri="{BB962C8B-B14F-4D97-AF65-F5344CB8AC3E}">
        <p14:creationId xmlns:p14="http://schemas.microsoft.com/office/powerpoint/2010/main" val="897500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32"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strVal val="4*#ppt_w"/>
                                          </p:val>
                                        </p:tav>
                                        <p:tav tm="100000">
                                          <p:val>
                                            <p:strVal val="#ppt_w"/>
                                          </p:val>
                                        </p:tav>
                                      </p:tavLst>
                                    </p:anim>
                                    <p:anim calcmode="lin" valueType="num">
                                      <p:cBhvr>
                                        <p:cTn id="17" dur="500" fill="hold"/>
                                        <p:tgtEl>
                                          <p:spTgt spid="1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Tools</a:t>
            </a:r>
            <a:r>
              <a:rPr lang="zh-CN" altLang="en-US" dirty="0"/>
              <a:t>工具</a:t>
            </a:r>
            <a:r>
              <a:rPr lang="en-US" altLang="zh-CN" dirty="0"/>
              <a:t>-</a:t>
            </a:r>
            <a:r>
              <a:rPr lang="zh-CN" altLang="en-US" dirty="0"/>
              <a:t>原理</a:t>
            </a:r>
          </a:p>
        </p:txBody>
      </p:sp>
      <p:pic>
        <p:nvPicPr>
          <p:cNvPr id="7" name="图片 6">
            <a:extLst>
              <a:ext uri="{FF2B5EF4-FFF2-40B4-BE49-F238E27FC236}">
                <a16:creationId xmlns:a16="http://schemas.microsoft.com/office/drawing/2014/main" id="{0220F2E8-0CC5-4BBF-B929-52B69174421B}"/>
              </a:ext>
            </a:extLst>
          </p:cNvPr>
          <p:cNvPicPr>
            <a:picLocks noChangeAspect="1"/>
          </p:cNvPicPr>
          <p:nvPr/>
        </p:nvPicPr>
        <p:blipFill>
          <a:blip r:embed="rId2"/>
          <a:stretch>
            <a:fillRect/>
          </a:stretch>
        </p:blipFill>
        <p:spPr>
          <a:xfrm>
            <a:off x="1869005" y="1219201"/>
            <a:ext cx="8313479" cy="4900247"/>
          </a:xfrm>
          <a:prstGeom prst="rect">
            <a:avLst/>
          </a:prstGeom>
        </p:spPr>
      </p:pic>
      <p:sp>
        <p:nvSpPr>
          <p:cNvPr id="4" name="矩形 3">
            <a:extLst>
              <a:ext uri="{FF2B5EF4-FFF2-40B4-BE49-F238E27FC236}">
                <a16:creationId xmlns:a16="http://schemas.microsoft.com/office/drawing/2014/main" id="{105B0303-FD5D-483F-86A2-08E2894DF647}"/>
              </a:ext>
            </a:extLst>
          </p:cNvPr>
          <p:cNvSpPr/>
          <p:nvPr/>
        </p:nvSpPr>
        <p:spPr>
          <a:xfrm>
            <a:off x="5469935" y="1875935"/>
            <a:ext cx="1252135" cy="716437"/>
          </a:xfrm>
          <a:prstGeom prst="rect">
            <a:avLst/>
          </a:prstGeom>
          <a:ln>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marL="285737" indent="-285737">
              <a:buFont typeface="Wingdings" panose="05000000000000000000" pitchFamily="2" charset="2"/>
              <a:buChar char="l"/>
            </a:pPr>
            <a:r>
              <a:rPr lang="zh-CN" altLang="en-US" sz="1400" dirty="0">
                <a:solidFill>
                  <a:schemeClr val="bg1"/>
                </a:solidFill>
              </a:rPr>
              <a:t>方法名称</a:t>
            </a:r>
            <a:endParaRPr lang="en-US" altLang="zh-CN" sz="1400" dirty="0">
              <a:solidFill>
                <a:schemeClr val="bg1"/>
              </a:solidFill>
            </a:endParaRPr>
          </a:p>
          <a:p>
            <a:pPr marL="285737" indent="-285737">
              <a:buFont typeface="Wingdings" panose="05000000000000000000" pitchFamily="2" charset="2"/>
              <a:buChar char="l"/>
            </a:pPr>
            <a:r>
              <a:rPr lang="zh-CN" altLang="en-US" sz="1400" dirty="0">
                <a:solidFill>
                  <a:schemeClr val="bg1"/>
                </a:solidFill>
              </a:rPr>
              <a:t>方法作用</a:t>
            </a:r>
            <a:endParaRPr lang="en-US" altLang="zh-CN" sz="1400" dirty="0">
              <a:solidFill>
                <a:schemeClr val="bg1"/>
              </a:solidFill>
            </a:endParaRPr>
          </a:p>
          <a:p>
            <a:pPr marL="285737" indent="-285737">
              <a:buFont typeface="Wingdings" panose="05000000000000000000" pitchFamily="2" charset="2"/>
              <a:buChar char="l"/>
            </a:pPr>
            <a:r>
              <a:rPr lang="zh-CN" altLang="en-US" sz="1400" dirty="0">
                <a:solidFill>
                  <a:schemeClr val="bg1"/>
                </a:solidFill>
              </a:rPr>
              <a:t>方法入参</a:t>
            </a:r>
            <a:endParaRPr lang="en-US" altLang="zh-CN" sz="1400" dirty="0">
              <a:solidFill>
                <a:schemeClr val="bg1"/>
              </a:solidFill>
            </a:endParaRPr>
          </a:p>
        </p:txBody>
      </p:sp>
      <p:sp>
        <p:nvSpPr>
          <p:cNvPr id="2" name="矩形 1">
            <a:extLst>
              <a:ext uri="{FF2B5EF4-FFF2-40B4-BE49-F238E27FC236}">
                <a16:creationId xmlns:a16="http://schemas.microsoft.com/office/drawing/2014/main" id="{C5462098-9BE0-4013-8110-D12DDF20DFA6}"/>
              </a:ext>
            </a:extLst>
          </p:cNvPr>
          <p:cNvSpPr/>
          <p:nvPr/>
        </p:nvSpPr>
        <p:spPr>
          <a:xfrm>
            <a:off x="1773044" y="3000757"/>
            <a:ext cx="8642195" cy="2976298"/>
          </a:xfrm>
          <a:prstGeom prst="rect">
            <a:avLst/>
          </a:prstGeom>
          <a:solidFill>
            <a:schemeClr val="bg1">
              <a:lumMod val="75000"/>
              <a:alpha val="44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4059712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dirty="0"/>
              <a:t>LangChain4j</a:t>
            </a:r>
            <a:endParaRPr lang="zh-CN" altLang="en-US" dirty="0"/>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dirty="0">
                <a:solidFill>
                  <a:schemeClr val="bg1"/>
                </a:solidFill>
                <a:latin typeface="+mj-ea"/>
                <a:ea typeface="+mj-ea"/>
              </a:rPr>
              <a:t>03</a:t>
            </a:r>
            <a:endParaRPr lang="zh-CN" altLang="en-US" sz="3600" dirty="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dirty="0"/>
              <a:t>会话功能</a:t>
            </a:r>
            <a:endParaRPr lang="en-US" altLang="zh-CN" dirty="0"/>
          </a:p>
          <a:p>
            <a:r>
              <a:rPr lang="en-US" altLang="zh-CN" dirty="0"/>
              <a:t>RAG</a:t>
            </a:r>
            <a:r>
              <a:rPr lang="zh-CN" altLang="en-US" dirty="0"/>
              <a:t>知识库</a:t>
            </a:r>
            <a:endParaRPr lang="en-US" altLang="zh-CN" dirty="0"/>
          </a:p>
          <a:p>
            <a:r>
              <a:rPr lang="en-US" altLang="zh-CN" dirty="0"/>
              <a:t>Tools</a:t>
            </a:r>
            <a:r>
              <a:rPr lang="zh-CN" altLang="en-US" dirty="0"/>
              <a:t>工具</a:t>
            </a:r>
            <a:endParaRPr lang="en-US" altLang="zh-CN" dirty="0"/>
          </a:p>
          <a:p>
            <a:pPr lvl="1"/>
            <a:r>
              <a:rPr lang="zh-CN" altLang="en-US" sz="1400" dirty="0"/>
              <a:t>准备工作</a:t>
            </a:r>
            <a:endParaRPr lang="en-US" altLang="zh-CN" sz="1400" dirty="0"/>
          </a:p>
          <a:p>
            <a:pPr lvl="1"/>
            <a:r>
              <a:rPr lang="zh-CN" altLang="en-US" sz="1400" dirty="0"/>
              <a:t>原理</a:t>
            </a:r>
            <a:endParaRPr lang="en-US" altLang="zh-CN" sz="1400" dirty="0"/>
          </a:p>
          <a:p>
            <a:pPr lvl="1"/>
            <a:r>
              <a:rPr lang="zh-CN" altLang="en-US" sz="1400" dirty="0"/>
              <a:t>实现</a:t>
            </a:r>
            <a:endParaRPr lang="en-US" altLang="zh-CN" sz="1400" dirty="0"/>
          </a:p>
          <a:p>
            <a:pPr lvl="1"/>
            <a:endParaRPr lang="en-US" altLang="zh-CN" dirty="0"/>
          </a:p>
        </p:txBody>
      </p:sp>
    </p:spTree>
    <p:custDataLst>
      <p:custData r:id="rId1"/>
    </p:custDataLst>
    <p:extLst>
      <p:ext uri="{BB962C8B-B14F-4D97-AF65-F5344CB8AC3E}">
        <p14:creationId xmlns:p14="http://schemas.microsoft.com/office/powerpoint/2010/main" val="1462120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5" end="5"/>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dirty="0"/>
              <a:t>Tools</a:t>
            </a:r>
            <a:r>
              <a:rPr lang="zh-CN" altLang="en-US" dirty="0"/>
              <a:t>工具</a:t>
            </a:r>
            <a:r>
              <a:rPr lang="en-US" altLang="zh-CN" dirty="0"/>
              <a:t>-</a:t>
            </a:r>
            <a:r>
              <a:rPr lang="zh-CN" altLang="en-US" dirty="0"/>
              <a:t>实现</a:t>
            </a:r>
          </a:p>
        </p:txBody>
      </p:sp>
      <p:sp>
        <p:nvSpPr>
          <p:cNvPr id="5" name="内容占位符 1">
            <a:extLst>
              <a:ext uri="{FF2B5EF4-FFF2-40B4-BE49-F238E27FC236}">
                <a16:creationId xmlns:a16="http://schemas.microsoft.com/office/drawing/2014/main" id="{6560EC62-C7CE-4C60-91E6-D83A12251EF6}"/>
              </a:ext>
            </a:extLst>
          </p:cNvPr>
          <p:cNvSpPr txBox="1">
            <a:spLocks/>
          </p:cNvSpPr>
          <p:nvPr/>
        </p:nvSpPr>
        <p:spPr>
          <a:xfrm>
            <a:off x="576196" y="1057320"/>
            <a:ext cx="2035029" cy="9694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dirty="0">
                <a:solidFill>
                  <a:srgbClr val="2F2F2F"/>
                </a:solidFill>
                <a:latin typeface="Source Code Pro"/>
              </a:rPr>
              <a:t>准备工具方法</a:t>
            </a:r>
            <a:endParaRPr lang="en-US" altLang="zh-CN" sz="1600" dirty="0">
              <a:solidFill>
                <a:srgbClr val="2F2F2F"/>
              </a:solidFill>
              <a:latin typeface="Source Code Pro"/>
            </a:endParaRPr>
          </a:p>
          <a:p>
            <a:pPr marL="342882" indent="-342882" defTabSz="914354">
              <a:lnSpc>
                <a:spcPct val="150000"/>
              </a:lnSpc>
              <a:buFont typeface="+mj-lt"/>
              <a:buAutoNum type="arabicPeriod"/>
              <a:defRPr/>
            </a:pPr>
            <a:r>
              <a:rPr lang="zh-CN" altLang="en-US" sz="1600" dirty="0">
                <a:solidFill>
                  <a:srgbClr val="2F2F2F"/>
                </a:solidFill>
                <a:latin typeface="Source Code Pro"/>
              </a:rPr>
              <a:t>配置工具方法</a:t>
            </a:r>
            <a:endParaRPr lang="en-US" altLang="zh-CN" sz="1600" dirty="0">
              <a:solidFill>
                <a:srgbClr val="2F2F2F"/>
              </a:solidFill>
              <a:latin typeface="Source Code Pro"/>
            </a:endParaRPr>
          </a:p>
        </p:txBody>
      </p:sp>
      <p:sp>
        <p:nvSpPr>
          <p:cNvPr id="2" name="Rectangle 1">
            <a:extLst>
              <a:ext uri="{FF2B5EF4-FFF2-40B4-BE49-F238E27FC236}">
                <a16:creationId xmlns:a16="http://schemas.microsoft.com/office/drawing/2014/main" id="{F218A71A-41BD-4BEF-8BE1-FCFEA0D50DA9}"/>
              </a:ext>
            </a:extLst>
          </p:cNvPr>
          <p:cNvSpPr>
            <a:spLocks noChangeArrowheads="1"/>
          </p:cNvSpPr>
          <p:nvPr/>
        </p:nvSpPr>
        <p:spPr bwMode="auto">
          <a:xfrm>
            <a:off x="999243" y="2026763"/>
            <a:ext cx="9596487" cy="4631524"/>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20000"/>
              </a:lnSpc>
              <a:spcBef>
                <a:spcPct val="0"/>
              </a:spcBef>
              <a:spcAft>
                <a:spcPct val="0"/>
              </a:spcAft>
            </a:pPr>
            <a:r>
              <a:rPr lang="zh-CN" altLang="zh-CN" sz="1300" dirty="0">
                <a:solidFill>
                  <a:srgbClr val="9E880D"/>
                </a:solidFill>
                <a:latin typeface="Arial Unicode MS"/>
                <a:ea typeface="JetBrains Mono"/>
              </a:rPr>
              <a:t>@Component</a:t>
            </a:r>
            <a:br>
              <a:rPr lang="zh-CN" altLang="zh-CN" sz="1300" dirty="0">
                <a:solidFill>
                  <a:srgbClr val="9E880D"/>
                </a:solidFill>
                <a:latin typeface="Arial Unicode MS"/>
                <a:ea typeface="JetBrains Mono"/>
              </a:rPr>
            </a:br>
            <a:r>
              <a:rPr lang="zh-CN" altLang="zh-CN" sz="1300" dirty="0">
                <a:solidFill>
                  <a:srgbClr val="0033B3"/>
                </a:solidFill>
                <a:latin typeface="Arial Unicode MS"/>
                <a:ea typeface="JetBrains Mono"/>
              </a:rPr>
              <a:t>public class </a:t>
            </a:r>
            <a:r>
              <a:rPr lang="zh-CN" altLang="zh-CN" sz="1300" dirty="0">
                <a:solidFill>
                  <a:srgbClr val="000000"/>
                </a:solidFill>
                <a:latin typeface="Arial Unicode MS"/>
                <a:ea typeface="JetBrains Mono"/>
              </a:rPr>
              <a:t>ReservationTool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@Autowired</a:t>
            </a:r>
            <a:br>
              <a:rPr lang="zh-CN" altLang="zh-CN" sz="1300" dirty="0">
                <a:solidFill>
                  <a:srgbClr val="9E880D"/>
                </a:solidFill>
                <a:latin typeface="Arial Unicode MS"/>
                <a:ea typeface="JetBrains Mono"/>
              </a:rPr>
            </a:br>
            <a:r>
              <a:rPr lang="zh-CN" altLang="zh-CN" sz="1300" dirty="0">
                <a:solidFill>
                  <a:srgbClr val="9E880D"/>
                </a:solidFill>
                <a:latin typeface="Arial Unicode MS"/>
                <a:ea typeface="JetBrains Mono"/>
              </a:rPr>
              <a:t>    </a:t>
            </a:r>
            <a:r>
              <a:rPr lang="en-US" altLang="zh-CN" sz="1300" dirty="0">
                <a:solidFill>
                  <a:srgbClr val="9E880D"/>
                </a:solidFill>
                <a:latin typeface="Arial Unicode MS"/>
                <a:ea typeface="JetBrains Mono"/>
              </a:rPr>
              <a:t>   </a:t>
            </a:r>
            <a:r>
              <a:rPr lang="zh-CN" altLang="zh-CN" sz="1300" dirty="0">
                <a:solidFill>
                  <a:srgbClr val="0033B3"/>
                </a:solidFill>
                <a:latin typeface="Arial Unicode MS"/>
                <a:ea typeface="JetBrains Mono"/>
              </a:rPr>
              <a:t>private </a:t>
            </a:r>
            <a:r>
              <a:rPr lang="zh-CN" altLang="zh-CN" sz="1300" dirty="0">
                <a:solidFill>
                  <a:srgbClr val="000000"/>
                </a:solidFill>
                <a:latin typeface="Arial Unicode MS"/>
                <a:ea typeface="JetBrains Mono"/>
              </a:rPr>
              <a:t>ReservationService </a:t>
            </a:r>
            <a:r>
              <a:rPr lang="zh-CN" altLang="zh-CN" sz="1300" dirty="0">
                <a:solidFill>
                  <a:srgbClr val="871094"/>
                </a:solidFill>
                <a:latin typeface="Arial Unicode MS"/>
                <a:ea typeface="JetBrains Mono"/>
              </a:rPr>
              <a:t>reservationService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@Tool</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添加志愿指导服务预约</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a:t>
            </a: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33B3"/>
                </a:solidFill>
                <a:latin typeface="Arial Unicode MS"/>
                <a:ea typeface="JetBrains Mono"/>
              </a:rPr>
              <a:t>public void </a:t>
            </a:r>
            <a:r>
              <a:rPr lang="zh-CN" altLang="zh-CN" sz="1300" dirty="0">
                <a:solidFill>
                  <a:srgbClr val="00627A"/>
                </a:solidFill>
                <a:latin typeface="Arial Unicode MS"/>
                <a:ea typeface="JetBrains Mono"/>
              </a:rPr>
              <a:t>addReservation</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@P</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考生姓名</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name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@P</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考生性别</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gender</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@P</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考生电话</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phone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@P</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沟通时间</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LocalDateTime communicationTime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@P</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考生所在省份</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province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@P</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考生预估分数</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Integer estimatedScore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871094"/>
                </a:solidFill>
                <a:latin typeface="Arial Unicode MS"/>
                <a:ea typeface="JetBrains Mono"/>
              </a:rPr>
              <a:t>reservationService</a:t>
            </a:r>
            <a:r>
              <a:rPr lang="zh-CN" altLang="zh-CN" sz="1300" dirty="0">
                <a:solidFill>
                  <a:srgbClr val="080808"/>
                </a:solidFill>
                <a:latin typeface="Arial Unicode MS"/>
                <a:ea typeface="JetBrains Mono"/>
              </a:rPr>
              <a:t>.insert(</a:t>
            </a:r>
            <a:r>
              <a:rPr lang="zh-CN" altLang="zh-CN" sz="1300" dirty="0">
                <a:solidFill>
                  <a:srgbClr val="0033B3"/>
                </a:solidFill>
                <a:latin typeface="Arial Unicode MS"/>
                <a:ea typeface="JetBrains Mono"/>
              </a:rPr>
              <a:t>new </a:t>
            </a:r>
            <a:r>
              <a:rPr lang="zh-CN" altLang="zh-CN" sz="1300" dirty="0">
                <a:solidFill>
                  <a:srgbClr val="080808"/>
                </a:solidFill>
                <a:latin typeface="Arial Unicode MS"/>
                <a:ea typeface="JetBrains Mono"/>
              </a:rPr>
              <a:t>Reservation(</a:t>
            </a:r>
            <a:r>
              <a:rPr lang="zh-CN" altLang="zh-CN" sz="1300" dirty="0">
                <a:solidFill>
                  <a:srgbClr val="0033B3"/>
                </a:solidFill>
                <a:latin typeface="Arial Unicode MS"/>
                <a:ea typeface="JetBrains Mono"/>
              </a:rPr>
              <a:t>null</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name</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gender</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phone</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communicationTime</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province</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estimatedScore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9E880D"/>
                </a:solidFill>
                <a:latin typeface="Arial Unicode MS"/>
                <a:ea typeface="JetBrains Mono"/>
              </a:rPr>
              <a:t>@Tool</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根据考生电话查询考生预约详情</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a:t>
            </a:r>
            <a:br>
              <a:rPr lang="zh-CN" altLang="zh-CN" sz="1300" i="1" dirty="0">
                <a:solidFill>
                  <a:srgbClr val="686671"/>
                </a:solidFill>
                <a:latin typeface="宋体" panose="02010600030101010101" pitchFamily="2" charset="-122"/>
                <a:ea typeface="宋体" panose="02010600030101010101" pitchFamily="2" charset="-122"/>
              </a:rPr>
            </a:br>
            <a:r>
              <a:rPr lang="zh-CN" altLang="zh-CN" sz="1300" i="1" dirty="0">
                <a:solidFill>
                  <a:srgbClr val="686671"/>
                </a:solidFill>
                <a:latin typeface="宋体" panose="02010600030101010101" pitchFamily="2" charset="-122"/>
                <a:ea typeface="宋体" panose="02010600030101010101" pitchFamily="2" charset="-122"/>
              </a:rPr>
              <a:t>    </a:t>
            </a:r>
            <a:r>
              <a:rPr lang="zh-CN" altLang="zh-CN" sz="1300" dirty="0">
                <a:solidFill>
                  <a:srgbClr val="0033B3"/>
                </a:solidFill>
                <a:latin typeface="Arial Unicode MS"/>
                <a:ea typeface="JetBrains Mono"/>
              </a:rPr>
              <a:t>public </a:t>
            </a:r>
            <a:r>
              <a:rPr lang="zh-CN" altLang="zh-CN" sz="1300" dirty="0">
                <a:solidFill>
                  <a:srgbClr val="000000"/>
                </a:solidFill>
                <a:latin typeface="Arial Unicode MS"/>
                <a:ea typeface="JetBrains Mono"/>
              </a:rPr>
              <a:t>Reservation </a:t>
            </a:r>
            <a:r>
              <a:rPr lang="zh-CN" altLang="zh-CN" sz="1300" dirty="0">
                <a:solidFill>
                  <a:srgbClr val="00627A"/>
                </a:solidFill>
                <a:latin typeface="Arial Unicode MS"/>
                <a:ea typeface="JetBrains Mono"/>
              </a:rPr>
              <a:t>findReservation</a:t>
            </a:r>
            <a:r>
              <a:rPr lang="zh-CN" altLang="zh-CN" sz="1300" dirty="0">
                <a:solidFill>
                  <a:srgbClr val="080808"/>
                </a:solidFill>
                <a:latin typeface="Arial Unicode MS"/>
                <a:ea typeface="JetBrains Mono"/>
              </a:rPr>
              <a:t>(</a:t>
            </a:r>
            <a:r>
              <a:rPr lang="zh-CN" altLang="zh-CN" sz="1300" dirty="0">
                <a:solidFill>
                  <a:srgbClr val="9E880D"/>
                </a:solidFill>
                <a:latin typeface="Arial Unicode MS"/>
                <a:ea typeface="JetBrains Mono"/>
              </a:rPr>
              <a:t>@P</a:t>
            </a:r>
            <a:r>
              <a:rPr lang="zh-CN" altLang="zh-CN" sz="1300" dirty="0">
                <a:solidFill>
                  <a:srgbClr val="080808"/>
                </a:solidFill>
                <a:latin typeface="Arial Unicode MS"/>
                <a:ea typeface="JetBrains Mono"/>
              </a:rPr>
              <a:t>(</a:t>
            </a:r>
            <a:r>
              <a:rPr lang="zh-CN" altLang="zh-CN" sz="1300" dirty="0">
                <a:solidFill>
                  <a:srgbClr val="067D17"/>
                </a:solidFill>
                <a:latin typeface="Arial Unicode MS"/>
                <a:ea typeface="JetBrains Mono"/>
              </a:rPr>
              <a:t>"</a:t>
            </a:r>
            <a:r>
              <a:rPr lang="zh-CN" altLang="zh-CN" sz="1300" dirty="0">
                <a:solidFill>
                  <a:srgbClr val="067D17"/>
                </a:solidFill>
                <a:latin typeface="宋体" panose="02010600030101010101" pitchFamily="2" charset="-122"/>
                <a:ea typeface="宋体" panose="02010600030101010101" pitchFamily="2" charset="-122"/>
              </a:rPr>
              <a:t>考生电话</a:t>
            </a:r>
            <a:r>
              <a:rPr lang="zh-CN" altLang="zh-CN" sz="1300" dirty="0">
                <a:solidFill>
                  <a:srgbClr val="067D17"/>
                </a:solidFill>
                <a:latin typeface="Arial Unicode MS"/>
                <a:ea typeface="JetBrains Mono"/>
              </a:rPr>
              <a:t>"</a:t>
            </a:r>
            <a:r>
              <a:rPr lang="zh-CN" altLang="zh-CN" sz="1300" dirty="0">
                <a:solidFill>
                  <a:srgbClr val="080808"/>
                </a:solidFill>
                <a:latin typeface="Arial Unicode MS"/>
                <a:ea typeface="JetBrains Mono"/>
              </a:rPr>
              <a:t>) </a:t>
            </a:r>
            <a:r>
              <a:rPr lang="zh-CN" altLang="zh-CN" sz="1300" dirty="0">
                <a:solidFill>
                  <a:srgbClr val="000000"/>
                </a:solidFill>
                <a:latin typeface="Arial Unicode MS"/>
                <a:ea typeface="JetBrains Mono"/>
              </a:rPr>
              <a:t>String phone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0033B3"/>
                </a:solidFill>
                <a:latin typeface="Arial Unicode MS"/>
                <a:ea typeface="JetBrains Mono"/>
              </a:rPr>
              <a:t>return </a:t>
            </a:r>
            <a:r>
              <a:rPr lang="zh-CN" altLang="zh-CN" sz="1300" dirty="0">
                <a:solidFill>
                  <a:srgbClr val="871094"/>
                </a:solidFill>
                <a:latin typeface="Arial Unicode MS"/>
                <a:ea typeface="JetBrains Mono"/>
              </a:rPr>
              <a:t>reservationService</a:t>
            </a:r>
            <a:r>
              <a:rPr lang="zh-CN" altLang="zh-CN" sz="1300" dirty="0">
                <a:solidFill>
                  <a:srgbClr val="080808"/>
                </a:solidFill>
                <a:latin typeface="Arial Unicode MS"/>
                <a:ea typeface="JetBrains Mono"/>
              </a:rPr>
              <a:t>.findByPhone(</a:t>
            </a:r>
            <a:r>
              <a:rPr lang="zh-CN" altLang="zh-CN" sz="1300" dirty="0">
                <a:solidFill>
                  <a:srgbClr val="000000"/>
                </a:solidFill>
                <a:latin typeface="Arial Unicode MS"/>
                <a:ea typeface="JetBrains Mono"/>
              </a:rPr>
              <a:t>phone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a:t>
            </a:r>
            <a:r>
              <a:rPr lang="en-US" altLang="zh-CN" sz="1300" dirty="0">
                <a:solidFill>
                  <a:srgbClr val="080808"/>
                </a:solidFill>
                <a:latin typeface="Arial Unicode MS"/>
                <a:ea typeface="JetBrains Mono"/>
              </a:rPr>
              <a:t>   </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6" name="Rectangle 2">
            <a:extLst>
              <a:ext uri="{FF2B5EF4-FFF2-40B4-BE49-F238E27FC236}">
                <a16:creationId xmlns:a16="http://schemas.microsoft.com/office/drawing/2014/main" id="{52D6C594-7454-47C6-9075-BE486736E8DB}"/>
              </a:ext>
            </a:extLst>
          </p:cNvPr>
          <p:cNvSpPr>
            <a:spLocks noChangeArrowheads="1"/>
          </p:cNvSpPr>
          <p:nvPr/>
        </p:nvSpPr>
        <p:spPr bwMode="auto">
          <a:xfrm>
            <a:off x="3091992" y="1057323"/>
            <a:ext cx="7503736" cy="892552"/>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dirty="0">
                <a:solidFill>
                  <a:srgbClr val="9E880D"/>
                </a:solidFill>
                <a:latin typeface="Arial Unicode MS"/>
                <a:ea typeface="JetBrains Mono"/>
              </a:rPr>
              <a:t>@AiService</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wiringMode = </a:t>
            </a:r>
            <a:r>
              <a:rPr lang="zh-CN" altLang="zh-CN" sz="1300" dirty="0">
                <a:solidFill>
                  <a:srgbClr val="000000"/>
                </a:solidFill>
                <a:latin typeface="Arial Unicode MS"/>
                <a:ea typeface="JetBrains Mono"/>
              </a:rPr>
              <a:t>AiServiceWiringMode</a:t>
            </a:r>
            <a:r>
              <a:rPr lang="zh-CN" altLang="zh-CN" sz="1300" dirty="0">
                <a:solidFill>
                  <a:srgbClr val="080808"/>
                </a:solidFill>
                <a:latin typeface="Arial Unicode MS"/>
                <a:ea typeface="JetBrains Mono"/>
              </a:rPr>
              <a:t>.</a:t>
            </a:r>
            <a:r>
              <a:rPr lang="zh-CN" altLang="zh-CN" sz="1300" i="1" dirty="0">
                <a:solidFill>
                  <a:srgbClr val="871094"/>
                </a:solidFill>
                <a:latin typeface="Arial Unicode MS"/>
                <a:ea typeface="JetBrains Mono"/>
              </a:rPr>
              <a:t>EXPLICIT</a:t>
            </a:r>
            <a:r>
              <a:rPr lang="zh-CN" altLang="zh-CN" sz="1300" dirty="0">
                <a:solidFill>
                  <a:srgbClr val="080808"/>
                </a:solidFill>
                <a:latin typeface="Arial Unicode MS"/>
                <a:ea typeface="JetBrains Mono"/>
              </a:rPr>
              <a:t>,</a:t>
            </a:r>
            <a:br>
              <a:rPr lang="zh-CN" altLang="zh-CN" sz="1300" dirty="0">
                <a:solidFill>
                  <a:srgbClr val="080808"/>
                </a:solidFill>
                <a:latin typeface="Arial Unicode MS"/>
                <a:ea typeface="JetBrains Mono"/>
              </a:rPr>
            </a:br>
            <a:r>
              <a:rPr lang="zh-CN" altLang="zh-CN" sz="1300" dirty="0">
                <a:solidFill>
                  <a:srgbClr val="080808"/>
                </a:solidFill>
                <a:latin typeface="Arial Unicode MS"/>
                <a:ea typeface="JetBrains Mono"/>
              </a:rPr>
              <a:t>        tools = </a:t>
            </a:r>
            <a:r>
              <a:rPr lang="zh-CN" altLang="zh-CN" sz="1300" dirty="0">
                <a:solidFill>
                  <a:srgbClr val="067D17"/>
                </a:solidFill>
                <a:latin typeface="Arial Unicode MS"/>
                <a:ea typeface="JetBrains Mono"/>
              </a:rPr>
              <a:t>"reservationTool"</a:t>
            </a:r>
            <a:br>
              <a:rPr lang="zh-CN" altLang="zh-CN" sz="1300" dirty="0">
                <a:solidFill>
                  <a:srgbClr val="067D17"/>
                </a:solidFill>
                <a:latin typeface="Arial Unicode MS"/>
                <a:ea typeface="JetBrains Mono"/>
              </a:rPr>
            </a:br>
            <a:r>
              <a:rPr lang="zh-CN" altLang="zh-CN" sz="1300" dirty="0">
                <a:solidFill>
                  <a:srgbClr val="080808"/>
                </a:solidFill>
                <a:latin typeface="Arial Unicode MS"/>
                <a:ea typeface="JetBrains Mono"/>
              </a:rPr>
              <a:t>)</a:t>
            </a:r>
            <a:endParaRPr lang="zh-CN" altLang="zh-CN" sz="2400" dirty="0">
              <a:latin typeface="Arial" panose="020B0604020202020204" pitchFamily="34" charset="0"/>
            </a:endParaRPr>
          </a:p>
        </p:txBody>
      </p:sp>
      <p:sp>
        <p:nvSpPr>
          <p:cNvPr id="7" name="矩形 6">
            <a:extLst>
              <a:ext uri="{FF2B5EF4-FFF2-40B4-BE49-F238E27FC236}">
                <a16:creationId xmlns:a16="http://schemas.microsoft.com/office/drawing/2014/main" id="{6930871B-666D-481E-857C-EF0F4494EE4D}"/>
              </a:ext>
            </a:extLst>
          </p:cNvPr>
          <p:cNvSpPr/>
          <p:nvPr/>
        </p:nvSpPr>
        <p:spPr>
          <a:xfrm>
            <a:off x="1359532" y="3041494"/>
            <a:ext cx="288410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 name="矩形 7">
            <a:extLst>
              <a:ext uri="{FF2B5EF4-FFF2-40B4-BE49-F238E27FC236}">
                <a16:creationId xmlns:a16="http://schemas.microsoft.com/office/drawing/2014/main" id="{03E3F785-C039-4C8F-90A2-6362E2483356}"/>
              </a:ext>
            </a:extLst>
          </p:cNvPr>
          <p:cNvSpPr/>
          <p:nvPr/>
        </p:nvSpPr>
        <p:spPr>
          <a:xfrm>
            <a:off x="1387813" y="5428046"/>
            <a:ext cx="313705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 name="矩形 8">
            <a:extLst>
              <a:ext uri="{FF2B5EF4-FFF2-40B4-BE49-F238E27FC236}">
                <a16:creationId xmlns:a16="http://schemas.microsoft.com/office/drawing/2014/main" id="{52B168B8-B426-4E61-B5B6-7F5ECA311F90}"/>
              </a:ext>
            </a:extLst>
          </p:cNvPr>
          <p:cNvSpPr/>
          <p:nvPr/>
        </p:nvSpPr>
        <p:spPr>
          <a:xfrm>
            <a:off x="1514288" y="3507825"/>
            <a:ext cx="2884104" cy="248653"/>
          </a:xfrm>
          <a:prstGeom prst="rect">
            <a:avLst/>
          </a:prstGeom>
          <a:noFill/>
          <a:ln w="22225">
            <a:solidFill>
              <a:srgbClr val="F38D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3169839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6" grpId="0" animBg="1"/>
      <p:bldP spid="7" grpId="0" animBg="1"/>
      <p:bldP spid="8" grpId="0" animBg="1"/>
      <p:bldP spid="9"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Lst>
    <p:extLst>
      <p:ext uri="{BB962C8B-B14F-4D97-AF65-F5344CB8AC3E}">
        <p14:creationId xmlns:p14="http://schemas.microsoft.com/office/powerpoint/2010/main" val="39609870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D1810A4-91CF-6749-7B81-4E5C7755F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935306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1f6b6247-00f9-4185-bb3e-6a09396f8e3b"/>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PA" val="v5.2.11"/>
</p:tagLst>
</file>

<file path=ppt/tags/tag6.xml><?xml version="1.0" encoding="utf-8"?>
<p:tagLst xmlns:a="http://schemas.openxmlformats.org/drawingml/2006/main" xmlns:r="http://schemas.openxmlformats.org/officeDocument/2006/relationships" xmlns:p="http://schemas.openxmlformats.org/presentationml/2006/main">
  <p:tag name="PA" val="v5.2.11"/>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MD-PA" val="v1.0.0"/>
</p:tagLst>
</file>

<file path=ppt/tags/tag13.xml><?xml version="1.0" encoding="utf-8"?>
<p:tagLst xmlns:a="http://schemas.openxmlformats.org/drawingml/2006/main" xmlns:r="http://schemas.openxmlformats.org/officeDocument/2006/relationships" xmlns:p="http://schemas.openxmlformats.org/presentationml/2006/main">
  <p:tag name="MD-PA" val="v1.0.0"/>
</p:tagLst>
</file>

<file path=ppt/tags/tag14.xml><?xml version="1.0" encoding="utf-8"?>
<p:tagLst xmlns:a="http://schemas.openxmlformats.org/drawingml/2006/main" xmlns:r="http://schemas.openxmlformats.org/officeDocument/2006/relationships" xmlns:p="http://schemas.openxmlformats.org/presentationml/2006/main">
  <p:tag name="MD-PA" val="v1.0.0"/>
</p:tagLst>
</file>

<file path=ppt/theme/theme1.xml><?xml version="1.0" encoding="utf-8"?>
<a:theme xmlns:a="http://schemas.openxmlformats.org/drawingml/2006/main" name="内容模板">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封面">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章节目录模板">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小结思考模板2">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小结思考模板2">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章节目录模板">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内容模板">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item1.xml><?xml version="1.0" encoding="utf-8"?>
<xseqc xmlns:xsi="http://www.w3.org/2001/XMLSchema-instance" xmlns:xsd="http://www.w3.org/2001/XMLSchema">
  <sldid>-1</sldid>
</xseqc>
</file>

<file path=customXml/item2.xml><?xml version="1.0" encoding="utf-8"?>
<xseqc xmlns:xsi="http://www.w3.org/2001/XMLSchema-instance" xmlns:xsd="http://www.w3.org/2001/XMLSchema">
  <sldid>-1</sldid>
</xseqc>
</file>

<file path=customXml/item3.xml><?xml version="1.0" encoding="utf-8"?>
<xseqc xmlns:xsi="http://www.w3.org/2001/XMLSchema-instance" xmlns:xsd="http://www.w3.org/2001/XMLSchema">
  <sldid>-1</sldid>
</xseqc>
</file>

<file path=customXml/item4.xml><?xml version="1.0" encoding="utf-8"?>
<xseqc xmlns:xsi="http://www.w3.org/2001/XMLSchema-instance" xmlns:xsd="http://www.w3.org/2001/XMLSchema">
  <sldid>-1</sldid>
</xseqc>
</file>

<file path=customXml/item5.xml><?xml version="1.0" encoding="utf-8"?>
<xseqc xmlns:xsi="http://www.w3.org/2001/XMLSchema-instance" xmlns:xsd="http://www.w3.org/2001/XMLSchema">
  <sldid>-1</sldid>
</xseqc>
</file>

<file path=customXml/item6.xml><?xml version="1.0" encoding="utf-8"?>
<xseqc xmlns:xsi="http://www.w3.org/2001/XMLSchema-instance" xmlns:xsd="http://www.w3.org/2001/XMLSchema">
  <sldid>-1</sldid>
</xseqc>
</file>

<file path=customXml/item7.xml><?xml version="1.0" encoding="utf-8"?>
<xseqc xmlns:xsi="http://www.w3.org/2001/XMLSchema-instance" xmlns:xsd="http://www.w3.org/2001/XMLSchema">
  <sldid>-1</sldid>
</xseqc>
</file>

<file path=customXml/item8.xml><?xml version="1.0" encoding="utf-8"?>
<xseqc xmlns:xsi="http://www.w3.org/2001/XMLSchema-instance" xmlns:xsd="http://www.w3.org/2001/XMLSchema">
  <sldid>-1</sldid>
</xseqc>
</file>

<file path=customXml/item9.xml><?xml version="1.0" encoding="utf-8"?>
<xseqc xmlns:xsi="http://www.w3.org/2001/XMLSchema-instance" xmlns:xsd="http://www.w3.org/2001/XMLSchema">
  <sldid>-1</sldid>
</xseqc>
</file>

<file path=customXml/item10.xml><?xml version="1.0" encoding="utf-8"?>
<xseqc xmlns:xsi="http://www.w3.org/2001/XMLSchema-instance" xmlns:xsd="http://www.w3.org/2001/XMLSchema">
  <sldid>-1</sldid>
</xseqc>
</file>

<file path=customXml/item11.xml><?xml version="1.0" encoding="utf-8"?>
<xseqc xmlns:xsi="http://www.w3.org/2001/XMLSchema-instance" xmlns:xsd="http://www.w3.org/2001/XMLSchema">
  <sldid>-1</sldid>
</xseqc>
</file>

<file path=customXml/item12.xml><?xml version="1.0" encoding="utf-8"?>
<xseqc xmlns:xsi="http://www.w3.org/2001/XMLSchema-instance" xmlns:xsd="http://www.w3.org/2001/XMLSchema">
  <sldid>-1</sldid>
</xseqc>
</file>

<file path=customXml/item13.xml><?xml version="1.0" encoding="utf-8"?>
<xseqc xmlns:xsi="http://www.w3.org/2001/XMLSchema-instance" xmlns:xsd="http://www.w3.org/2001/XMLSchema">
  <sldid>-1</sldid>
</xseqc>
</file>

<file path=customXml/item14.xml><?xml version="1.0" encoding="utf-8"?>
<xseqc xmlns:xsi="http://www.w3.org/2001/XMLSchema-instance" xmlns:xsd="http://www.w3.org/2001/XMLSchema">
  <sldid>-1</sldid>
</xseqc>
</file>

<file path=customXml/item15.xml><?xml version="1.0" encoding="utf-8"?>
<xseqc xmlns:xsi="http://www.w3.org/2001/XMLSchema-instance" xmlns:xsd="http://www.w3.org/2001/XMLSchema">
  <sldid>-1</sldid>
</xseqc>
</file>

<file path=customXml/item16.xml><?xml version="1.0" encoding="utf-8"?>
<xseqc xmlns:xsi="http://www.w3.org/2001/XMLSchema-instance" xmlns:xsd="http://www.w3.org/2001/XMLSchema">
  <sldid>-1</sldid>
</xseqc>
</file>

<file path=customXml/item17.xml><?xml version="1.0" encoding="utf-8"?>
<xseqc xmlns:xsi="http://www.w3.org/2001/XMLSchema-instance" xmlns:xsd="http://www.w3.org/2001/XMLSchema">
  <sldid>-1</sldid>
</xseqc>
</file>

<file path=customXml/item18.xml><?xml version="1.0" encoding="utf-8"?>
<xseqc xmlns:xsi="http://www.w3.org/2001/XMLSchema-instance" xmlns:xsd="http://www.w3.org/2001/XMLSchema">
  <sldid>-1</sldid>
</xseqc>
</file>

<file path=customXml/item19.xml><?xml version="1.0" encoding="utf-8"?>
<xseqc xmlns:xsi="http://www.w3.org/2001/XMLSchema-instance" xmlns:xsd="http://www.w3.org/2001/XMLSchema">
  <sldid>-1</sldid>
</xseqc>
</file>

<file path=customXml/item20.xml><?xml version="1.0" encoding="utf-8"?>
<xseqc xmlns:xsi="http://www.w3.org/2001/XMLSchema-instance" xmlns:xsd="http://www.w3.org/2001/XMLSchema">
  <sldid>-1</sldid>
</xseqc>
</file>

<file path=customXml/item21.xml><?xml version="1.0" encoding="utf-8"?>
<xseqc xmlns:xsi="http://www.w3.org/2001/XMLSchema-instance" xmlns:xsd="http://www.w3.org/2001/XMLSchema">
  <sldid>-1</sldid>
</xseqc>
</file>

<file path=customXml/item22.xml><?xml version="1.0" encoding="utf-8"?>
<xseqc xmlns:xsi="http://www.w3.org/2001/XMLSchema-instance" xmlns:xsd="http://www.w3.org/2001/XMLSchema">
  <sldid>-1</sldid>
</xseqc>
</file>

<file path=customXml/item23.xml><?xml version="1.0" encoding="utf-8"?>
<xseqc xmlns:xsi="http://www.w3.org/2001/XMLSchema-instance" xmlns:xsd="http://www.w3.org/2001/XMLSchema">
  <sldid>-1</sldid>
</xseqc>
</file>

<file path=customXml/item24.xml><?xml version="1.0" encoding="utf-8"?>
<xseqc xmlns:xsi="http://www.w3.org/2001/XMLSchema-instance" xmlns:xsd="http://www.w3.org/2001/XMLSchema">
  <sldid>-1</sldid>
</xseqc>
</file>

<file path=customXml/item25.xml><?xml version="1.0" encoding="utf-8"?>
<xseqc xmlns:xsi="http://www.w3.org/2001/XMLSchema-instance" xmlns:xsd="http://www.w3.org/2001/XMLSchema">
  <sldid>-1</sldid>
</xseqc>
</file>

<file path=customXml/item26.xml><?xml version="1.0" encoding="utf-8"?>
<xseqc xmlns:xsi="http://www.w3.org/2001/XMLSchema-instance" xmlns:xsd="http://www.w3.org/2001/XMLSchema">
  <sldid>-1</sldid>
</xseqc>
</file>

<file path=customXml/item27.xml><?xml version="1.0" encoding="utf-8"?>
<xseqc xmlns:xsi="http://www.w3.org/2001/XMLSchema-instance" xmlns:xsd="http://www.w3.org/2001/XMLSchema">
  <sldid>-1</sldid>
</xseqc>
</file>

<file path=customXml/item28.xml><?xml version="1.0" encoding="utf-8"?>
<xseqc xmlns:xsi="http://www.w3.org/2001/XMLSchema-instance" xmlns:xsd="http://www.w3.org/2001/XMLSchema">
  <sldid>-1</sldid>
</xseqc>
</file>

<file path=customXml/item29.xml><?xml version="1.0" encoding="utf-8"?>
<xseqc xmlns:xsi="http://www.w3.org/2001/XMLSchema-instance" xmlns:xsd="http://www.w3.org/2001/XMLSchema">
  <sldid>-1</sldid>
</xseqc>
</file>

<file path=customXml/item30.xml><?xml version="1.0" encoding="utf-8"?>
<xseqc xmlns:xsi="http://www.w3.org/2001/XMLSchema-instance" xmlns:xsd="http://www.w3.org/2001/XMLSchema">
  <sldid>-1</sldid>
</xseqc>
</file>

<file path=customXml/item31.xml><?xml version="1.0" encoding="utf-8"?>
<xseqc xmlns:xsi="http://www.w3.org/2001/XMLSchema-instance" xmlns:xsd="http://www.w3.org/2001/XMLSchema">
  <sldid>-1</sldid>
</xseqc>
</file>

<file path=customXml/item32.xml><?xml version="1.0" encoding="utf-8"?>
<xseqc xmlns:xsi="http://www.w3.org/2001/XMLSchema-instance" xmlns:xsd="http://www.w3.org/2001/XMLSchema">
  <sldid>-1</sldid>
</xseqc>
</file>

<file path=customXml/item33.xml><?xml version="1.0" encoding="utf-8"?>
<xseqc xmlns:xsi="http://www.w3.org/2001/XMLSchema-instance" xmlns:xsd="http://www.w3.org/2001/XMLSchema">
  <sldid>-1</sldid>
</xseqc>
</file>

<file path=customXml/item34.xml><?xml version="1.0" encoding="utf-8"?>
<xseqc xmlns:xsi="http://www.w3.org/2001/XMLSchema-instance" xmlns:xsd="http://www.w3.org/2001/XMLSchema">
  <sldid>-1</sldid>
</xseqc>
</file>

<file path=customXml/item35.xml><?xml version="1.0" encoding="utf-8"?>
<xseqc xmlns:xsi="http://www.w3.org/2001/XMLSchema-instance" xmlns:xsd="http://www.w3.org/2001/XMLSchema">
  <sldid>-1</sldid>
</xseqc>
</file>

<file path=customXml/item36.xml><?xml version="1.0" encoding="utf-8"?>
<xseqc xmlns:xsi="http://www.w3.org/2001/XMLSchema-instance" xmlns:xsd="http://www.w3.org/2001/XMLSchema">
  <sldid>-1</sldid>
</xseqc>
</file>

<file path=customXml/item37.xml><?xml version="1.0" encoding="utf-8"?>
<xseqc xmlns:xsi="http://www.w3.org/2001/XMLSchema-instance" xmlns:xsd="http://www.w3.org/2001/XMLSchema">
  <sldid>-1</sldid>
</xseqc>
</file>

<file path=customXml/item38.xml><?xml version="1.0" encoding="utf-8"?>
<xseqc xmlns:xsi="http://www.w3.org/2001/XMLSchema-instance" xmlns:xsd="http://www.w3.org/2001/XMLSchema">
  <sldid>-1</sldid>
</xseqc>
</file>

<file path=customXml/item39.xml><?xml version="1.0" encoding="utf-8"?>
<xseqc xmlns:xsi="http://www.w3.org/2001/XMLSchema-instance" xmlns:xsd="http://www.w3.org/2001/XMLSchema">
  <sldid>-1</sldid>
</xseqc>
</file>

<file path=customXml/item40.xml><?xml version="1.0" encoding="utf-8"?>
<xseqc xmlns:xsi="http://www.w3.org/2001/XMLSchema-instance" xmlns:xsd="http://www.w3.org/2001/XMLSchema">
  <sldid>-1</sldid>
</xseqc>
</file>

<file path=customXml/item41.xml><?xml version="1.0" encoding="utf-8"?>
<xseqc xmlns:xsi="http://www.w3.org/2001/XMLSchema-instance" xmlns:xsd="http://www.w3.org/2001/XMLSchema">
  <sldid>-1</sldid>
</xseqc>
</file>

<file path=customXml/item42.xml><?xml version="1.0" encoding="utf-8"?>
<xseqc xmlns:xsi="http://www.w3.org/2001/XMLSchema-instance" xmlns:xsd="http://www.w3.org/2001/XMLSchema">
  <sldid>-1</sldid>
</xseqc>
</file>

<file path=customXml/item43.xml><?xml version="1.0" encoding="utf-8"?>
<xseqc xmlns:xsi="http://www.w3.org/2001/XMLSchema-instance" xmlns:xsd="http://www.w3.org/2001/XMLSchema">
  <sldid>-1</sldid>
</xseqc>
</file>

<file path=customXml/item44.xml><?xml version="1.0" encoding="utf-8"?>
<xseqc xmlns:xsi="http://www.w3.org/2001/XMLSchema-instance" xmlns:xsd="http://www.w3.org/2001/XMLSchema">
  <sldid>-1</sldid>
</xseqc>
</file>

<file path=customXml/item45.xml><?xml version="1.0" encoding="utf-8"?>
<xseqc xmlns:xsi="http://www.w3.org/2001/XMLSchema-instance" xmlns:xsd="http://www.w3.org/2001/XMLSchema">
  <sldid>-1</sldid>
</xseqc>
</file>

<file path=customXml/item46.xml><?xml version="1.0" encoding="utf-8"?>
<xseqc xmlns:xsi="http://www.w3.org/2001/XMLSchema-instance" xmlns:xsd="http://www.w3.org/2001/XMLSchema">
  <sldid>-1</sldid>
</xseqc>
</file>

<file path=customXml/item47.xml><?xml version="1.0" encoding="utf-8"?>
<xseqc xmlns:xsi="http://www.w3.org/2001/XMLSchema-instance" xmlns:xsd="http://www.w3.org/2001/XMLSchema">
  <sldid>-1</sldid>
</xseqc>
</file>

<file path=customXml/item48.xml><?xml version="1.0" encoding="utf-8"?>
<xseqc xmlns:xsi="http://www.w3.org/2001/XMLSchema-instance" xmlns:xsd="http://www.w3.org/2001/XMLSchema">
  <sldid>-1</sldid>
</xseqc>
</file>

<file path=customXml/item49.xml><?xml version="1.0" encoding="utf-8"?>
<xseqc xmlns:xsi="http://www.w3.org/2001/XMLSchema-instance" xmlns:xsd="http://www.w3.org/2001/XMLSchema">
  <sldid>-1</sldid>
</xseqc>
</file>

<file path=customXml/item50.xml><?xml version="1.0" encoding="utf-8"?>
<xseqc xmlns:xsi="http://www.w3.org/2001/XMLSchema-instance" xmlns:xsd="http://www.w3.org/2001/XMLSchema">
  <sldid>-1</sldid>
</xseqc>
</file>

<file path=customXml/item51.xml><?xml version="1.0" encoding="utf-8"?>
<xseqc xmlns:xsi="http://www.w3.org/2001/XMLSchema-instance" xmlns:xsd="http://www.w3.org/2001/XMLSchema">
  <sldid>-1</sldid>
</xseqc>
</file>

<file path=customXml/item52.xml><?xml version="1.0" encoding="utf-8"?>
<xseqc xmlns:xsi="http://www.w3.org/2001/XMLSchema-instance" xmlns:xsd="http://www.w3.org/2001/XMLSchema">
  <sldid>-1</sldid>
</xseqc>
</file>

<file path=customXml/item53.xml><?xml version="1.0" encoding="utf-8"?>
<xseqc xmlns:xsi="http://www.w3.org/2001/XMLSchema-instance" xmlns:xsd="http://www.w3.org/2001/XMLSchema">
  <sldid>-1</sldid>
</xseqc>
</file>

<file path=customXml/item54.xml><?xml version="1.0" encoding="utf-8"?>
<xseqc xmlns:xsi="http://www.w3.org/2001/XMLSchema-instance" xmlns:xsd="http://www.w3.org/2001/XMLSchema">
  <sldid>-1</sldid>
</xseqc>
</file>

<file path=customXml/item55.xml><?xml version="1.0" encoding="utf-8"?>
<xseqc xmlns:xsi="http://www.w3.org/2001/XMLSchema-instance" xmlns:xsd="http://www.w3.org/2001/XMLSchema">
  <sldid>-1</sldid>
</xseqc>
</file>

<file path=customXml/item56.xml><?xml version="1.0" encoding="utf-8"?>
<xseqc xmlns:xsi="http://www.w3.org/2001/XMLSchema-instance" xmlns:xsd="http://www.w3.org/2001/XMLSchema">
  <sldid>-1</sldid>
</xseqc>
</file>

<file path=customXml/item57.xml><?xml version="1.0" encoding="utf-8"?>
<xseqc xmlns:xsi="http://www.w3.org/2001/XMLSchema-instance" xmlns:xsd="http://www.w3.org/2001/XMLSchema">
  <sldid>-1</sldid>
</xseqc>
</file>

<file path=customXml/item58.xml><?xml version="1.0" encoding="utf-8"?>
<xseqc xmlns:xsi="http://www.w3.org/2001/XMLSchema-instance" xmlns:xsd="http://www.w3.org/2001/XMLSchema">
  <sldid>-1</sldid>
</xseqc>
</file>

<file path=customXml/itemProps1.xml><?xml version="1.0" encoding="utf-8"?>
<ds:datastoreItem xmlns:ds="http://schemas.openxmlformats.org/officeDocument/2006/customXml" ds:itemID="{D766ED0F-229F-4F99-9596-773CE95A9B62}">
  <ds:schemaRefs>
    <ds:schemaRef ds:uri="http://www.w3.org/2001/XMLSchema"/>
  </ds:schemaRefs>
</ds:datastoreItem>
</file>

<file path=customXml/itemProps2.xml><?xml version="1.0" encoding="utf-8"?>
<ds:datastoreItem xmlns:ds="http://schemas.openxmlformats.org/officeDocument/2006/customXml" ds:itemID="{B5C20EBB-7663-4A44-BAC7-6D0144E8D8A7}">
  <ds:schemaRefs>
    <ds:schemaRef ds:uri="http://www.w3.org/2001/XMLSchema"/>
  </ds:schemaRefs>
</ds:datastoreItem>
</file>

<file path=customXml/itemProps3.xml><?xml version="1.0" encoding="utf-8"?>
<ds:datastoreItem xmlns:ds="http://schemas.openxmlformats.org/officeDocument/2006/customXml" ds:itemID="{16B0053F-67CA-4307-8A89-BCBD713F5467}">
  <ds:schemaRefs>
    <ds:schemaRef ds:uri="http://www.w3.org/2001/XMLSchema"/>
  </ds:schemaRefs>
</ds:datastoreItem>
</file>

<file path=customXml/itemProps4.xml><?xml version="1.0" encoding="utf-8"?>
<ds:datastoreItem xmlns:ds="http://schemas.openxmlformats.org/officeDocument/2006/customXml" ds:itemID="{483AD7B7-2C92-4058-B933-87DC7B33B742}">
  <ds:schemaRefs>
    <ds:schemaRef ds:uri="http://www.w3.org/2001/XMLSchema"/>
  </ds:schemaRefs>
</ds:datastoreItem>
</file>

<file path=customXml/itemProps5.xml><?xml version="1.0" encoding="utf-8"?>
<ds:datastoreItem xmlns:ds="http://schemas.openxmlformats.org/officeDocument/2006/customXml" ds:itemID="{BDE43DFA-6469-4339-B221-40DF41184650}">
  <ds:schemaRefs>
    <ds:schemaRef ds:uri="http://www.w3.org/2001/XMLSchema"/>
  </ds:schemaRefs>
</ds:datastoreItem>
</file>

<file path=customXml/itemProps6.xml><?xml version="1.0" encoding="utf-8"?>
<ds:datastoreItem xmlns:ds="http://schemas.openxmlformats.org/officeDocument/2006/customXml" ds:itemID="{16EDB576-6134-4D7C-8F49-83715B00475C}">
  <ds:schemaRefs>
    <ds:schemaRef ds:uri="http://www.w3.org/2001/XMLSchema"/>
  </ds:schemaRefs>
</ds:datastoreItem>
</file>

<file path=customXml/itemProps7.xml><?xml version="1.0" encoding="utf-8"?>
<ds:datastoreItem xmlns:ds="http://schemas.openxmlformats.org/officeDocument/2006/customXml" ds:itemID="{F6C8667B-7DCD-44CB-9F41-5C5418C6E78C}">
  <ds:schemaRefs>
    <ds:schemaRef ds:uri="http://www.w3.org/2001/XMLSchema"/>
  </ds:schemaRefs>
</ds:datastoreItem>
</file>

<file path=customXml/itemProps8.xml><?xml version="1.0" encoding="utf-8"?>
<ds:datastoreItem xmlns:ds="http://schemas.openxmlformats.org/officeDocument/2006/customXml" ds:itemID="{AFDCA49D-C383-4B41-867D-8144DD803CE1}">
  <ds:schemaRefs>
    <ds:schemaRef ds:uri="http://www.w3.org/2001/XMLSchema"/>
  </ds:schemaRefs>
</ds:datastoreItem>
</file>

<file path=customXml/itemProps9.xml><?xml version="1.0" encoding="utf-8"?>
<ds:datastoreItem xmlns:ds="http://schemas.openxmlformats.org/officeDocument/2006/customXml" ds:itemID="{7E16001B-C0D1-4E0B-8CEE-041EACEFE726}">
  <ds:schemaRefs>
    <ds:schemaRef ds:uri="http://www.w3.org/2001/XMLSchema"/>
  </ds:schemaRefs>
</ds:datastoreItem>
</file>

<file path=customXml/itemProps10.xml><?xml version="1.0" encoding="utf-8"?>
<ds:datastoreItem xmlns:ds="http://schemas.openxmlformats.org/officeDocument/2006/customXml" ds:itemID="{DD05143A-A90F-45E1-B860-60D23D836885}">
  <ds:schemaRefs>
    <ds:schemaRef ds:uri="http://www.w3.org/2001/XMLSchema"/>
  </ds:schemaRefs>
</ds:datastoreItem>
</file>

<file path=customXml/itemProps11.xml><?xml version="1.0" encoding="utf-8"?>
<ds:datastoreItem xmlns:ds="http://schemas.openxmlformats.org/officeDocument/2006/customXml" ds:itemID="{C6669488-84D4-4E78-83B8-C3065F8AD7E5}">
  <ds:schemaRefs>
    <ds:schemaRef ds:uri="http://www.w3.org/2001/XMLSchema"/>
  </ds:schemaRefs>
</ds:datastoreItem>
</file>

<file path=customXml/itemProps12.xml><?xml version="1.0" encoding="utf-8"?>
<ds:datastoreItem xmlns:ds="http://schemas.openxmlformats.org/officeDocument/2006/customXml" ds:itemID="{05D401DC-2225-4053-BA05-E7910A9CE826}">
  <ds:schemaRefs>
    <ds:schemaRef ds:uri="http://www.w3.org/2001/XMLSchema"/>
  </ds:schemaRefs>
</ds:datastoreItem>
</file>

<file path=customXml/itemProps13.xml><?xml version="1.0" encoding="utf-8"?>
<ds:datastoreItem xmlns:ds="http://schemas.openxmlformats.org/officeDocument/2006/customXml" ds:itemID="{A3D7D831-0989-4B97-9803-41F302A24622}">
  <ds:schemaRefs>
    <ds:schemaRef ds:uri="http://www.w3.org/2001/XMLSchema"/>
  </ds:schemaRefs>
</ds:datastoreItem>
</file>

<file path=customXml/itemProps14.xml><?xml version="1.0" encoding="utf-8"?>
<ds:datastoreItem xmlns:ds="http://schemas.openxmlformats.org/officeDocument/2006/customXml" ds:itemID="{7403BB9A-A791-412B-A8C5-5266EAD03642}">
  <ds:schemaRefs>
    <ds:schemaRef ds:uri="http://www.w3.org/2001/XMLSchema"/>
  </ds:schemaRefs>
</ds:datastoreItem>
</file>

<file path=customXml/itemProps15.xml><?xml version="1.0" encoding="utf-8"?>
<ds:datastoreItem xmlns:ds="http://schemas.openxmlformats.org/officeDocument/2006/customXml" ds:itemID="{EE3D1159-6EEF-47E7-A6EC-20C9D3426B0E}">
  <ds:schemaRefs>
    <ds:schemaRef ds:uri="http://www.w3.org/2001/XMLSchema"/>
  </ds:schemaRefs>
</ds:datastoreItem>
</file>

<file path=customXml/itemProps16.xml><?xml version="1.0" encoding="utf-8"?>
<ds:datastoreItem xmlns:ds="http://schemas.openxmlformats.org/officeDocument/2006/customXml" ds:itemID="{9F6DF1C5-777F-4660-A2AE-ED112284F410}">
  <ds:schemaRefs>
    <ds:schemaRef ds:uri="http://www.w3.org/2001/XMLSchema"/>
  </ds:schemaRefs>
</ds:datastoreItem>
</file>

<file path=customXml/itemProps17.xml><?xml version="1.0" encoding="utf-8"?>
<ds:datastoreItem xmlns:ds="http://schemas.openxmlformats.org/officeDocument/2006/customXml" ds:itemID="{239102B5-2526-492C-9A99-B8D4E2FDDFA9}">
  <ds:schemaRefs>
    <ds:schemaRef ds:uri="http://www.w3.org/2001/XMLSchema"/>
  </ds:schemaRefs>
</ds:datastoreItem>
</file>

<file path=customXml/itemProps18.xml><?xml version="1.0" encoding="utf-8"?>
<ds:datastoreItem xmlns:ds="http://schemas.openxmlformats.org/officeDocument/2006/customXml" ds:itemID="{B3FF309A-21F9-4B72-BD90-F6E150E93F99}">
  <ds:schemaRefs>
    <ds:schemaRef ds:uri="http://www.w3.org/2001/XMLSchema"/>
  </ds:schemaRefs>
</ds:datastoreItem>
</file>

<file path=customXml/itemProps19.xml><?xml version="1.0" encoding="utf-8"?>
<ds:datastoreItem xmlns:ds="http://schemas.openxmlformats.org/officeDocument/2006/customXml" ds:itemID="{BC1E1DA2-60DC-4D55-AD87-BDE06EF7DFA7}">
  <ds:schemaRefs>
    <ds:schemaRef ds:uri="http://www.w3.org/2001/XMLSchema"/>
  </ds:schemaRefs>
</ds:datastoreItem>
</file>

<file path=customXml/itemProps20.xml><?xml version="1.0" encoding="utf-8"?>
<ds:datastoreItem xmlns:ds="http://schemas.openxmlformats.org/officeDocument/2006/customXml" ds:itemID="{D5417909-B6A2-4455-A2E7-0F86CF8AC845}">
  <ds:schemaRefs>
    <ds:schemaRef ds:uri="http://www.w3.org/2001/XMLSchema"/>
  </ds:schemaRefs>
</ds:datastoreItem>
</file>

<file path=customXml/itemProps21.xml><?xml version="1.0" encoding="utf-8"?>
<ds:datastoreItem xmlns:ds="http://schemas.openxmlformats.org/officeDocument/2006/customXml" ds:itemID="{5D6CD323-56A7-4DBB-A564-C56CFE58E6B5}">
  <ds:schemaRefs>
    <ds:schemaRef ds:uri="http://www.w3.org/2001/XMLSchema"/>
  </ds:schemaRefs>
</ds:datastoreItem>
</file>

<file path=customXml/itemProps22.xml><?xml version="1.0" encoding="utf-8"?>
<ds:datastoreItem xmlns:ds="http://schemas.openxmlformats.org/officeDocument/2006/customXml" ds:itemID="{81177E11-6975-479F-909A-B41408E347F8}">
  <ds:schemaRefs>
    <ds:schemaRef ds:uri="http://www.w3.org/2001/XMLSchema"/>
  </ds:schemaRefs>
</ds:datastoreItem>
</file>

<file path=customXml/itemProps23.xml><?xml version="1.0" encoding="utf-8"?>
<ds:datastoreItem xmlns:ds="http://schemas.openxmlformats.org/officeDocument/2006/customXml" ds:itemID="{1EAB012A-321A-4948-B745-6F15DA296E53}">
  <ds:schemaRefs>
    <ds:schemaRef ds:uri="http://www.w3.org/2001/XMLSchema"/>
  </ds:schemaRefs>
</ds:datastoreItem>
</file>

<file path=customXml/itemProps24.xml><?xml version="1.0" encoding="utf-8"?>
<ds:datastoreItem xmlns:ds="http://schemas.openxmlformats.org/officeDocument/2006/customXml" ds:itemID="{32DB4EFF-7F63-45D4-BA52-DC563C9F8FF1}">
  <ds:schemaRefs>
    <ds:schemaRef ds:uri="http://www.w3.org/2001/XMLSchema"/>
  </ds:schemaRefs>
</ds:datastoreItem>
</file>

<file path=customXml/itemProps25.xml><?xml version="1.0" encoding="utf-8"?>
<ds:datastoreItem xmlns:ds="http://schemas.openxmlformats.org/officeDocument/2006/customXml" ds:itemID="{60F033F7-B417-4F62-8098-6F45A261424E}">
  <ds:schemaRefs>
    <ds:schemaRef ds:uri="http://www.w3.org/2001/XMLSchema"/>
  </ds:schemaRefs>
</ds:datastoreItem>
</file>

<file path=customXml/itemProps26.xml><?xml version="1.0" encoding="utf-8"?>
<ds:datastoreItem xmlns:ds="http://schemas.openxmlformats.org/officeDocument/2006/customXml" ds:itemID="{1F88A9CD-8645-4D27-B77A-E93F287D7D74}">
  <ds:schemaRefs>
    <ds:schemaRef ds:uri="http://www.w3.org/2001/XMLSchema"/>
  </ds:schemaRefs>
</ds:datastoreItem>
</file>

<file path=customXml/itemProps27.xml><?xml version="1.0" encoding="utf-8"?>
<ds:datastoreItem xmlns:ds="http://schemas.openxmlformats.org/officeDocument/2006/customXml" ds:itemID="{CA7BBCE6-55E2-4E11-9F52-FC8A306C7F98}">
  <ds:schemaRefs>
    <ds:schemaRef ds:uri="http://www.w3.org/2001/XMLSchema"/>
  </ds:schemaRefs>
</ds:datastoreItem>
</file>

<file path=customXml/itemProps28.xml><?xml version="1.0" encoding="utf-8"?>
<ds:datastoreItem xmlns:ds="http://schemas.openxmlformats.org/officeDocument/2006/customXml" ds:itemID="{E324AA31-F317-420E-BF75-2EC62B754ADE}">
  <ds:schemaRefs>
    <ds:schemaRef ds:uri="http://www.w3.org/2001/XMLSchema"/>
  </ds:schemaRefs>
</ds:datastoreItem>
</file>

<file path=customXml/itemProps29.xml><?xml version="1.0" encoding="utf-8"?>
<ds:datastoreItem xmlns:ds="http://schemas.openxmlformats.org/officeDocument/2006/customXml" ds:itemID="{39B3DE0B-208A-41FE-A031-D7D11C1D8ED3}">
  <ds:schemaRefs>
    <ds:schemaRef ds:uri="http://www.w3.org/2001/XMLSchema"/>
  </ds:schemaRefs>
</ds:datastoreItem>
</file>

<file path=customXml/itemProps30.xml><?xml version="1.0" encoding="utf-8"?>
<ds:datastoreItem xmlns:ds="http://schemas.openxmlformats.org/officeDocument/2006/customXml" ds:itemID="{553CD7A0-3D48-4EEE-BA84-37B1D3B703DE}">
  <ds:schemaRefs>
    <ds:schemaRef ds:uri="http://www.w3.org/2001/XMLSchema"/>
  </ds:schemaRefs>
</ds:datastoreItem>
</file>

<file path=customXml/itemProps31.xml><?xml version="1.0" encoding="utf-8"?>
<ds:datastoreItem xmlns:ds="http://schemas.openxmlformats.org/officeDocument/2006/customXml" ds:itemID="{11099D1E-20A8-4D51-8E0D-9E64BDC30E43}">
  <ds:schemaRefs>
    <ds:schemaRef ds:uri="http://www.w3.org/2001/XMLSchema"/>
  </ds:schemaRefs>
</ds:datastoreItem>
</file>

<file path=customXml/itemProps32.xml><?xml version="1.0" encoding="utf-8"?>
<ds:datastoreItem xmlns:ds="http://schemas.openxmlformats.org/officeDocument/2006/customXml" ds:itemID="{3372621E-177A-43AE-A6F5-B307E2056C66}">
  <ds:schemaRefs>
    <ds:schemaRef ds:uri="http://www.w3.org/2001/XMLSchema"/>
  </ds:schemaRefs>
</ds:datastoreItem>
</file>

<file path=customXml/itemProps33.xml><?xml version="1.0" encoding="utf-8"?>
<ds:datastoreItem xmlns:ds="http://schemas.openxmlformats.org/officeDocument/2006/customXml" ds:itemID="{B863E077-8FB4-421D-8B12-4DB0EAD5FFF7}">
  <ds:schemaRefs>
    <ds:schemaRef ds:uri="http://www.w3.org/2001/XMLSchema"/>
  </ds:schemaRefs>
</ds:datastoreItem>
</file>

<file path=customXml/itemProps34.xml><?xml version="1.0" encoding="utf-8"?>
<ds:datastoreItem xmlns:ds="http://schemas.openxmlformats.org/officeDocument/2006/customXml" ds:itemID="{C4ADD56E-F171-4C05-8CDB-582FF14D28E6}">
  <ds:schemaRefs>
    <ds:schemaRef ds:uri="http://www.w3.org/2001/XMLSchema"/>
  </ds:schemaRefs>
</ds:datastoreItem>
</file>

<file path=customXml/itemProps35.xml><?xml version="1.0" encoding="utf-8"?>
<ds:datastoreItem xmlns:ds="http://schemas.openxmlformats.org/officeDocument/2006/customXml" ds:itemID="{0752C967-3DC2-4445-ACCB-CF75D1EED170}">
  <ds:schemaRefs>
    <ds:schemaRef ds:uri="http://www.w3.org/2001/XMLSchema"/>
  </ds:schemaRefs>
</ds:datastoreItem>
</file>

<file path=customXml/itemProps36.xml><?xml version="1.0" encoding="utf-8"?>
<ds:datastoreItem xmlns:ds="http://schemas.openxmlformats.org/officeDocument/2006/customXml" ds:itemID="{46B47CEA-359B-4431-A63E-ECD9D99DF954}">
  <ds:schemaRefs>
    <ds:schemaRef ds:uri="http://www.w3.org/2001/XMLSchema"/>
  </ds:schemaRefs>
</ds:datastoreItem>
</file>

<file path=customXml/itemProps37.xml><?xml version="1.0" encoding="utf-8"?>
<ds:datastoreItem xmlns:ds="http://schemas.openxmlformats.org/officeDocument/2006/customXml" ds:itemID="{A9596F55-6707-41F4-BA82-95F2EB607E00}">
  <ds:schemaRefs>
    <ds:schemaRef ds:uri="http://www.w3.org/2001/XMLSchema"/>
  </ds:schemaRefs>
</ds:datastoreItem>
</file>

<file path=customXml/itemProps38.xml><?xml version="1.0" encoding="utf-8"?>
<ds:datastoreItem xmlns:ds="http://schemas.openxmlformats.org/officeDocument/2006/customXml" ds:itemID="{E9E03008-3048-42B7-B90D-937760CB7682}">
  <ds:schemaRefs>
    <ds:schemaRef ds:uri="http://www.w3.org/2001/XMLSchema"/>
  </ds:schemaRefs>
</ds:datastoreItem>
</file>

<file path=customXml/itemProps39.xml><?xml version="1.0" encoding="utf-8"?>
<ds:datastoreItem xmlns:ds="http://schemas.openxmlformats.org/officeDocument/2006/customXml" ds:itemID="{69AFD9CB-A981-4A97-8B44-89FD6E2D9C3F}">
  <ds:schemaRefs>
    <ds:schemaRef ds:uri="http://www.w3.org/2001/XMLSchema"/>
  </ds:schemaRefs>
</ds:datastoreItem>
</file>

<file path=customXml/itemProps40.xml><?xml version="1.0" encoding="utf-8"?>
<ds:datastoreItem xmlns:ds="http://schemas.openxmlformats.org/officeDocument/2006/customXml" ds:itemID="{5EAB5989-ED16-4FEF-AF2C-7275CB0D26CF}">
  <ds:schemaRefs>
    <ds:schemaRef ds:uri="http://www.w3.org/2001/XMLSchema"/>
  </ds:schemaRefs>
</ds:datastoreItem>
</file>

<file path=customXml/itemProps41.xml><?xml version="1.0" encoding="utf-8"?>
<ds:datastoreItem xmlns:ds="http://schemas.openxmlformats.org/officeDocument/2006/customXml" ds:itemID="{05D50E80-D4FB-47FF-BF6F-F446DAD858F7}">
  <ds:schemaRefs>
    <ds:schemaRef ds:uri="http://www.w3.org/2001/XMLSchema"/>
  </ds:schemaRefs>
</ds:datastoreItem>
</file>

<file path=customXml/itemProps42.xml><?xml version="1.0" encoding="utf-8"?>
<ds:datastoreItem xmlns:ds="http://schemas.openxmlformats.org/officeDocument/2006/customXml" ds:itemID="{607A6DAD-18DD-45FA-B10E-3AA1395976A0}">
  <ds:schemaRefs>
    <ds:schemaRef ds:uri="http://www.w3.org/2001/XMLSchema"/>
  </ds:schemaRefs>
</ds:datastoreItem>
</file>

<file path=customXml/itemProps43.xml><?xml version="1.0" encoding="utf-8"?>
<ds:datastoreItem xmlns:ds="http://schemas.openxmlformats.org/officeDocument/2006/customXml" ds:itemID="{3554CC43-4EE8-46EF-9158-42D252AFEB30}">
  <ds:schemaRefs>
    <ds:schemaRef ds:uri="http://www.w3.org/2001/XMLSchema"/>
  </ds:schemaRefs>
</ds:datastoreItem>
</file>

<file path=customXml/itemProps44.xml><?xml version="1.0" encoding="utf-8"?>
<ds:datastoreItem xmlns:ds="http://schemas.openxmlformats.org/officeDocument/2006/customXml" ds:itemID="{E9A54576-04D6-4BD1-8DD0-8807062D9694}">
  <ds:schemaRefs>
    <ds:schemaRef ds:uri="http://www.w3.org/2001/XMLSchema"/>
  </ds:schemaRefs>
</ds:datastoreItem>
</file>

<file path=customXml/itemProps45.xml><?xml version="1.0" encoding="utf-8"?>
<ds:datastoreItem xmlns:ds="http://schemas.openxmlformats.org/officeDocument/2006/customXml" ds:itemID="{F6F6FEDD-26BE-4A47-974D-228AD671BCD4}">
  <ds:schemaRefs>
    <ds:schemaRef ds:uri="http://www.w3.org/2001/XMLSchema"/>
  </ds:schemaRefs>
</ds:datastoreItem>
</file>

<file path=customXml/itemProps46.xml><?xml version="1.0" encoding="utf-8"?>
<ds:datastoreItem xmlns:ds="http://schemas.openxmlformats.org/officeDocument/2006/customXml" ds:itemID="{5235C365-A1FC-4883-AD80-D2F9F6BDD4F1}">
  <ds:schemaRefs>
    <ds:schemaRef ds:uri="http://www.w3.org/2001/XMLSchema"/>
  </ds:schemaRefs>
</ds:datastoreItem>
</file>

<file path=customXml/itemProps47.xml><?xml version="1.0" encoding="utf-8"?>
<ds:datastoreItem xmlns:ds="http://schemas.openxmlformats.org/officeDocument/2006/customXml" ds:itemID="{20E85769-831B-46C6-A462-95C074E7089E}">
  <ds:schemaRefs>
    <ds:schemaRef ds:uri="http://www.w3.org/2001/XMLSchema"/>
  </ds:schemaRefs>
</ds:datastoreItem>
</file>

<file path=customXml/itemProps48.xml><?xml version="1.0" encoding="utf-8"?>
<ds:datastoreItem xmlns:ds="http://schemas.openxmlformats.org/officeDocument/2006/customXml" ds:itemID="{34F601EE-F39C-4BF4-9561-E0500A894890}">
  <ds:schemaRefs>
    <ds:schemaRef ds:uri="http://www.w3.org/2001/XMLSchema"/>
  </ds:schemaRefs>
</ds:datastoreItem>
</file>

<file path=customXml/itemProps49.xml><?xml version="1.0" encoding="utf-8"?>
<ds:datastoreItem xmlns:ds="http://schemas.openxmlformats.org/officeDocument/2006/customXml" ds:itemID="{34A7D711-FBC4-4F7C-8855-745D7B3081B7}">
  <ds:schemaRefs>
    <ds:schemaRef ds:uri="http://www.w3.org/2001/XMLSchema"/>
  </ds:schemaRefs>
</ds:datastoreItem>
</file>

<file path=customXml/itemProps50.xml><?xml version="1.0" encoding="utf-8"?>
<ds:datastoreItem xmlns:ds="http://schemas.openxmlformats.org/officeDocument/2006/customXml" ds:itemID="{1F01A20A-75F7-4B1B-AA96-D5EABC8E6529}">
  <ds:schemaRefs>
    <ds:schemaRef ds:uri="http://www.w3.org/2001/XMLSchema"/>
  </ds:schemaRefs>
</ds:datastoreItem>
</file>

<file path=customXml/itemProps51.xml><?xml version="1.0" encoding="utf-8"?>
<ds:datastoreItem xmlns:ds="http://schemas.openxmlformats.org/officeDocument/2006/customXml" ds:itemID="{8E2359BA-E6CE-4AD9-8642-E456483F1C78}">
  <ds:schemaRefs>
    <ds:schemaRef ds:uri="http://www.w3.org/2001/XMLSchema"/>
  </ds:schemaRefs>
</ds:datastoreItem>
</file>

<file path=customXml/itemProps52.xml><?xml version="1.0" encoding="utf-8"?>
<ds:datastoreItem xmlns:ds="http://schemas.openxmlformats.org/officeDocument/2006/customXml" ds:itemID="{6E32EF03-F4E2-4E91-94C7-23CAEF0516CB}">
  <ds:schemaRefs>
    <ds:schemaRef ds:uri="http://www.w3.org/2001/XMLSchema"/>
  </ds:schemaRefs>
</ds:datastoreItem>
</file>

<file path=customXml/itemProps53.xml><?xml version="1.0" encoding="utf-8"?>
<ds:datastoreItem xmlns:ds="http://schemas.openxmlformats.org/officeDocument/2006/customXml" ds:itemID="{E7DD0A5F-C097-4BB0-BC8C-85FFD3A31775}">
  <ds:schemaRefs>
    <ds:schemaRef ds:uri="http://www.w3.org/2001/XMLSchema"/>
  </ds:schemaRefs>
</ds:datastoreItem>
</file>

<file path=customXml/itemProps54.xml><?xml version="1.0" encoding="utf-8"?>
<ds:datastoreItem xmlns:ds="http://schemas.openxmlformats.org/officeDocument/2006/customXml" ds:itemID="{A3CCC9BE-35B6-42C6-87EE-D58612E568C6}">
  <ds:schemaRefs>
    <ds:schemaRef ds:uri="http://www.w3.org/2001/XMLSchema"/>
  </ds:schemaRefs>
</ds:datastoreItem>
</file>

<file path=customXml/itemProps55.xml><?xml version="1.0" encoding="utf-8"?>
<ds:datastoreItem xmlns:ds="http://schemas.openxmlformats.org/officeDocument/2006/customXml" ds:itemID="{9140C30F-2AAB-432E-8BB1-E57DACD74788}">
  <ds:schemaRefs>
    <ds:schemaRef ds:uri="http://www.w3.org/2001/XMLSchema"/>
  </ds:schemaRefs>
</ds:datastoreItem>
</file>

<file path=customXml/itemProps56.xml><?xml version="1.0" encoding="utf-8"?>
<ds:datastoreItem xmlns:ds="http://schemas.openxmlformats.org/officeDocument/2006/customXml" ds:itemID="{2C8EAD5F-CAF0-4026-96F3-758492541003}">
  <ds:schemaRefs>
    <ds:schemaRef ds:uri="http://www.w3.org/2001/XMLSchema"/>
  </ds:schemaRefs>
</ds:datastoreItem>
</file>

<file path=customXml/itemProps57.xml><?xml version="1.0" encoding="utf-8"?>
<ds:datastoreItem xmlns:ds="http://schemas.openxmlformats.org/officeDocument/2006/customXml" ds:itemID="{FCA9979C-8BD3-499E-A977-0A90AE52C62C}">
  <ds:schemaRefs>
    <ds:schemaRef ds:uri="http://www.w3.org/2001/XMLSchema"/>
  </ds:schemaRefs>
</ds:datastoreItem>
</file>

<file path=customXml/itemProps58.xml><?xml version="1.0" encoding="utf-8"?>
<ds:datastoreItem xmlns:ds="http://schemas.openxmlformats.org/officeDocument/2006/customXml" ds:itemID="{4DD127CB-C889-4B5B-ACB6-7B9784835D2D}">
  <ds:schemaRef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Seven</Template>
  <TotalTime>42795</TotalTime>
  <Words>8804</Words>
  <Application>Microsoft Office PowerPoint</Application>
  <PresentationFormat>宽屏</PresentationFormat>
  <Paragraphs>1568</Paragraphs>
  <Slides>132</Slides>
  <Notes>8</Notes>
  <HiddenSlides>0</HiddenSlides>
  <MMClips>1</MMClips>
  <ScaleCrop>false</ScaleCrop>
  <HeadingPairs>
    <vt:vector size="6" baseType="variant">
      <vt:variant>
        <vt:lpstr>已用的字体</vt:lpstr>
      </vt:variant>
      <vt:variant>
        <vt:i4>19</vt:i4>
      </vt:variant>
      <vt:variant>
        <vt:lpstr>主题</vt:lpstr>
      </vt:variant>
      <vt:variant>
        <vt:i4>7</vt:i4>
      </vt:variant>
      <vt:variant>
        <vt:lpstr>幻灯片标题</vt:lpstr>
      </vt:variant>
      <vt:variant>
        <vt:i4>132</vt:i4>
      </vt:variant>
    </vt:vector>
  </HeadingPairs>
  <TitlesOfParts>
    <vt:vector size="158" baseType="lpstr">
      <vt:lpstr>Alibaba PuHuiTi B</vt:lpstr>
      <vt:lpstr>Arial Unicode MS</vt:lpstr>
      <vt:lpstr>DeepSeek-CJK-patch</vt:lpstr>
      <vt:lpstr>KaTeX_Main</vt:lpstr>
      <vt:lpstr>KaTeX_Math</vt:lpstr>
      <vt:lpstr>quote-cjk-patch</vt:lpstr>
      <vt:lpstr>阿里巴巴普惠体</vt:lpstr>
      <vt:lpstr>阿里巴巴普惠体 Heavy</vt:lpstr>
      <vt:lpstr>阿里巴巴普惠体 Medium</vt:lpstr>
      <vt:lpstr>等线</vt:lpstr>
      <vt:lpstr>楷体</vt:lpstr>
      <vt:lpstr>宋体</vt:lpstr>
      <vt:lpstr>Arial</vt:lpstr>
      <vt:lpstr>Calisto MT</vt:lpstr>
      <vt:lpstr>Consolas</vt:lpstr>
      <vt:lpstr>Open Sans</vt:lpstr>
      <vt:lpstr>Source Code Pro</vt:lpstr>
      <vt:lpstr>Source Code Pro Black</vt:lpstr>
      <vt:lpstr>Wingdings</vt:lpstr>
      <vt:lpstr>内容模板</vt:lpstr>
      <vt:lpstr>封面</vt:lpstr>
      <vt:lpstr>章节目录模板</vt:lpstr>
      <vt:lpstr>小结思考模板2</vt:lpstr>
      <vt:lpstr>1_小结思考模板2</vt:lpstr>
      <vt:lpstr>1_章节目录模板</vt:lpstr>
      <vt:lpstr>1_内容模板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大模型应用开发</vt:lpstr>
      <vt:lpstr>学习要求</vt:lpstr>
      <vt:lpstr>课程内容</vt:lpstr>
      <vt:lpstr>课程收获</vt:lpstr>
      <vt:lpstr>大模型应用开发</vt:lpstr>
      <vt:lpstr>PowerPoint 演示文稿</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AI的发展史</vt:lpstr>
      <vt:lpstr>PowerPoint 演示文稿</vt:lpstr>
      <vt:lpstr>AI市场分布</vt:lpstr>
      <vt:lpstr>AI市场分布</vt:lpstr>
      <vt:lpstr>AI市场分布</vt:lpstr>
      <vt:lpstr>PowerPoint 演示文稿</vt:lpstr>
      <vt:lpstr>大模型部署</vt:lpstr>
      <vt:lpstr>大模型部署</vt:lpstr>
      <vt:lpstr>大模型部署-自己部署(本机)</vt:lpstr>
      <vt:lpstr>大模型部署-自己部署(本机)</vt:lpstr>
      <vt:lpstr>大模型部署-自己部署(本机)</vt:lpstr>
      <vt:lpstr>PowerPoint 演示文稿</vt:lpstr>
      <vt:lpstr>大模型部署-阿里云百炼</vt:lpstr>
      <vt:lpstr>PowerPoint 演示文稿</vt:lpstr>
      <vt:lpstr>大模型调用-常见参数</vt:lpstr>
      <vt:lpstr>大模型调用-常见参数</vt:lpstr>
      <vt:lpstr>PowerPoint 演示文稿</vt:lpstr>
      <vt:lpstr>大模型调用-响应数据</vt:lpstr>
      <vt:lpstr>大模型调用-响应数据</vt:lpstr>
      <vt:lpstr>PowerPoint 演示文稿</vt:lpstr>
      <vt:lpstr>PowerPoint 演示文稿</vt:lpstr>
      <vt:lpstr>PowerPoint 演示文稿</vt:lpstr>
      <vt:lpstr>PowerPoint 演示文稿</vt:lpstr>
      <vt:lpstr>PowerPoint 演示文稿</vt:lpstr>
      <vt:lpstr>会话功能-快速入门</vt:lpstr>
      <vt:lpstr>会话功能-快速入门</vt:lpstr>
      <vt:lpstr>PowerPoint 演示文稿</vt:lpstr>
      <vt:lpstr>PowerPoint 演示文稿</vt:lpstr>
      <vt:lpstr>会话功能-Spring整合LangChain4j</vt:lpstr>
      <vt:lpstr>会话功能-Spring整合LangChain4j</vt:lpstr>
      <vt:lpstr>PowerPoint 演示文稿</vt:lpstr>
      <vt:lpstr>会话功能-AiServices工具类</vt:lpstr>
      <vt:lpstr>会话功能-AiServices工具类</vt:lpstr>
      <vt:lpstr>会话功能-AiServices工具类</vt:lpstr>
      <vt:lpstr>会话功能-AiServices工具类</vt:lpstr>
      <vt:lpstr>PowerPoint 演示文稿</vt:lpstr>
      <vt:lpstr>会话功能-流式调用</vt:lpstr>
      <vt:lpstr>会话功能-流式调用</vt:lpstr>
      <vt:lpstr>PowerPoint 演示文稿</vt:lpstr>
      <vt:lpstr>会话功能-消息注解</vt:lpstr>
      <vt:lpstr>会话功能-消息注解</vt:lpstr>
      <vt:lpstr>PowerPoint 演示文稿</vt:lpstr>
      <vt:lpstr>会话功能-会话记忆</vt:lpstr>
      <vt:lpstr>会话功能-会话记忆</vt:lpstr>
      <vt:lpstr>会话功能-会话记忆</vt:lpstr>
      <vt:lpstr>会话功能-会话记忆隔离</vt:lpstr>
      <vt:lpstr>会话功能-会话记忆隔离</vt:lpstr>
      <vt:lpstr>会话功能-会话记忆隔离</vt:lpstr>
      <vt:lpstr>会话功能-会话记忆持久化</vt:lpstr>
      <vt:lpstr>会话功能-会话记忆持久化-redis</vt:lpstr>
      <vt:lpstr>会话功能-会话记忆持久化-redis</vt:lpstr>
      <vt:lpstr>PowerPoint 演示文稿</vt:lpstr>
      <vt:lpstr>PowerPoint 演示文稿</vt:lpstr>
      <vt:lpstr>RAG知识库-原理</vt:lpstr>
      <vt:lpstr>RAG知识库-原理</vt:lpstr>
      <vt:lpstr>RAG知识库-原理</vt:lpstr>
      <vt:lpstr>RAG知识库-原理</vt:lpstr>
      <vt:lpstr>RAG知识库-原理</vt:lpstr>
      <vt:lpstr>RAG知识库-原理</vt:lpstr>
      <vt:lpstr>RAG知识库-原理</vt:lpstr>
      <vt:lpstr>RAG知识库-原理</vt:lpstr>
      <vt:lpstr>RAG知识库-原理</vt:lpstr>
      <vt:lpstr>RAG知识库-原理</vt:lpstr>
      <vt:lpstr>RAG知识库-原理</vt:lpstr>
      <vt:lpstr>RAG知识库-原理</vt:lpstr>
      <vt:lpstr>PowerPoint 演示文稿</vt:lpstr>
      <vt:lpstr>PowerPoint 演示文稿</vt:lpstr>
      <vt:lpstr>RAG知识库-快速入门</vt:lpstr>
      <vt:lpstr>PowerPoint 演示文稿</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PowerPoint 演示文稿</vt:lpstr>
      <vt:lpstr>PowerPoint 演示文稿</vt:lpstr>
      <vt:lpstr>Tools工具-准备工作</vt:lpstr>
      <vt:lpstr>Tools工具-准备工作</vt:lpstr>
      <vt:lpstr>PowerPoint 演示文稿</vt:lpstr>
      <vt:lpstr>Tools工具-原理</vt:lpstr>
      <vt:lpstr>Tools工具-原理</vt:lpstr>
      <vt:lpstr>PowerPoint 演示文稿</vt:lpstr>
      <vt:lpstr>Tools工具-实现</vt:lpstr>
      <vt:lpstr>PowerPoint 演示文稿</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Seven</dc:creator>
  <cp:lastModifiedBy>Administrator</cp:lastModifiedBy>
  <cp:revision>1872</cp:revision>
  <cp:lastPrinted>2022-05-29T16:00:00Z</cp:lastPrinted>
  <dcterms:created xsi:type="dcterms:W3CDTF">2022-05-29T16:00:00Z</dcterms:created>
  <dcterms:modified xsi:type="dcterms:W3CDTF">2025-06-12T17:08:53Z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1f6b6247-00f9-4185-bb3e-6a09396f8e3b</vt:lpwstr>
  </property>
</Properties>
</file>